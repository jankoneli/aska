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4-24T02:14:49.90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C00000"/>
    </inkml:brush>
    <inkml:brush xml:id="br3">
      <inkml:brushProperty name="width" value="0.05292" units="cm"/>
      <inkml:brushProperty name="height" value="0.05292" units="cm"/>
      <inkml:brushProperty name="color" value="#0070C0"/>
    </inkml:brush>
    <inkml:brush xml:id="br4">
      <inkml:brushProperty name="width" value="0.05292" units="cm"/>
      <inkml:brushProperty name="height" value="0.05292" units="cm"/>
      <inkml:brushProperty name="color" value="#7030A0"/>
    </inkml:brush>
    <inkml:brush xml:id="br5">
      <inkml:brushProperty name="width" value="0.05292" units="cm"/>
      <inkml:brushProperty name="height" value="0.05292" units="cm"/>
    </inkml:brush>
    <inkml:brush xml:id="br6">
      <inkml:brushProperty name="width" value="0.05292" units="cm"/>
      <inkml:brushProperty name="height" value="0.05292" units="cm"/>
      <inkml:brushProperty name="color" value="#00B0F0"/>
    </inkml:brush>
    <inkml:brush xml:id="br7">
      <inkml:brushProperty name="width" value="0.05292" units="cm"/>
      <inkml:brushProperty name="height" value="0.05292" units="cm"/>
      <inkml:brushProperty name="color" value="#92D050"/>
    </inkml:brush>
    <inkml:brush xml:id="br8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1603 578 133 0,'0'8'331'0,"6"-4"45"0,0-4 38 0,1-4-70 0,0-4-55 0,-1 2-33 0,-6-1-17 0,6-2-3 0,1 2-3 0,-7-4 7 0,7 0 9 16,-1 3 8-16,-6-2 7 0,7 3 5 15,-7 7 6-15,6 0-5 0,-6 0-11 0,0 0-26 16,0 0-18-16,6-4-31 0,-6 0-25 0,8-2-22 15,-2-2-20-15,-6-3-11 0,6 0-24 16,-6-1-12-16,0 1-16 0,6 0-15 16,-6 2-9-16,7-3-9 0,-7 4 0 0,7 1-3 15,-7 0-3-15,0 3 2 0,0-4 3 0,0 6 1 16,0 2 8-16,0-5 4 0,0 5 5 16,0 0-2-16,0 0-1 0,0 0-2 0,6 7-6 15,-6 1-3-15,0-1-3 16,0 7 0-16,0 5-1 0,7-1 1 0,-7 8 0 0,0 3 1 15,6 0 1-15,-6 8 25 0,7 1 9 0,0 2 6 16,-1 0 5-16,0-4-4 0,-6 5-3 0,0-1-29 16,0 0-11-16,0-3-6 0,0 0-6 15,0-4-5-15,0-4 0 0,-6 0 0 0,6-3-2 16,0-1-5-16,0-3-1 0,-6-3 2 16,-1-5-2-16,7-2 0 15,-7-2-2-15,1-3-1 0,-1-3-4 0,1 0-5 16,-1-4-1-16,-6 0-3 0,7 0 0 15,0-4 3-15,-2 0 1 0,2 1 2 0,0-4 0 16,-1 0-1-16,7 3 2 0,0-4 1 0,0 1 6 16,-6-3-1-16,6 1 0 0,6-1 0 15,-6-1-11-15,7 0-24 0,-1-1-43 16,0-2-33-16,8 3-47 0,-8 0-56 16,7-4-63-16,-6-2-61 0,6-6-47 0,-7 1-43 15,1 0-26-15,6 11-8 0,-1 1 12 16,2 2 34-16,-8 5 36 0,7-2 29 15,-6 2 16-15,0-1 14 0,5 0 11 0,-12 1 11 16,6-4 14-16,2-1 38 0,-8 1 51 16,6 0 59-16,-6-4 64 0,6 3 79 0,1-2 85 15,0-2 78-15,-7-3 55 0,6 5 0 0,-6-5-3 16,0 1-14-16,-6 2-27 0,6-2-29 0,6 3 0 16,-6 0 43-16,7 0 37 0,-7 3 23 15,6 1 22-15,0 7 10 0,-6 0-5 16,7 4-12-16,-7 3-24 0,7 1-25 0,-7 10 20 15,6 7 1-15,-6 1-9 0,6 7-20 16,2-4-14-16,-8-3-9 0,6-4-67 0,0-3-43 16,-6-4-27-16,7-5-10 0,-7 1-11 0,6-7-4 15,-6 0-3-15,7-4 3 16,0 0-1-16,-7-8-7 0,6 1-3 0,0-7-13 16,-6 2 2-16,6-7-4 0,2 5-5 0,-2-1-19 15,-6 1-22-15,0-4-28 0,6-5-89 0,-6-2-74 16,0 3-55-16,7 0-42 0,-7 7-29 0,0 8-19 15,0 3 35-15,0 8 24 0,0 3 45 0,0 0 36 16,0 8 9-16,0 0-6 0,0-1-37 0,0 1-42 16,0-3-36-16,0-12-3 0,0 0 28 0</inkml:trace>
  <inkml:trace contextRef="#ctx0" brushRef="#br0" timeOffset="535.42">2052 728 149 0,'7'-6'306'0,"-1"-1"27"0,-6-5 3 0,0 5-52 0,0-4-82 0,0 7-47 0,6-3 0 0,-6 3-1 16,0 4-6-16,0 0-4 0,0 0-10 0,7 4-8 0,-7 3-8 16,7 0 36-16,-7 1 17 0,0 6 8 0,0-2-3 15,-7 2-6-15,7 1-12 0,7 3-56 0,-7-3-37 16,0-1-24-16,0-3-15 0,0 4-12 0,6-4-5 16,-6 0-3-16,0-4-2 0,0 0 4 15,0-2 0-15,7-2 0 0,-14 1 5 0,7-4 0 16,0 0-2-16,0 0-7 0,0 0-2 0,0-4 0 15,0-7 18-15,0 3-24 0,7-2 2 0,-7-1-2 16,0-4 5-16,6 4 1 0,1-3-22 0,-7-1-24 0,6 1-26 0,1-1-12 16,-1 3-6-16,0 2-4 15,-6-2-3-15,8 5 44 0,-2 3 27 0,-6-3 12 0,0 3 5 16,6 1 6-16,-6 3 1 0,0 0 3 0,7 0-1 0,-7 3 5 16,6 1 2-16,-6 0 49 0,0 3 28 15,0 0 21-15,0 1 11 0,0-1 2 0,0 0-3 0,0 5-51 0,0-5-26 16,0 1-19-16,0-6-11 0,0 6-5 0,0-4-4 15,0-1 1-15,0 1-2 0,7-4-2 0,-7-4 0 16,0 4-5-16,6-7 2 0,-6-1 0 0,0 2 3 16,7-2-42-16,-1 1-23 0,-6-1-12 0,7-2-8 15,0 3 0-15,-1-1-3 0,-6 0 40 0,6 1 24 0,-6 3 15 16,7 1 11-16,-7-1-1 16,7 4 1-16,-7 0 7 0,6 4-1 0,-6-1 4 15,6 5 51-15,1-1 26 0,-7 0 11 0,0 5 6 0,6 2 3 16,1-3-1-16,-7 1-49 0,7 2-23 15,-7-3-16-15,6 0-25 0,0 0-29 0,-6 3-33 0,8-3-39 0,-2 1-51 16,-6-2-40-16,6 5-30 0,0-1-23 0,1 1-11 16,-7-3-2-16,7 2 4 0,-1-3-3 15,1 0-12-15,-1-4-16 0,0 0-25 0,-6 1-30 16,0-8-5-16,0 0 26 0,0 0 46 0</inkml:trace>
  <inkml:trace contextRef="#ctx0" brushRef="#br0" timeOffset="862.68">2469 849 140 0,'7'-10'335'0,"-1"-1"54"0,-6-8 12 0,0 5-19 0,0-1-69 16,0-4-55-16,0 5-20 0,0-1-16 0,0 1-15 16,0 3-12-16,-6 0 3 0,6 0-9 0,-7 7-30 0,7 0-32 15,-7 1-29-15,7 6-41 0,0 1-16 0,-6 0-16 16,0 3 49-16,6 0 7 0,-7 4 7 0,0 4 8 16,7-4 2-16,0 4-1 0,-6-5-60 0,6 5-15 0,0-7-14 15,0 3-7-15,0-4-5 0,0-3-5 0,0 3-1 16,0-3-4-16,0-4-3 0,6 3 3 0,-6-3 2 15,7-3 4-15,-7-1-2 16,7-3 0-16,-1-1 2 0,0 1 1 0,1-4 0 16,-7 0 3-16,7 1-39 0,-1 2-24 0,1-3-10 15,-1 3-10-15,0-2-6 0,2 6-6 0,-8-4 44 16,6 5 30-16,-6-1 11 0,6 4 8 0,-6 0 6 0,6 7 52 0,-6-2 25 0,0 2 17 16,0 3 1-16,7 2 2 15,-7-1-2-15,0 3-54 0,7 1-33 0,-7-1-42 0,6-3-32 0,-6 4-47 16,0 0-50-16,7-1-51 0,-1 1-43 0,-6-1-31 15,7 1-17-15,0 0-1 0,-1-4-14 16,0 0-25-16,-6-4-36 0,0-7-27 16,0 0 7-16,0 0 23 0,6-11 55 0</inkml:trace>
  <inkml:trace contextRef="#ctx0" brushRef="#br0" timeOffset="1070.66">2651 645 186 0,'7'-7'328'16,"0"-1"51"-16,-7-3 7 0,6 3-37 0,-6 6-39 15,0-4-21-15,6 4-9 0,-6 4-13 0,0 4-18 0,0-4-20 0,0 10-14 0,0-1-27 16,0 0-34-16,0 3 15 16,7 4 0-16,-7-3-10 0,0 3-32 0,7 4-18 0,-7-3-38 0,6-1-66 0,-6-3-64 15,7 3-64 1,-7 0-60-16,0-3-60 0,6 3-32 0,-6-3-51 16,6 3-26-16,-6-3-35 0,0 0-35 0,0-5-50 0,0-2-7 0,0-8 27 0,0 0 40 15,-6-8 70 1</inkml:trace>
  <inkml:trace contextRef="#ctx0" brushRef="#br0" timeOffset="1221.15">2612 820 30 0,'0'-3'380'0,"0"-8"80"0,-6-4 78 0,6 0-10 31,0 0-75-31,0 1-59 0,0-1-39 0,6 5-31 0,-6-2-22 16,7 5 14-16,-7 7 27 0,13 7-12 0,-6 1-32 0,-1-4-39 0,7-1-48 0,0 0-52 16,0 1-72-1,0-4-67-15,6 0-77 0,-5-4-134 0,6-2-124 0,-8 2-75 0,8 8-91 0,-1 6-72 0,-5 9-73 31,5 3-43-31,-6-4 30 0,0-3 30 0,7-4 63 0,-8-4 81 0</inkml:trace>
  <inkml:trace contextRef="#ctx0" brushRef="#br0" timeOffset="1388.39">3062 901 197 0,'6'0'447'16,"1"-7"94"-16,-7-1 91 15,0 2-4-15,0-2-68 0,0 4-57 16,-7 8-66-16,7 6-69 0,-6 2-73 0,6 6-76 15,-6 0-55-15,6-7-70 0,0-3-54 0,0-5-68 16,0-3-79-16,-7 0-85 0,7 4-106 0,0 7-90 16,0 0-76-16,-7 7-109 0,7-4-84 0,-6-2 0 15,6-4 49-15,0-8 75 0,0 0 89 0</inkml:trace>
  <inkml:trace contextRef="#ctx0" brushRef="#br0" timeOffset="1957.07">3466 626 234 0,'6'-7'396'0,"-6"-1"85"0,7-2 72 15,-7-5-8-15,0 7 17 0,0 4 27 16,-7 2 30-16,7 4 0 0,0-2-30 0,0 4-53 0,0-4-76 16,0 0-86-16,-6-4-90 0,6 4-71 0,0 0-61 0,0-2-42 15,6 2-37-15,-6-5-25 0,0 5-19 0,0-2-16 16,7-3-6-16,0 1-4 0,-7 1 0 0,6-1-4 0,7 1-2 15,-6-5 2-15,-1 4-1 0,1 1-3 0,6-1-4 16,-7 4 0-16,1 0 1 0,-1 0-5 0,8 0-6 16,-8 4-4-16,0-1-3 0,1 1-3 0,-1 4 0 15,-6-1 1-15,0 5 6 0,0-3 5 0,0 3 6 0,0 3 4 16,-6-1-3-16,-1 1 27 0,1 3 13 0,0 1 8 16,-8-1 1-16,8-4 3 0,-1 2 6 0,1-3-24 0,-1 3-10 15,1-1-6-15,-1-5-1 0,1 1-1 0,-1-3-3 16,0-1 1-16,7 0 1 0,-6-3-2 0,6-1-3 15,0 1-4-15,0-4-3 0,0 0-2 0,6 4-2 16,-6-4 4-16,7 0 0 0,0 0 2 0,-1 0 4 16,7-4-1-16,0 4 1 0,-6 0-3 0,13-4 0 15,-8 4-4-15,1 0-20 0,0 0-30 0,-6 0-54 16,6 4-73-16,-6 3-95 0,5-3-98 0,-5-4-109 16,0-4-87-16,5 4-53 0,-5 0-20 0,-1 11-10 0,1-3-18 15,0-1 4-15,-7-7 57 0,0 0 73 0,6-3 75 16,0-9 95-16</inkml:trace>
  <inkml:trace contextRef="#ctx0" brushRef="#br0" timeOffset="2336.46">3792 652 266 0,'0'-14'375'0,"0"-1"64"0,0 1 11 0,0-1-42 0,0-1-30 0,0 5-18 0,6 0-8 0,-6 4-15 0,0 0-10 15,0 11-11-15,0 3-7 0,0 5-27 0,0 5-27 16,0 2-22-16,0-1-38 15,6-3 7-15,-6 3-21 0,0 0-20 0,0 0-23 16,8 1-24-16,-8-1-5 0,6-3-52 0,-6 0-28 0,6-1-22 16,1-3-6-16,-1 0-7 0,1 0-8 15,0-4-6-15,-1 4-6 0,0-7 3 0,8 0-15 0,-14-1-15 0,12-3-14 0,-5-3-14 16,0-1-14-16,-1 0-38 16,7-3-8-16,-7-8 1 0,2-7-54 0,-2-3-26 15,0-8-16-15,0 7 17 0,2 1 1 0,-8 3 11 16,6 3 65-16,-6-4 35 0,6 10 41 0,1-5 21 15,-7 2 20-15,6 6 16 0,-6-2 12 0,0 2 25 16,0 3 16-16,0 3 32 0,0 0 32 0,-6 0 29 0,6 8 37 0,-7 6 30 16,14 5 23-16,-7 4-3 0,0 2-18 15,0 2-25-15,6 3 4 0,-6-4-21 0,0 3-30 0,0 4-18 0,0 0-19 0,0 2-41 16,-6 1-111 0,6-6-117-16,6 0-148 0,-6-1-141 0,0-3-128 0,7 7-146 0,-14 1-100 0,7-1 7 15,-6-6 89 1,6-6 112-16,0-3 119 0</inkml:trace>
  <inkml:trace contextRef="#ctx0" brushRef="#br0" timeOffset="3010.75">4880 395 263 0,'0'-7'335'0,"0"0"48"0,0-5-14 0,0 2-38 0,-6 3-16 0,-1-5-8 0,7 5 1 15,-13 0 6-15,7 4 4 0,-8-1 6 0,1 11-4 16,0 0-12-16,0 12-2 0,1 2-20 0,-8-2-28 16,6 6-38-16,-5-2-43 0,-1 6-31 0,1-4-48 15,0 5-34-15,-1-1-29 0,1 4 19 0,-1 0 10 16,0-4 1-16,1 4-11 0,5-4-24 15,2 1-37-15,-2-11-101 0,8-5-96 0,0-7-94 16,-1-3-80-16,7 0-66 0,0 3-42 0,0 0-6 0,0 0 13 16,7 1 4-16,-1-5-1 0,-6-3-3 0,14-7 9 15,-2-4 30-15,1-3 44 0,-6-9 72 0</inkml:trace>
  <inkml:trace contextRef="#ctx0" brushRef="#br0" timeOffset="3210.93">4756 417 28 0,'7'-19'319'0,"5"5"59"0,-4-1 50 0,-8 1-21 15,6 3-56-15,-6 0-33 16,0 8-16-16,0-1-16 0,6 4-12 0,-6 0-14 0,0 4-13 16,7 3-20-16,-7 0-29 0,13 11-31 0,-7-3-26 15,7 6-23-15,-7 2-22 0,8 0-26 16,-8 6-20-16,8-4-14 0,-8 8-14 0,7 3 31 0,-7 8-5 0,8 0-35 16,-8-3-49-16,0-12-59 0,1-3-76 15,0-1-121-15,-1-3-88 0,1 8-51 0,-1-9-60 16,1-2-86-16,-7-5-15 0,0-14 32 0,0 0 54 15,0 0 69-15</inkml:trace>
  <inkml:trace contextRef="#ctx0" brushRef="#br0" timeOffset="3404.47">4593 747 234 0,'-6'-7'426'0,"-1"-5"60"0,1 2 60 15,6-5-48-15,-7 4-101 0,7 0-89 0,-7 0-44 0,7 4-48 16,7-4-48-16,0 4-43 0,-1 0-29 0,7-1-28 15,1 1-22-15,4-1-14 16,9 2-11-16,-1 0-11 0,0 0-31 0,0 3-37 16,0 3-54-16,1 0-56 0,-2 7-64 0,1 1-58 0,0 2-40 15,-6 1-22-15,6-1 2 0,-7-2-12 16,1 3-14-16,0-7 1 0,-7 3 29 0,-1-7 39 0</inkml:trace>
  <inkml:trace contextRef="#ctx0" brushRef="#br0" timeOffset="3557.83">5043 652 25 0,'6'-7'281'0,"-6"0"62"0,7-5 37 0,-7 5-3 16,0-1-26-16,7 0-22 0,-7 6-15 0,0 2-16 15,-7 0-18-15,7 8-21 0,0 2-39 0,0 5-37 0,0 3 13 16,0 0-9-16,7 4-14 0,-7 4-18 0,0 3-14 16,0-3-14-16,6-1-72 0,-6 5-61 15,0-5-65-15,6 2-73 0,-6-2-72 0,7 0-75 16,-7 1-70-16,7-1-40 0,-7 1-37 0,0-3-44 16,0-9-44-16,0-3 15 15,0-11 49-15,0 0 55 0,0 0 73 0</inkml:trace>
  <inkml:trace contextRef="#ctx0" brushRef="#br0" timeOffset="3813.69">5030 843 6 0,'-7'-12'319'0,"7"1"45"0,0-7 28 15,0 4-41-15,0-1-84 16,0 1-117-16,0-1-78 0,7 3-50 0,-1-2-30 0,1 3-20 0,6-4-13 16,0 4 29-16,0 0 13 15,0 0 7-15,6 0 17 0,-5 3 1 0,6 6 4 16,-8-2 6-16,1 0 12 0,0 0 12 0,0 4 4 0,-7-3 19 0,2 6 25 15,-2-3 7-15,0 4 3 16,-6 4 1-16,0-6-6 0,-6 10-11 0,6-1-27 16,-6 0 30-16,-2 0-3 0,2 0-1 0,-7 3-4 0,7-2 0 0,-1 2-9 0,-6-3-59 15,7 1-32 1,-8-2-44-16,8 1-45 0,-7 0-50 0,6 0-41 16,1 0-35-16,-1 4-24 0,7-8-29 0,0 4-38 15,0-8-53-15,0-3-43 0,0 0-1 0,0 0 20 0,7-6 43 0</inkml:trace>
  <inkml:trace contextRef="#ctx0" brushRef="#br0" timeOffset="4276.33">5290 648 134 0,'6'-8'335'15,"2"-2"57"1,-2-1 37-16,0 3-47 0,-6-2-53 0,0 3-36 16,0-1-24-16,7 8-33 0,-7 0-30 0,0 0-26 15,7 4-23-15,-7 3-22 0,6-1-25 0,1 6-21 16,-7-1-16-16,0 3-19 0,6-2-18 0,0 3 29 0,-6-1 14 0,8-3 11 0,-8 0 3 0,6 1 1 31,-6-2 1-31,6-3-45 0,-6 5-21 0,0-5-14 16,0-3 1-16,0 0 0 0,0-2-2 0,0-2-2 15,0-2-1-15,0-6-46 0,0-3-34 0,-6-1-19 16,6 2-1-16,0-5 1 0,-6 0-1 0,6 1 42 16,0-1 22-16,-8 1 21 0,8-1-1 0,0 4-2 15,0-5-2-15,0 10 7 0,8-1 3 0,-8-1-4 16,0 4 3-16,6 0 3 0,-6 2 2 0,6-3-5 15,0 5 3-15,2 0 1 0,-2 0-6 0,0 5-7 16,7-5-4-16,-6 0 4 0,6 2-7 0,-1-2-6 0,-4 4 2 16,4-4 5-16,2 4-2 0,-8-4-5 0,7 0 7 0,-7 0 6 0,1 0 1 0,0-4 2 31,-1 4 2-31,0-4 4 0,1 4-4 0,-7-2 2 0,7-3 1 0,-7 5 2 0,6-2 3 0,-6 2-1 16,0-5 5-1,0 5-1-15,0 5 6 0,0-5 11 0,0 2 16 16,7 3 10-16,-7 1 11 0,0 2 9 0,0 0-2 15,0 1-7-15,6 7-16 0,-6-5-13 0,0 4-10 16,0 3 37-16,7-4 9 0,-7 1-21 0,6 3-31 16,-6 0-47-16,7-2-62 0,-7 1-112 0,6 2-81 15,-6 3-49-15,0-4-29 0,0 1-34 0,0-5-35 16,0 1-48-16,0-15-7 0,0 0 23 16,0 0 42-16,0 0 67 0</inkml:trace>
  <inkml:trace contextRef="#ctx0" brushRef="#br0" timeOffset="4616.08">5564 670 17 0,'7'-15'312'0,"-7"0"51"0,6 5 43 0,-6-5-35 0,0 1-79 0,7 3-61 0,-7-5-51 0,6 9-42 15,0-4-34-15,2 1-27 0,-2 2-19 0,0 1-23 16,1 3-7-16,6-4-6 0,0 2-6 0,0-2-7 16,0 5-3-16,0-9 5 0,0 5 5 0,0 0 12 15,0 0 21-15,0 3 24 0,-7-3 27 0,8 2 37 16,-8-2 25-16,0 5 32 0,-6-7 22 0,7 6 26 15,-7 3 27-15,7 8 9 0,-1 5 5 0,-6 3-11 0,0 3-16 16,7-5-23-16,-7 3-32 0,0 6-21 0,0 0-27 16,0-2-19-16,0 2 14 0,0 2 1 0,0 4-4 15,0 0-12-15,6 1-5 0,-6-5-16 0,0 1-40 16,0-1-27-16,0-3-17 0,6 1-15 16,2-9-13-16,-2 5-1 0,7-5-4 0,-6-3-4 15,5-3-4-15,1 2-22 0,1-6-63 0,-8 3-100 16,7-7-133-16,6-4-156 0,-5 1-154 0,-1-1-140 15,-7 8-147-15,8-1-12 0,-8-6 77 0,6-1 129 16,2-6 140-16,-1-2 156 0</inkml:trace>
  <inkml:trace contextRef="#ctx0" brushRef="#br0" timeOffset="5203.06">6776 524 250 0,'-13'-7'399'0,"7"-1"76"0,-1 1 55 0,-6-5-30 0,-1 2-9 0,2 3 4 0,-1 3 9 0,0 0-3 16,6 8-14-16,-5 0-31 0,4-1-72 0,2-3-83 15,0 4-62 1,0-4-56-16,-2-4-63 0,8 4-40 0,0-3-16 0,0-1-7 0,0 0-22 0,0-3-18 0,0 2-5 16,8-2-8-1,-2 5-4-15,0-2-1 0,0-1-2 0,2 2 0 0,4-1-1 0,-5 4 0 16,-1-4 4-16,8 1 0 0,-8-1 3 0,0 4 4 0,8 4 2 16,-14 3 6-1,6 5 4-15,0 1 3 0,-6 3-1 0,0-2 1 16,0 5 1-16,0-2 7 0,0 6 3 0,-6-5 9 0,6 4 11 15,-6-3 4-15,6-1 1 0,0 1 23 16,0-5 9-16,0 4-6 0,0-7-7 0,0 0-7 0,0 0-6 0,0-4-30 0,6 1-20 16,0-4-11-1,1-4-3-15,6 0-29 0,0-4-12 0,-7-4-24 16,8 1-45-16,-8 0-72 0,8-4-110 0,5-4-101 16,1 0-118-16,-8 0-105 0,2 5-77 0,-2 10-33 15,2 4-26-15,-8 2-5 0,7-6 60 0,0 0 92 0,0-6 102 0,0-2 95 0</inkml:trace>
  <inkml:trace contextRef="#ctx0" brushRef="#br0" timeOffset="5616.2">7050 469 85 0,'6'-8'333'0,"-6"-2"64"0,0-6 58 0,7 5 5 0,-7-3-21 0,-7-1 7 16,7 4 18-16,-6 8 14 0,6-1-4 0,-7 8-32 15,1 7-29-15,0-5-62 0,-2 6-69 0,2-1-74 16,0 3-86-16,-1 4-38 0,1 2-35 0,-1-3-15 15,1 6-5-15,6 2-9 0,-7 2 20 0,1-2 14 0,6 4 8 16,0-3-2-16,6 3-2 0,1-4 5 0,6-2-9 16,0-1-25-16,-1-5-16 0,2-2-10 15,5-3-5-15,-6-5-2 0,0-4 10 0,7-3-4 16,-7 0-2-16,0-7-1 0,0 0 0 0,0-1 0 0,-6-3 3 16,-1-3-35-16,0 3-15 0,2-1-12 15,-8-1 4-15,6 1-8 0,-6 1-1 0,-6 4 29 16,6 3 18-16,-8 0 10 0,2 1-16 0,0 3-25 0,-1-4-64 15,-6-3-91-15,0 7-108 0,0-4-118 0,0 12-86 16,0 6-80-16,-7 8-137 0,7-3-22 0,-6-1 42 16,5-7 89-16,2-3 79 0,-8-6 105 0</inkml:trace>
  <inkml:trace contextRef="#ctx0" brushRef="#br0" timeOffset="7454.49">1733 1333 60 0,'0'4'326'0,"-7"3"40"0,1-7 36 0,6 0-44 15,0 0-85-15,-7 0-54 0,7 0-29 16,7-3-14-16,-7 3-9 0,0-4 1 0,6 4 1 16,1 0-2-16,-1 0-11 0,1 0-8 15,6 4-14-15,-7-4-24 0,14 3-22 0,-1 0-21 16,1 2-14-16,6-1-17 0,0-1-8 15,0 1-8-15,7-4-7 0,-7 0-6 0,7-4-3 0,-1 4 3 16,7-3-3-16,-6 3-1 0,5-4-1 0,-5-1 3 16,7 2-1-16,-8 3-1 0,7-3-4 15,0-1 1-15,-7 4 3 0,2-4-1 0,-2 4 1 0,1 0 0 16,-1-3 1-16,-5 3-3 0,5 0-1 16,-6 0 0-16,7 0-1 0,-8 0-1 0,8 0 1 0,-7 3 3 15,6-3 0-15,-6 8-2 0,7-5 2 0,-7 5-1 16,7-4 1-16,-7 3 2 0,6 0-1 0,-5-4 1 15,5 5-8-15,1-1 4 0,-7 0 1 0,6-2-1 16,-6-3-1-16,7 6 1 0,-7-4 7 0,7-1-4 0,-7 5 0 16,6-4-2-16,-5 3-1 0,-1-4-2 15,0 1 1-15,-1 4-2 0,1-5-4 0,1 1 4 16,-1 0 1-16,0-1 2 0,0 0-4 0,-7 2 2 0,7-1 4 16,1-1-7-16,-1 1 0 0,0 3 10 0,0-4-4 15,0 9-4-15,-7-5-2 0,7-4 3 0,1 4-3 16,-1-3-12-16,0 0 12 0,-1 0 0 15,-5 3 0-15,6-3 2 0,1-4-3 0,-1 4-3 16,0-2-12-16,-1-2-1 0,1 0-3 0,7 5 1 16,-7-5 1-16,0 3 4 0,1 1 1 0,-1-1 2 15,0 1-1-15,-1 4-3 0,1-4-3 0,1-1-4 16,-1 5-1-16,0-4 1 0,-6 2 1 0,5-6-6 16,1 8-2-16,0-8-2 0,1 3 0 0,-1-3-1 0,0 0 0 15,0-3 4-15,7 3 4 0,-7 0 7 0,-1-4 1 16,8 4 2-16,-7-4 5 0,0 4 5 0,7-3 6 15,-1 3 2-15,-6-3 0 0,7-1 2 0,-1 4-2 16,1-5 2-16,-7 2-3 0,7 0-1 0,-1 3 5 16,1 0 0-16,0-4 2 15,0 0-2-15,-8 4-4 0,8-4 2 0,0 0-3 16,-1 1 1-16,-5-1 0 0,5 1 2 0,-7-4 2 0,9-1 0 16,-9 4-1-16,1-3 1 0,0-1 1 0,1 6-1 15,-1-6-3-15,0 4 0 0,0-3 0 0,-1 3-3 16,-5 0 3-16,7 1-1 0,-8-1 0 15,0 1 2-15,1 3-9 0,0-4 7 0,-1 4-2 16,1 0 0-16,-1 0 2 0,1-3 1 0,0 3 8 16,-1 0-15-16,7-4 1 0,-6-1 0 0,6 2 1 0,0 0 2 15,-1-1-2-15,2-3 8 16,-1 4 1-16,0-2 0 0,0-2-2 0,7 2 0 16,-7-1 3-16,6 2 1 0,-5 4 0 0,-1-4 0 15,-1 4 0-15,1 0 0 0,0 0 0 0,-6 4 0 16,6-4-1-16,-7 0-2 0,8 0 2 0,-8 0-1 0,0 0-5 15,8 0 2-15,-7 0-1 0,-1 0-2 16,7 0 1-16,-6 0 1 0,6 0 4 0,-6 0-1 16,-1 0 0-16,7 0 0 0,-6-4 0 0,-1 4-1 15,7-3-7-15,-6 3 3 0,0-4 1 0,5 4 2 0,-5 0 2 16,0-4-2-16,6 4 8 0,-7 0-4 0,1-4 1 16,6 4-2-16,-7-2-1 0,1-3 1 0,0 5-8 15,-2-3 0-15,2-1 3 16,0 1 2-16,-1-5 0 0,1 1 0 0,0 3 4 15,-1-3 0-15,-6 4-9 0,6 3-9 0,-5-4-4 0,-1 4-2 16,0 0 0-16,-7 0-1 0,7 0 4 0,-7 4 5 16,2-4 3-16,-2 3 2 15,7-3-1-15,-7 4-4 0,-6-4-9 0,7 3-7 16,-1 1-8-16,-6-1-12 0,7 1-16 0,-1 0-20 16,-6 0-21-16,7-1-27 0,-7 4-36 0,0 0-73 0,0-7-112 0,-7 8-53 15,7-4-9-15,0-4 12 16,0 0 33-16</inkml:trace>
  <inkml:trace contextRef="#ctx0" brushRef="#br0" timeOffset="9215.89">1935 1901 87 0,'0'-11'348'0,"0"4"53"0,0-5 49 0,0 2-27 0,0-5-70 15,0 7-36-15,-6-2-16 16,6 3-1-16,0 3 5 0,0 0 5 0,0 8 7 16,0 7 3-16,6 7-2 15,0 7-17-15,1 2-21 0,-1 5-28 0,1 1-42 0,0 4-40 16,-1-1-36-16,0 1-33 0,-6-1-33 0,6 5-24 0,2-5-16 16,-8-2-14-16,6-1-17 15,0-4-29-15,-6 1-51 0,7-8-80 0,-7-1-110 0,13-6-117 16,-13-5-108-16,7 2-82 0,-1-8-78 0,-6-4-89 0,0 0 16 15,0 0 71-15,0-16 90 0,6-1 94 0</inkml:trace>
  <inkml:trace contextRef="#ctx0" brushRef="#br0" timeOffset="9500.2">1994 2070 49 0,'-8'-11'341'0,"2"0"41"0,6-3 32 15,-6 2-37-15,6-3-114 0,0 5-86 16,0-5-57-16,6-4-39 0,0 1-29 0,2 3-17 15,4-2-10-15,2-2-7 16,-1 4-6-16,6 0 0 0,0 1-3 16,-5 2-3-16,5 5 1 0,-6-3 4 0,6 2 11 0,-5 4 11 0,-1 4 14 0,0 4 14 15,-7 0 14-15,1 7 9 0,-1-1 0 16,-6 5-5-16,0 3-2 0,-6 1-15 16,-1 4-16-16,1-2-12 0,-7-3-12 0,6 4-9 15,-5 1-12-15,-2-1 3 0,1-5-3 0,7 2-3 16,-7-4-5-16,0-5-7 0,6 2-20 0,-6-5-31 15,7 0-23-15,-1 0-25 0,0-2-28 0,1-2-30 16,0 0-25-16,-1 1-51 0,7-4-83 0,0 0-57 16,0 0-14-16,0 0 14 0,7-10 29 0</inkml:trace>
  <inkml:trace contextRef="#ctx0" brushRef="#br0" timeOffset="25323.65">2351 2205 195 0,'0'0'321'0,"-6"0"31"0,6-4-25 0,-6 4-58 0,6-3-69 0,-7 3-51 16,7-4-29-16,0 1-21 0,-6-2-13 15,6 3-10-15,-7-2-10 0,7 0-3 0,0-3 1 16,-7 2 3-16,7 2 3 0,0-1 4 0,-6 2 4 15,6-3 7-15,-6 2 7 0,6-1 5 0,-6-1 4 16,6 2 7-16,-8 0 4 0,8-1-7 0,-6 4-10 0,6 0-6 0,0 0-12 16,-6 4-13-16,6-1-11 0,0 0-5 0,0 6-4 15,0-1-7-15,0-2-6 0,0 2-5 0,0 3-7 16,0 0-6-16,0-4-3 0,6 4-3 0,-6-4 22 16,6 4-17-16,-6-4-14 0,8 1-2 0,-8-5-1 15,6 1 0-15,-6-4-23 0,6 0 10 0,-6 0 20 0,6 0 0 16,1 0 0-16,-7-4 1 15,7-2 3-15,-1 1 1 0,-6-2-2 0,7-4 2 0,-7 0-4 16,6 4-1-16,0-7 0 0,-6 2 2 16,0-3-2-16,8 1 0 0,-8-1 5 0,0 0-7 15,0 1 2-15,-8-1-1 0,8 1 0 0,0-1 2 0,0 4-3 0,-6 1 5 16,6 2-1-16,-13 1-2 16,13-1-1-16,-6 0-5 0,-1 5 0 0,7 3 6 15,-7 0-2-15,1 0 0 0,6 3-10 0,-6 5 3 16,0 0 4-16,6 7-4 0,-8-1 0 0,8 1 0 15,-6 6 15-15,6 1-3 0,0 0-2 0,0 5-1 0,0-2-3 0,0 0 0 0,6 4-3 16,-6-7-1-16,8 4 1 16,-2-3-3-16,0-6 6 0,0 2 0 0,1-5 1 15,6 1-1-15,0 0-1 0,-7-4 2 0,8-4-1 0,-2 0-1 0,2-3-16 16,-1 0-31-16,-7-4-40 0,8-4-53 16,-2 4-51-16,-5-4-56 0,6-3-36 15,-7 0-27-15,1-4-51 0,0 0-73 0,-1 0-24 0,-6-1 16 0,7 2 29 16,-7-5 47-16</inkml:trace>
  <inkml:trace contextRef="#ctx0" brushRef="#br0" timeOffset="25950.63">2521 2077 277 0,'0'-4'352'0,"0"4"30"0,6 0-28 0,-6 0-80 0,0 0-82 31,0 0-56-31,0 4-36 0,0-1-26 0,0 1-16 16,0 0-8-16,0 3-4 0,0 0 1 0,0 0 4 0,7 5 5 0,-7 2 4 0,0 1 1 0,0 4 1 31,0-2-1-31,7-2-2 0,-7 4-2 0,0 0-2 16,0-5-4-16,0 1-3 0,0-1-7 0,0-3-6 0,-7 1-6 15,7-5-2-15,0 0-2 0,0 0-2 0,0-3-2 16,0 0-2-16,0-1-4 0,0-3-3 16,0-3-5-16,0-1-1 0,0 0-3 0,0-8-1 0,0 5 2 15,0-3 1-15,0-2-1 0,0-2-2 0,0 2 2 0,0-2-1 0,7-4-3 0,-1 4-2 16,-6-5 0-16,7 5 4 0,-7-5-2 0,6 5 0 0,1-1 0 31,-7 1 3-31,7-2-1 0,-7 9-3 0,6-4 0 16,-6 7-1-16,6-3 1 0,-6 4-1 0,0 3-1 15,6 3 0-15,-6 4 1 0,0 1 2 0,8-1 0 16,-8 4-1-16,6 4 1 0,-6-1 3 0,6 6-2 16,-6-3-1-16,7 2-1 0,-7 3 0 0,6-5-4 15,1 6-1-15,-7-5 5 0,7 0 0 0,-1-2 2 0,0-2-1 16,-6 1 4-16,7-1-2 0,-7-7-4 0,7 1 0 16,-1-5 2-16,-6 1 0 0,0-4 0 15,0-4 2-15,0 1 2 0,6-5 0 0,-6-3-3 0,0 1 8 16,0-5-3-16,7 1 6 0,-7-2-5 0,7-2-1 15,-7 0-3-15,6 4-8 0,1-5 2 0,-7 4-5 16,6 1 2-16,-6 3 2 0,0 0 1 0,6 3 1 16,-6 2-1-16,0 1 0 0,7 5 0 0,-7 0 1 15,7 5 2-15,-1 1-1 0,-6 2-2 0,6 3 1 16,2 0-1-16,-8-1-5 0,6 5-1 0,0-1-7 0,1 1-18 16,-1 4-29-16,1-5-35 0,-1 1-33 0,-6-1-40 15,13-2-34-15,-7-1-42 0,2-4-59 16,-8 0-81-16,0-7-23 0,0 0 8 0,0 0 25 0,0 0 54 15</inkml:trace>
  <inkml:trace contextRef="#ctx0" brushRef="#br0" timeOffset="26452.48">2912 1923 135 0,'7'-10'362'0,"-7"-2"51"0,6 5 39 0,-6-1-58 0,0 5-97 0,0-4-65 0,7 2-49 0,-7 5-35 16,0 0-28-16,0 5-27 0,0-2-9 16,0 4-10-16,0 5-6 0,6 3-7 15,-6 2-8-15,0 2-1 0,7 3-3 0,-7 4-4 0,6 3 0 0,-6-4-2 16,0 8-1-16,6 1-4 0,-6-2-7 0,0-2-9 16,8 3-6-16,-8-4-7 0,0 0-3 0,6-3-5 15,0-4-2-15,1-4 2 0,0-4-2 16,-7 1 1-16,0-4 0 0,0 1 1 0,0-9 1 0,0 1-3 15,0-1 2-15,0-3 3 0,0 0-2 0,0-7 0 16,0 0 1-16,0-4 2 0,0-3-4 0,0-2-3 0,0 2 2 16,6-4 1-16,-6-1 7 0,6 4-5 0,-6-4-7 15,7 5 3-15,-1-4 0 0,1 7 0 0,0-4-6 16,-1 5 2-16,7 3 11 0,-6-1-5 16,5 1 1-16,-5 7-2 0,6-5-1 0,-6 5 1 15,5 5-1-15,-4-2 1 0,-2 1-4 16,0 4 2-16,0 2 3 0,-6 1 0 0,7 0 2 0,-7 7-1 15,0-3 0-15,0 0 0 0,-7 3 1 0,7-3-3 16,-6 2-3-16,0-1 1 0,0-2 3 16,-2 2-2-16,2-6-2 0,0 5 1 0,-7-8-7 0,6 0-11 15,0 0-22-15,-5-3-26 0,5 0-31 0,0 0-31 16,1-4-25-16,6-4-22 0,-6 0-15 0,6 0-9 16,0-3-3-16,0 0-20 0,6 0-36 0,0-1-48 0,1 1-44 0,-7-3-7 15,7 1 12-15,5-1 42 16</inkml:trace>
  <inkml:trace contextRef="#ctx0" brushRef="#br0" timeOffset="26803.87">3257 2176 55 0,'7'-7'321'0,"0"-1"38"0,-7 4 32 0,6-3-32 0,-6 4-62 0,0-6-53 0,0 6-32 0,-6 0-8 16,6-8-13-16,-7 8-13 0,7 3-11 0,-7 0-15 15,7-5-18-15,-6 5-25 0,0 0-25 0,6 0-23 16,-7 5-24-16,7-2-17 0,-7 4-10 0,1 0-4 0,6 5-2 15,-7-2-3-15,1 9 3 0,6-4-3 0,0-1-1 16,0 4-4-16,0-2-3 0,0-2 2 0,0 1-2 16,0-5-1-16,6 5 1 15,-6-7 3-15,7 3 1 0,-1-9 2 16,1 3 2-16,0-2 2 0,-1-3 2 0,0 0-1 16,1-3-2-16,0-4-1 0,-1-4 0 0,7-1-1 0,-13 1 0 15,7-3 3-15,-1-1 0 0,1 0-1 0,-1-3-2 16,0 7-5-16,-6-3 0 0,7 3-2 15,0 0 0-15,-7 3 1 0,0 2-2 0,6 1 6 0,-6 2 0 16,0 3-1-16,6 3 0 0,-6 2-1 0,8 1 4 0,-8 5-3 0,6 1-3 0,-6 2-1 16,0 1-4-1,6-1-14-15,1 1-25 0,-7-1-34 0,6-2-39 0,-6 2-40 0,7-3-42 0,-7 1-28 16,7-5-40 0,-7-5-52-16,0-2-75 0,0 0-22 0,0 0 9 15,0 0 28-15,6-7 53 0</inkml:trace>
  <inkml:trace contextRef="#ctx0" brushRef="#br0" timeOffset="27176.9">3447 1959 106 0,'6'4'340'16,"-6"-4"37"-16,0 4 19 0,-6 0-61 0,6 7-95 16,0-5-69-16,0 6-45 0,0-1-26 0,0 7-14 15,0-3-11 1,0 6-8-16,6 2-6 0,-6 7-6 0,0-5-6 15,7 4-9-15,-7 4-10 0,0 1-8 0,6-2-7 0,0-2-6 16,-6-5-8-16,7 0 1 0,-7-6-2 0,7 3 0 0,-1-8-1 0,-6 1 2 16,6-3-1-1,1-10 2-15,-7 6 1 0,0-4-3 0,0-4 4 0,7 0-1 0,-7-8 2 0,6-3-1 0,-6-3 1 16,7-1 2 0,-7 1 0-16,6-5-4 0,1 1 2 0,-1-4 0 0,-6 3-1 0,7 1-1 0,-1 0-2 15,0 0 2 1,2 7-1-16,-8-4 0 0,6 8-1 0,-6 0 2 15,6 3 3-15,-6 4 2 0,7 0 3 0,-1 4 0 16,1 3 2-16,-1 0-2 0,1 8 1 0,-1-4-6 0,1 4-5 0,0 2-1 0,-1-1-2 16,7 2-1-1,-6-3-4-15,-1-1-16 0,0 1-21 0,7-1-26 16,-6-2-29-16,0-5-30 0,5 0-28 0,-4 0-14 16,-2-3-29-16,0-4-44 0,-6 0-48 0,0 0-45 0,0 0-8 0,6-4 9 0,1-3 40 0</inkml:trace>
  <inkml:trace contextRef="#ctx0" brushRef="#br0" timeOffset="27530.39">3831 2220 153 0,'6'-7'341'0,"-6"-1"47"0,0 4 8 15,7-3-32-15,-14 4-55 0,7-4-40 0,-6 3-29 16,6 0-21-16,-7 0-22 0,1 1-24 0,6 3-23 16,-6 3-25-16,6 1-27 0,-8 0-22 0,2 7-18 15,0-4-15-15,0 4-15 0,-2 3-13 0,8 2-3 0,-6 1-5 0,0-2-4 0,6 3-1 0,-7 0-2 31,7 1 0-31,0-4-7 0,0-1-1 0,0 1 4 16,0-5-1-16,0 2-1 0,0-5 0 0,7-3 5 16,-7 3 2-16,6-7-1 0,0 0-9 0,-6 0 5 15,8-7 5-15,-2 0 4 0,0 0-4 0,8-5-1 16,-14-2 11-16,12-1-8 0,-5 1-9 0,-1-1-2 0,1-3-3 0,-7 2-1 0,7 2-2 0,-1-1 1 0,0 8 8 31,-6 0-2-31,6 4 1 0,2-2 4 0,-8-2-2 16,0 7 1-16,6 0-3 0,-6 3 2 0,6 1 2 15,-6 1-2-15,7 5 2 0,-7-3 0 0,7 5-6 16,-1-2-7-16,1 1-23 0,-1-3-26 0,-6 2-36 16,6-3-37-16,-6 5-38 0,8-8-31 0,-2 3-19 15,0-7-12-15,-6 0-23 0,6 0-28 0,2-3-27 16,-8 3-31-16,0-8-6 0,0 1 16 0,6-5 46 16</inkml:trace>
  <inkml:trace contextRef="#ctx0" brushRef="#br0" timeOffset="44228.45">4177 2186 241 0,'0'5'324'0,"6"-5"26"0,-6 3-30 0,6-3-73 0,-6 0-65 16,0 0-36-16,0 0-21 0,0 0-8 0,0 0-5 15,0 0 6 1,0-3 5-16,0 3-17 0,0 0 23 0,0-5 22 0,0 5 21 0,0-2 17 0,0-2 16 16,0 4 27-1,-6-4-11-15,6 0-19 0,0 1-22 16,0 3-24-16,-6-5-28 0,6 2-27 0,-8 3-24 15,2-4-19-15,6 4-18 0,-6 0-12 0,-1-2-8 0,0 2-6 0,1 0-20 0,0 0 10 0,-1 0-1 32,1 2-1-32,-1-2 2 0,0 4-1 0,1 4 26 15,6-1-19-15,-6 3-2 0,6-2-5 0,-7 3-8 16,7 0-9-16,0 0-8 0,-7 1 8 0,7 2 7 16,7-3 6-16,-7 3 0 0,0-3 8 0,7 1-2 15,-7 1 0-15,6 3-4 0,0-2-4 0,8-3-3 16,-8 0 4-16,1-3 0 0,5-2 2 0,-5 3-1 15,6-2-6-15,1-4 8 0,-8 1 0 0,7 3-6 16,-7-3-2-16,1 3-3 0,-1-2 2 0,1-3 3 16,-1 3 1-16,-6-3 7 0,6-2 3 0,-6 0 3 15,0 0 1-15,0 4-4 0,0-4-5 0,0 4-1 16,-6-4-2-16,6 0-1 0,-6 0 3 0,-1 0-6 16,1 4 2-16,-1-4-1 0,1 0-16 0,-1 4-26 15,1-4-28-15,0 0-37 0,-8 4-49 0,8-4-55 16,-1 3-45-16,0 1-32 0,7-4-30 0,-6 2-16 15,6-2-28-15,0-2-50 0,0 2-52 16,0 0-2-16,0-7 26 0,6-5 42 0,1 2 67 0</inkml:trace>
  <inkml:trace contextRef="#ctx0" brushRef="#br0" timeOffset="44690.44">4404 2161 251 0,'7'-6'357'0,"-7"-2"36"0,0-1-6 0,-7 3-79 0,7 2-79 0,-6-3-51 0,0 4-35 15,-2-6-28-15,8 6-24 0,-6-1-18 0,6 4-18 16,-6-3-16-16,6 3-13 0,-7 3-8 16,1 1-6-16,6-1-4 0,-7 6-4 0,0 1-7 15,1 5-8-15,0-1 8 16,6 5 4-16,-6-1 6 0,6 4 3 0,-8 1 12 0,2-3 6 0,6 3-4 15,0 0-3-15,0-2-5 0,0-3-4 0,0-2-6 16,6-6-1-16,-6 5 0 0,8-8-3 0,-8 0-1 16,6-3-1-16,0-1 0 0,-6-3 1 0,6-3-2 15,1-4 4-15,0 0 2 0,-7-5 2 0,6-2-1 16,1-1 0-16,-1-3 2 0,0 0-1 0,2-1-4 16,-2 2 0-16,-6-3-1 0,6 3 2 0,1-2-2 15,0 4 0-15,-7 1 1 16,6-1-2-16,-6 3 0 0,0 5-2 0,6 0 1 0,-6 4 0 0,0-1 1 15,0 4 5-15,0 0 5 0,0 4 8 0,0 4-2 16,7 1-1-16,-7 7-2 0,0-2-5 0,0 1-6 16,6 6-6-16,-6 2 0 0,0 0-1 0,0-2-2 15,7 1-8-15,-7 0-15 0,7-3-25 0,-7-5-30 16,6 1-34 0,0-5-35-16,1-3-29 0,0 1-46 0,-7-8-57 0,0 0-66 0,0 0-28 0,0 0 1 15,6-11 21 1,-6-3 50-16</inkml:trace>
  <inkml:trace contextRef="#ctx0" brushRef="#br0" timeOffset="45022.62">4567 2135 128 0,'7'-3'317'0,"-1"3"33"15,-6 3-4 1,7 0-53-16,-7 6-77 0,0 1-56 0,0 5-35 0,6-1-19 0,-6 5-12 0,0-1 5 16,0 1-8-16,0 3-8 0,0-4-5 0,0 1-8 31,7-6-6-31,-7 3-18 0,0-5 1 0,7-4 2 15,-7 0 6-15,0-2 3 0,0-2 0 0,6-3-1 16,-6-3-3-16,0-2-11 0,0-6-11 0,0 1-11 16,0-5-11-16,0 1-5 0,0-6-1 0,0-1-1 0,0 2-1 0,6-6-1 0,0 6 8 15,2-2-2-15,-8-2-3 0,6 9-2 0,7-1-2 16,-13 0 1-16,6 4-2 0,1 4-3 0,0 0 5 16,-1 3 4-16,0 8 5 0,1 0 1 0,0 3 4 31,-1 0 0-31,7 8 0 0,-6 2-3 0,-1 2-4 0,1 4-5 15,-1-2-3-15,0 5-4 0,8-8-5 16,-8 5-19-16,8-2-30 0,-8-3-38 0,7-3-43 0,-7 0-46 0,7-4-53 0,-6-8-80 16,-7-3-102-1,0 0-30-15,6-3 6 0,8-1 33 0,-2-3 43 0</inkml:trace>
  <inkml:trace contextRef="#ctx0" brushRef="#br0" timeOffset="45200.9">5173 1992 325 0,'13'0'443'0,"-6"-4"51"15,-7 1 44-15,6 0-111 0,-6-1-112 0,6 4-82 16,-6-4-59-16,8 1-46 0,-8 3-40 0,6 0-35 16,0 0-19-16,-6 0-7 0,6 0-36 0,2 0-48 15,-2 3-65-15,0 1-70 0,-6 0-113 0,0-4-159 16,0 3-57-16,0-3 4 0,0 0 39 0,0 0 60 15</inkml:trace>
  <inkml:trace contextRef="#ctx0" brushRef="#br0" timeOffset="45372.81">5205 2124 21 0,'0'8'404'0,"0"-5"95"0,0 0 76 15,0 2 38-15,0-1-105 0,0-4-99 0,0 3-86 16,0 2-86-16,0-5-72 0,8 2-56 0,-2 2-49 15,-6-4-19-15,6 3-58 0,0 2-71 0,2-2-82 16,-2 1-93-16,-6 0-127 0,0-4-178 0,0 0-45 16,0 0 17-16,0 0 55 0,0 0 78 0</inkml:trace>
  <inkml:trace contextRef="#ctx0" brushRef="#br0" timeOffset="51930.18">5421 1784 193 0,'13'-11'341'0,"-7"-7"39"0,0 3 15 0,2-4-71 0,-2 1-53 0,0 0-19 32,1 0 7-32,-7-5 24 0,0 9 34 0,0-1 41 15,0 4 29-15,0 8 25 0,0 3 5 0,0 3-16 16,-7 1-32-16,1 7-39 0,0 0-47 0,-8 7-46 0,2 7-40 0,5 2-29 0,-13 6-20 15,8 3-18 1,-2 8-20-16,2-4-16 0,-8 8-11 0,7 0-19 16,-1 3-14-16,-6 0-17 0,2-3-6 0,4 3-13 15,1-7-11-15,-7 1-2 0,8-6-3 0,6-3-2 0,-2-2-5 0,2-8-17 0,0-4-3 16,-1-8-17 0,7 2-45-16,0-7-45 0,-6-1-54 15,6 0-45-15,0-12-63 0,0 0-50 0,0-11-17 16,0 1-6-16,6-4 8 0,-6-4 24 0,7-1 32 15,-1-2 42-15,-6 0 36 0,6 0 33 0,8-6 30 16,-8 2 28-16,0 4 20 0,2-9 17 0,-2 5 18 16,0 0 14-16,1-5 18 0,-1 5 11 0,1-4 14 15,0 1 10-15,-1 3 7 0,0 0 10 0,0 2 6 16,2 2 14-16,-2 2 15 0,0 6 17 0,-6-2 17 16,7 5 21-16,-7 3 21 0,0 3 24 0,7 1 21 15,-1 7 26-15,-6 7 19 0,7 4 7 0,-7 3-4 16,6 9-18-16,0 6-24 0,2 1-39 0,-2 7-33 15,0-1-31-15,0 3-23 0,-6 2-17 0,8 0-17 16,-2-5-4-16,0 1-6 0,1-4-7 0,-1-4-29 16,1 0-45-16,-7-4-47 0,7-6-62 0,-1 4-56 15,0-10-58-15,-6-1-34 0,0-4-16 0,-6-1-1 16,6-4-1-16,-6-3-9 0,-1-3 1 0,-6-1 9 16,0-3 18-16,-1-1 30 0,-4 0 58 0,4-1 84 15,-5 1 103-15,-1-4 122 0,0 5 116 0,8-3 75 16,-2-2 58-16,-5 1 24 0,5 0-2 0,8 4-27 15,-6 0-37-15,4 0-25 0,2-1-25 16,6 4-28-16,-6-3-29 0,6 4-22 0,0-2-24 16,6-1-21-16,0 6-18 0,2-8-17 0,4 5-6 15,8-5-16-15,-1 2-11 0,1-2-9 0,6-1-4 16,0-1 1-16,1-5-4 0,5 4 1 0,-6-3 1 16,7-4-2-16,-7-1-1 0,6 2 0 0,-6-3 2 15,0-2-2-15,-6 1-1 0,0-1 1 0,-1 3 4 16,-6-2 4-16,-7-2 16 0,7 4 25 0,-6 2 27 15,-7-2 26-15,7 1 32 0,-7 3 31 0,-7 1 19 16,7 7 8-16,0 3 5 0,-7 4-8 0,1 4-19 16,-1-1-22-16,1 5-33 0,-1-2-30 0,1 2-30 15,-1 7-17-15,1-1-10 0,6 1-12 0,0 6 2 16,0-2-1-16,0 4 2 0,0 2 5 0,6 0-4 16,-6-2 4-16,7 2-3 0,-1 4-21 0,7-2 2 15,-6 2 2-15,6-3-2 0,-6-1 2 0,-1 1-2 16,7-1 18-16,-13-3 4 0,7-4-1 0,-1 1 0 15,-6-1-5-15,0-4-2 0,0 2 0 0,-6-5-8 16,-1 3-8-16,0-6-3 0,-5-1-2 0,-2-4-6 16,1-3-25-16,0 0-50 0,-6-3-56 0,5-4-65 15,2-1-79 1,-1-4-76-16,0 10-56 0,0-5-36 0,6-1-16 0,0 0-51 0,1 1-65 0,0-4 5 16,6-1 44-16,0 2 60 0,0-5 64 15</inkml:trace>
  <inkml:trace contextRef="#ctx0" brushRef="#br0" timeOffset="52240.48">5910 1871 312 0,'19'-21'428'0,"-6"2"69"0,-6 1 51 0,-7-1-53 0,6 2-44 0,-12 2-16 0,6 4-1 0,-7 4-16 16,1 7-39-16,-1 7-33 0,0-3-49 0,1 3-53 15,0 4-60 1,-1 0-48-16,7 7-22 0,-7 1-37 0,7-2-31 0,0 6-17 0,7-1-12 0,-7 0-9 15,7 7-6-15,-1-4 0 0,0 4 2 0,1 5-7 16,6-8 4-16,0 3 5 0,1 0 2 0,-2 0-6 31,1-7-2-31,0 5 8 0,-6-6-1 0,-1-3-1 0,1 1-1 0,0-5 1 0,-7-2 2 0,0 2 0 16,0-3-4-16,-7 1-5 0,0-3-5 0,1 3 2 31,-7-8-3-31,-1 0-5 0,2-1-19 0,-8-3-42 0,1-3-57 0,5-5-76 0,-5 1-87 16,6-5-84-1,0 2-64-15,6 2-37 0,1 1-18 0,-1 1-22 16,1-6-41-16,6 1-12 0,0 0 30 0,0-4 53 0,0-3 64 0</inkml:trace>
  <inkml:trace contextRef="#ctx0" brushRef="#br0" timeOffset="52601.55">6255 1794 23 0,'20'-17'367'0,"-8"-5"76"15,2 3 72-15,-8 4 33 0,7-3-65 0,-13 7-37 16,0 0-20-16,0 3-17 0,0 13-16 0,0 5-13 16,0 5-14-16,-6 11-37 0,6 0-64 0,-7 3-59 15,1 4-47-15,-1 0-42 0,7 7-53 0,-7-3-35 16,1 3 2-16,6 0 0 0,0 4-7 0,-6-7-15 16,6 3-3-16,6-7-8 0,-6 0 1 0,13-4 1 15,-6-3 0-15,-1-4-2 0,7-4 2 0,-7-2 4 16,8-7-5-16,5-1-1 0,-6-4-1 0,0-8-1 15,7-4 2-15,-8 1-2 0,2-7 1 0,-1-1 2 16,0-4-1-16,0 2 3 0,-7-5-1 0,8 3 0 16,-8-2 8-16,-6 2-2 0,6 1 1 0,-6-1-3 15,0 4 2-15,0 1-1 0,-6 7-8 0,6-1-3 16,-6 5-2-16,-8 3 2 0,8 0-9 0,-7 7-19 16,0 1-31-16,0-5-68 0,7 1-51 0,-8-1-64 15,1-3-66-15,0 4-53 0,0-4-36 0,7 3 4 16,-8-3-6-16,8 0 7 0,0 0 15 0,-8-3-11 15,8-1-14-15,-7-3-34 0,7 0 7 0,-1-8 29 16,-6 1 42-16</inkml:trace>
  <inkml:trace contextRef="#ctx0" brushRef="#br0" timeOffset="52748.47">6248 1890 70 0,'7'-11'350'16,"-1"-1"52"-16,-6 2 43 0,6-1-32 0,2 0-75 16,4-3-65-16,-5 2-44 0,6 1-26 0,0 1-23 15,0 2-29-15,0-3-38 0,7 4-25 0,-7 0-24 16,6 3-26-16,0 1-21 0,1-1-12 0,0 4-8 15,6 7-26-15,-7-3-43 0,1 6-60 16,-1 5-63-16,1-1-79 0,0 5-161 0,-1-1-71 16,-6-7-8-16,0 4 32 0,7-5 50 0</inkml:trace>
  <inkml:trace contextRef="#ctx0" brushRef="#br0" timeOffset="52986.4">6717 1945 15 0,'0'0'345'0,"6"0"62"0,-6 0 50 0,0 0-15 15,-6 0-78-15,6 0-73 0,0 4-46 0,-6-1-35 16,6 4-19-16,0 1-23 0,-6 3-13 0,6-1-20 16,-7 5-25-16,7 1-23 0,0-1-24 0,0 2-16 15,0 2-19-15,0-1-9 16,0-4-6-16,0 5-6 0,7-2-5 0,-7 0-10 0,6-3 2 0,-6 1-1 16,0-5-3-16,0-3 1 0,6 1-2 0,-6-1-4 15,6-3-16-15,-6 3-13 0,8-7-17 0,-8 3-20 16,0-3-25-16,6 0-23 0,-6-3-32 0,0-1-34 15,6 1-34-15,-6-1-70 0,0 4-90 0,0 0-61 16,-6-7-8-16,0-4 22 0,6 4 39 0</inkml:trace>
  <inkml:trace contextRef="#ctx0" brushRef="#br0" timeOffset="54159.51">6737 2029 284 0,'0'0'409'0,"0"0"57"0,0 0 15 0,0 0-71 0,0-3-84 0,-6 3-60 0,6 0-46 31,0 0-36-31,0 3-25 0,-8 2-15 0,8 1-11 16,0 2-15-16,8-1-13 0,-8 3-15 0,0 2-12 16,0-1-13-16,0 0-13 0,6-1-10 0,0 2-8 15,-6-1-6-15,7 0-9 0,-7-4-5 0,7 0-8 16,-1 0 1-16,1-2 1 0,-1-2 0 0,-6 1 4 16,6-4-1-16,2-4 3 0,-2 1-6 0,0-9-5 15,8 5-3-15,-8-5 0 0,0 2-1 0,-6-5-1 16,7 1 2-16,-7-1 0 0,0 1 2 0,0-5-1 15,0 4 2-15,-7 1 2 0,7-1 0 0,-6 5 0 16,0 1 2-16,-2-1 4 0,2 3 1 0,0 7 0 16,-8-4 1-16,8 8 6 0,0-1 8 0,-7 5-3 15,6 2 5-15,-6 5 3 0,7 0-2 0,-2 3 3 16,2 5 7-16,0-2 7 0,0 1 9 0,-1 0 11 16,0 0 9-16,1 4-5 0,6-4-12 0,0 3-4 15,0 1-13-15,6-4-16 0,1 0-12 16,-7-3-5-16,13-5-16 0,-1 1 0 15,2-1 2-15,-1-3 1 0,0-3 1 0,0-5-2 0,1 0 14 16,-2-6-8-16,2 3-6 0,5-7-22 0,-6-3-29 16,6-2-36-16,-5-2-40 0,-2-1-44 15,2 1-43-15,-8-2-24 0,7-2-9 0,-7 3-1 0,8-2 15 16,-8-2 24-16,-6 0 35 0,6 4 32 0,1-2 37 16,-7-2 32-16,0 4 28 0,7-2 22 0,-7 5 14 15,0 1 20-15,0 4 18 0,0-1 15 0,0 5 13 16,0-4 12-16,0 7 11 0,0 0 14 0,0 0 7 15,6 7 7-15,-6-4 12 0,7 9 4 0,-7-2-1 16,6 6-7-16,1 1-7 0,-7-2-2 0,13 4-10 16,-7 3-8-16,0-4-7 0,2 0-12 0,-2 0-11 15,0 1-17-15,1-5-14 0,-7 5-9 0,6-9-6 16,1 2-2-16,-1-5-3 0,1-3-2 0,-7 0 3 16,6-4-2-16,-6-4-2 0,7 0 1 0,-7-8 2 15,7 3 7-15,-1-7-6 0,0-2-2 0,-6 0 2 16,7-5-4-16,0 2-2 0,-7 3-8 0,6-4 19 15,0 0-4-15,1-4-1 16,-7 7 0-16,6 1 1 0,1 4 0 0,-7 3-15 0,0 3 5 0,7 1 4 16,-7 3 2-16,6 4 4 0,-6 4 8 0,6 0 0 15,2 3 3-15,-8 3-1 0,6 2-1 0,0 3-5 16,0-1-4 0,-6 1-2-16,14 2-2 0,-8 0-4 0,1-3-1 0,-1 1-2 0,8-1-3 0,-8-3-13 15,7 0-26-15,-6-1-29 0,5-1-29 0,-5-3-24 16,6-2-20-1,-6-4-8-15,5 0 11 0,-5 0 15 0,6-4 21 0,-7-2 16 0,1-3 20 0,6-1 18 16,-6-1 16-16,-1 0 14 0,-6-3 13 16,6-1 7-16,-6 1 4 0,8-3 3 0,-8 7 7 15,0-5 11-15,0 1 22 0,0 3 30 0,0-4 34 16,0 5 40-16,-8-2 32 0,8 5 23 0,-6-1 7 16,6 6-5-16,-6 2-10 0,-1 0-21 0,1 6-20 15,-1 2-23 1,0-1-23-16,1 3-21 0,0 5-21 0,6-3-19 15,-7-2-15-15,0 6-10 0,7-6-7 0,-6 0-5 0,6 2-5 0,0-1-1 0,6-3-3 16,-6 3-2-16,0-7-3 0,0-2-1 0,7 3 1 16,-7-5 2-16,7 0 4 0,-1-5 5 0,0-1 3 15,-6 2-2-15,14-8 0 0,-8 5 4 0,1-3-6 32,-1-2-4-32,0-2-4 0,2-1-3 0,-2 4-1 0,0 0-9 0,-6 0 1 0,6 1 1 0,1 6 1 31,-7 0 8-31,7 0 2 0,-7 8 6 0,0 0 3 15,6 2 2-15,-6 6 1 0,7 3-2 0,-1-1 2 16,-6 4-5-16,0 1 0 0,7-1-3 0,0 5-2 16,-1-2-13-16,0 1-32 0,0-4-49 0,2-4-64 0,-8 5-71 0,6 0-71 0,-6-9-58 0,6 2-35 15,1-1-11-15,-1-7-25 0,-6-1-34 0,0-3-18 32,0 0 17-32,0 0 39 0,7-11 49 0</inkml:trace>
  <inkml:trace contextRef="#ctx0" brushRef="#br0" timeOffset="54351.03">7526 2121 137 0,'6'-3'380'0,"-6"-2"67"0,6 1 57 0,-6 8-35 0,0 1-69 0,0-2-41 0,7 8-30 0,-7 4-29 0,0-1-30 0,7 9-33 16,-7-2-39-16,6 4-42 0,-6 4-37 0,6 5-34 16,1-1-29-16,0-4-18 0,-1 5-17 0,1-5-18 15,5 0-31-15,-5-7-53 0,6 4-63 0,-7-8-68 16,2-4-64-16,-8 1-55 0,6-8-28 15,-6 0 4-15,6-7-8 0,1-2 16 0,-7-6 10 16,-7 1 1-16,7-5-1 0,-6-2-1 0,0-1 43 16,-2 1 38-16</inkml:trace>
  <inkml:trace contextRef="#ctx0" brushRef="#br0" timeOffset="54558.12">7578 2305 166 0,'-7'-27'315'0,"7"2"31"0,-7-1-2 0,7 4-28 16,0 1-47-16,0 1-44 0,0 3-24 0,0-2-13 15,7 4-3-15,0 1 2 0,-1-1 9 0,7 4 10 16,0 1 10-16,-6 2 9 0,5 4 0 15,2 4 22-15,-1 0 6 0,-7 8 14 0,1 3 24 0,6-1 21 16,-7 2 25-16,-6-2-14 0,0 6-18 0,0-6-46 16,0 5-51-16,-6 3-66 0,-1-3-64 0,1 3-47 15,-7-3-67-15,0 3-86 0,-1-3-128 0,-5-4-145 16,6-5-142-16,-6 3-141 0,-1-1-164 0,0-2-81 16,8 1 33-16,-8-3 103 0,1 0 132 15,-1 0 133-15</inkml:trace>
  <inkml:trace contextRef="#ctx0" brushRef="#br0" timeOffset="55605.44">932 4257 22 0,'6'3'317'0,"-6"-3"45"0,0 0 39 0,0 0-31 0,0 0-69 0,0-3-48 16,0-1-17-16,-6 1 4 0,6-1 13 15,-8-4 28-15,2 1 29 0,6 3 30 16,0-2 24-16,6-2 11 0,2 4-2 0,-2 0-11 16,-6 1-20-16,0 3-26 0,0 7-31 15,0 0-35-15,0 4-33 0,0 8-41 0,0 2-41 16,0 5-38-16,0 6-36 16,0 6-27-16,-6 2-26 0,6-3-43 0,0 3-78 15,-8-7-111-15,8 0-137 0,-6-7-142 16,6-5-131-16,6-1-88 0,8-6-97 0,-8-7-46 15,-6-7 56-15,14-4 103 0,-8-7 112 16,7-4 112-16</inkml:trace>
  <inkml:trace contextRef="#ctx0" brushRef="#br0" timeOffset="56081.76">1309 4045 191 0,'0'-12'366'0,"-6"1"51"0,-1-3 34 0,0 2-54 16,-5 1-69-16,5 5-39 0,-6-6-14 15,-6 5 0-15,-1-4 8 0,0 4 14 0,7-1 18 16,-7 5 15-16,2-4 11 0,-2 3-4 16,0 0-13-16,-5 0-25 0,-2 4-32 15,1 4-32-15,0 0-31 0,0 3-27 16,-1 8-22-16,-5-4-18 0,6 7-20 0,7 0-19 15,-7 3-10-15,-1 6-16 0,1 6-12 16,0 0-13-16,7 3-5 0,-7 8-1 0,12 0-8 16,-5 8-2-16,6-6 0 0,7 7 2 15,-7 1 0-15,13 2-7 0,-7-6-3 16,14 2-4-16,-1 0-7 0,7-8-4 0,7 4-2 16,0-9-1-16,5-3-1 0,8-2-1 15,0-1-2 1,-1-11-1-16,7-4-2 0,6-6 1 0,8-6-1 0,-7-6-1 0,5-14 3 15,2-5-1-15,-1-6-1 0,-7-5-1 16,1-7 1 0,-7-6 1-16,-6-1 0 0,-1-4 0 0,-12 1-3 15,0-5 6-15,-8-2 2 0,1 2 2 0,-13 0-6 0,-6 6-12 0,-1-2-28 32,-12 4-57-32,0 3-80 0,-8 5-134 15,1 2-131-15,-6 9-149 0,-1 3-128 0,1 4-180 0,-1 7-80 0,1 0 50 16,-8 7 92-16,7 1 137 0,1-1 147 0</inkml:trace>
  <inkml:trace contextRef="#ctx0" brushRef="#br0" timeOffset="59124.43">1915 4092 77 0,'6'-11'374'0,"-6"-4"71"0,0-4 73 0,0 5 18 0,-6-1-51 16,6 1-13-16,-6 3 18 0,6-3 22 0,0 2 14 16,0 5 1-16,0 0-20 0,-7-1-36 15,7 5-58-15,0 3-61 0,-7 0-59 0,7 7-54 16,0 4-43-16,0 8-40 0,0 6-34 16,0 8-27-1,0 7-27-15,0 8-27 0,0 7-21 16,0 3-20-16,0-3-45 0,0 0-80 0,0-3-132 0,0-6-173 0,7-4-189 15,-7-9-156 1,7-8-117-16,-1-6-128 0,-6-5 11 16,0-14 110-16,0 0 156 0,0 0 146 0,6-14 145 0</inkml:trace>
  <inkml:trace contextRef="#ctx0" brushRef="#br0" timeOffset="59362.48">1909 4191 39 0,'0'-25'353'0,"0"2"50"0,6 1 35 15,-6 4-18-15,6 0-113 0,2 3-82 0,4 0-54 0,1 1-26 0,7 3-16 0,0-1-10 16,-1 4-13-16,1 2-10 0,-1 2-5 0,0 0 0 16,-5 8 6-16,5 0 13 0,-6 2 24 0,0 2 22 31,-7 7 15-31,-6 4-19 0,0 3-8 0,0-1-18 16,-6 9-29-16,-7 3-30 0,0 4-22 0,-6 3-4 15,5-4-26-15,-5 4-6 0,0-3-3 16,-1 0-8-16,1-5-22 0,5 2-33 0,-5-8-52 15,6-1-77-15,6-6-83 0,-5-4-82 0,4-5-96 0,2-3-126 0,6-7-36 32,0 0 25-32,0 0 53 0,6-7 73 15</inkml:trace>
  <inkml:trace contextRef="#ctx0" brushRef="#br0" timeOffset="59576.02">2235 4132 156 0,'12'-11'424'0,"1"0"88"0,-6 4 80 0,0-1-7 16,-7 8-71-16,0 8-54 0,0-1-57 0,0 8-53 16,-7-1-59-16,7 9-59 0,0-2-57 0,0 9-50 15,0-5-36-15,7 8-31 0,-7 0-21 0,0 0-15 16,6 1-17-16,-6-2-30 0,0-3-69 0,6-3-66 16,-6-4-76-16,8 0-77 0,-2-7-67 0,-6-1-46 15,6-7-7-15,-6 1-41 0,0-8-61 0,0 0 9 16,0 0 37-16,0-10 52 0,0-5 59 0</inkml:trace>
  <inkml:trace contextRef="#ctx0" brushRef="#br0" timeOffset="59776.73">2391 4103 175 0,'6'-11'452'0,"-6"4"92"0,7 3 88 16,-7 0 0-16,0 8-83 0,-7 3-74 0,7 0-64 15,0 8-63-15,0 4-70 0,0 2-65 0,0 2-58 16,0 6-45-16,7 0-42 0,-1 7-29 15,-6 1-16-15,7 1-15 0,-7 1-38 0,7-3-61 0,-1-2-66 16,0-5-81-16,1 0-75 0,0-2-66 0,-1-6-32 16,0 1-5-16,-6-8 1 0,7 2 6 0,-7-9-5 15,0-7-7-15,0 0 6 0,0 0 26 0,0 0 48 16</inkml:trace>
  <inkml:trace contextRef="#ctx0" brushRef="#br0" timeOffset="59927.25">2417 4531 264 0,'0'-14'374'0,"0"-1"52"0,0 1 1 16,0 3-46-16,0-8-58 0,0 4-43 0,0 1-30 15,7-5-21-15,-1-3-25 0,0 5-32 0,1-9-33 16,12 4-31-16,-5-5-29 0,5 6-30 0,1-1-19 16,-1 0-12-16,-6 0-6 0,7 0-6 0,-1 8-24 15,-5-1-44-15,-2 0-59 0,1 9-63 0,-6-2-64 16,0 4-59-16,-1 0-73 0,0 8-69 0,-6-4-34 16,0 0 14-16,-6 7 39 0,0 4 45 0</inkml:trace>
  <inkml:trace contextRef="#ctx0" brushRef="#br0" timeOffset="60094.96">2547 4275 73 0,'-6'11'351'0,"6"-4"57"16,-7 0 47-16,7 1-30 0,0 0-74 0,-7-1-52 16,7 0-30-16,0 0-14 0,0 1-13 0,0-1-17 15,7 0-18-15,-7 5-30 0,7-2-32 0,-1 5-37 32,7-4-32-32,-6-1-30 0,0 5-19 0,5-4-17 0,-6 4-30 0,8-4-47 0,-8-3-63 0,7-2-64 31,-6 3-68-31,6-9-66 0,-7 3-59 0,1-6-63 0,6-1-59 0,-13-4 4 0,6-3 34 15,-6 0 51 1,7-4 71-16</inkml:trace>
  <inkml:trace contextRef="#ctx0" brushRef="#br0" timeOffset="60475.18">2736 4191 79 0,'6'-8'405'0,"-6"0"87"0,0 1 80 0,0 7 13 0,0 0-72 16,0 0-66-16,0 7-53 0,-6 1-58 0,6 0-60 15,-6 3-52 1,6 0-47-16,0 0-45 0,0 3-47 15,0-2-25-15,0 2-21 0,6 1-15 0,-6-1-15 16,0-3-2-16,6 1 6 0,2-3-6 0,-2 3-5 16,7-4-3-16,-7-5-1 0,1 1-4 0,-1 0-9 15,7-4 4-15,-13-4 6 0,6-3 6 0,2-1 1 16,-2-4 1-16,0-2 4 0,1-1-1 0,0 1-2 16,-1-1-3-16,-6-2 1 0,6 2 1 0,-6-4-3 0,-6 5 1 0,6-1-3 0,-6 1 1 0,-1 3 0 15,7 3 6-15,-13 0-1 0,7 1-2 0,-2 7 0 31,-4 0 3-31,5 4 3 0,-6 3-16 0,7 1 5 16,-7 2 1-16,-1 5 0 0,8 4 0 0,0 0 3 16,-1 2 11-16,0 4 1 0,1-3 8 15,6 8 8-15,0-4-2 0,6 0-3 0,-6-1-2 16,0 0-6-16,7 0-9 0,0-2-2 0,5 0-3 0,-4-6-2 16,4 2-4-16,8-5-2 0,-7-3-1 15,7-3 7-15,-1-2-90 0,0-6-54 0,1 0-66 0,-7-6-76 16,7-5-84-16,-1-3-94 0,-6-5-22 15,0-3-92-15,1-4-22 0,-2 0 28 0,-5-7 58 16,6 4 73-16</inkml:trace>
  <inkml:trace contextRef="#ctx0" brushRef="#br0" timeOffset="60654.47">3062 4018 395 0,'6'0'510'0,"-6"0"85"0,0 4 66 0,0 4-80 15,-6-1-96-15,6 8-88 0,-6-1-80 0,6 5-75 16,0 2-72-16,0 2-57 0,6 6-45 0,0-4-29 15,-6 8-20-15,7-3-8 0,0 3-8 0,-1-1-3 16,7-1-14-16,-7-2-31 0,8-4-49 16,-8-4-58-16,0 2-61 0,1-5-60 0,6 1-58 0,-13-4-35 15,7-5-41-15,-1-3-61 0,-6-7-44 0,0 0 7 16,0 0 38-16,0 0 52 0,0 0 78 0</inkml:trace>
  <inkml:trace contextRef="#ctx0" brushRef="#br0" timeOffset="60839.96">3010 4371 294 0,'0'-4'558'0,"-7"4"149"0,7 0 110 0,0 0-8 0,-6 0-98 0,6 0-121 16,0 0-108-16,6 0-128 0,-6-4-85 0,13 0-66 15,-6 4-51-15,12 0-33 0,-5-3-30 0,5-1-18 16,1-6-30-16,0 1-22 0,-2 1-8 0,9 6-7 16,-7-2-44-16,-2 1-73 0,9-2-97 0,-14 5-126 15,6 0-124-15,-5 0-121 0,5 0-69 0,-6 5-88 16,0-2-31-16,0-3 56 0,0 4 86 0,1-4 103 15,-2-4 99-15</inkml:trace>
  <inkml:trace contextRef="#ctx0" brushRef="#br0" timeOffset="61146.47">3538 4253 317 0,'6'-3'541'0,"-6"-1"136"0,7 0 126 0,-7 4-9 16,0-4-59-1,0 1-60-15,6 3-77 0,-6-4-98 0,0 0-105 0,0 4-91 0,0-3-85 0,6 0-78 16,-6-2-56-16,0 5-37 0,8-3-22 0,-8-1-15 15,0 4-15-15,0-4-30 0,6 4-58 0,-6-3-84 16,0 3-100-16,0 0-112 0,0 3-107 0,0-3-78 16,0 4-37-16,0 0 6 0,-6 4 17 15,6-2 32-15,0 2 46 0,0 3 62 0,0-4 73 16,0 7 95-16,0-2 134 0,0-2 155 0,0 5 129 16,0-3 105-1,-8-3 90-15,8-1 65 0,0 4 40 0,0-5 34 0,0 0 49 0,0 1 41 0,-6-4 19 16,6-1-13-16,0 1-50 0,0-1-79 0,0 1-89 15,0-4-102 1,0 3-89-16,0-3-71 0,0 0-54 0,0 4-77 0,0-8-158 0,-6 4-198 0,6-3-209 16,0 3-286-16,-7 0-143 0,-6-4-31 0,7 1 91 15,-7-1 174 1,6 1 199-16</inkml:trace>
  <inkml:trace contextRef="#ctx0" brushRef="#br0" timeOffset="65864.47">1511 3052 17 0,'0'-12'289'0,"0"-3"35"0,0 2 22 15,0-3-33 1,0 2-60-16,0-1-40 0,0 0-15 0,0 1 6 0,0 3 14 15,0 0 22 1,0 0 25-16,0 4 21 0,-6-1 19 0,6 5 12 0,0 3 11 0,0 3 7 16,0 1-7-1,6 11-22-15,1-1-33 0,-7 9-37 16,6 2-52-16,-6 4-51 0,6 8-46 16,-6-1-36-16,8 4-23 0,-8 1-16 15,6-4-22-15,-6-1-57 0,6-7-92 0,-6 1-110 16,0-7-115-16,7-6-110 0,0-2-89 15,-1-4-70-15,-6-8-56 0,0-3 4 0,0 0 61 16,0-3 82-16,-6-4 86 0,6 0 111 16</inkml:trace>
  <inkml:trace contextRef="#ctx0" brushRef="#br0" timeOffset="66038.95">1492 3227 321 0,'0'-8'402'0,"-7"6"48"0,1-2-6 0,6 0-68 15,0 4-62-15,0 0-39 0,6 0-25 16,1 0-20-16,6 0-13 0,0 4-30 15,7 0-38-15,-1-2-41 0,0 3-35 16,8-2-29-16,-1-3-18 0,0 0-15 0,-1 0-13 16,1-3-34-16,1-2-54 0,-7-1-64 15,-2-5-65-15,2 3-62 0,0-6-54 0,-7-1-45 16,-1-4-35-16,-4 1-16 0,-2 0-2 16,0 0 30-16,-6-5 41 0,7 6 67 15</inkml:trace>
  <inkml:trace contextRef="#ctx0" brushRef="#br0" timeOffset="66231.61">1844 2963 219 0,'-8'-11'330'0,"2"0"51"0,6 4-6 15,-6 4-4-15,6-1-34 0,-6 4-23 16,6 4-2-16,-7 3 12 0,7 3 13 16,-7 9 10-16,7 6 2 0,0 4-15 15,0 2-33-15,7 9-54 0,-7 0-49 0,7 4-84 16,-7-1-34-16,0 5-35 0,0-3-27 16,6-5-20-16,0 0-64 0,8-7-68 15,-8-3-119-15,0-9-110 0,1-2-98 0,6-5-94 16,-6-6-83-16,-7-8-35 0,0 0 36 15,6-12 70-15,0 2 78 0,1-9 90 0</inkml:trace>
  <inkml:trace contextRef="#ctx0" brushRef="#br0" timeOffset="66408.89">1974 3205 178 0,'6'-14'395'0,"0"3"67"0,2 2 63 16,-2 7-32-16,-6-2-54 0,0 4-30 0,0 4-20 15,0 3-28-15,0 5-40 0,0-2-54 0,0 5-65 16,0 3-62-16,0-3-53 0,0 6-37 15,6-2-29-15,1 4-19 0,0-6-28 0,-1 2-49 16,1-5-67-16,5 1-73 0,-5-5-72 0,0 2-65 16,-1-9-44-16,0-3-23 0,1 0-25 0,0-7-21 15,-7-1-15-15,6-2 24 16,-6-5 40-16,7 1 56 0</inkml:trace>
  <inkml:trace contextRef="#ctx0" brushRef="#br0" timeOffset="66879.97">2156 3110 266 0,'13'-7'380'0,"-6"0"52"0,-7 3 11 0,6 4-60 15,-6 0-66-15,0 4-43 16,7 3-29-16,-7 3-18 0,0 5-16 0,0-1-14 0,0 6-17 0,6-2-23 16,-6 4-24-16,0 0-28 0,0 3-29 0,0-2-26 15,7 2-20 1,-7-3-14-16,7-3-6 0,-7-5-5 0,6 1-3 0,-6-5-2 0,0-3 1 0,0 1-1 16,6-1 1-1,-6-7 0-15,0 0 5 0,0 0-4 0,0-7 1 0,7-1-2 0,-7-6 0 0,0 3 0 16,0-7-4-1,7 0-1-15,-7-1-4 0,0-3 6 0,6 0-3 0,0 4 2 0,-6-5 2 0,7 6 1 16,-1 3 3-16,-6 2-3 0,7 1 0 0,-7 3-1 16,7 2 0-16,-7 1 2 0,6 5 4 0,0 5-1 31,-6 1 1-31,8 2 1 0,-2 3 15 0,-6 4-7 16,6 3-7-16,-6 0-2 0,6 1-3 0,1-2 0 15,-7 2-10-15,7 0 0 0,-1-1 5 0,-6-3 20 0,7-4-10 0,-1-1-6 0,0-2-8 0,-6-1 5 31,0-3 1-31,8-4-20 0,-8 0 13 0,6-7 5 16,0-1 4-16,0 1 0 0,2-7 0 0,-2-5 18 0,0 1-7 0,1-1-7 0,-1-3-19 16,1 4 7-16,6 0 2 0,-7-1-17 0,1 5 6 15,0-1 7 1,-1 4 16-16,0 0-5 0,-6 8-4 16,7-2 2-16,0 5 2 0,-1 0-3 0,1 8 4 15,-1 0 4-15,0 1-2 0,-6 3-2 0,8 3-3 16,-2 4 2-16,0-2-8 0,0-2-25 0,1 3-39 15,-7 1-45-15,7-4-56 0,-1-4-56 0,1 0-50 16,-1-4-28-16,-6-3-10 0,7 0-21 0,0-4-16 16,-7-4-13-16,0-4-9 0,6 1-3 0,-6-3 19 15,6-2 54-15</inkml:trace>
  <inkml:trace contextRef="#ctx0" brushRef="#br0" timeOffset="67044.47">2612 3135 82 0,'7'-10'328'0,"-1"2"54"0,-6 1 20 0,7 0-13 0,-7 7-37 16,7 0-39-16,-7 7-24 0,0 4-14 0,0 0-15 15,0 8-32-15,6 1-35 0,-6 7-41 0,0 2-37 16,6 4-35-16,-6-1-32 0,7 6-18 0,-7-1-14 16,7-1-15-16,-1 0-16 0,0-2-34 0,8-2-48 15,-1-6-55-15,-7 0-55 0,0-8-53 0,1 0-44 16,0-6-44-16,-1-5-46 0,-6-1-60 0,0-6-3 16,0 0 24-16,0-2 38 0,0-5 68 0</inkml:trace>
  <inkml:trace contextRef="#ctx0" brushRef="#br0" timeOffset="67519.62">2658 3242 45 0,'0'-23'327'16,"7"6"44"-16,-7 3 31 0,6-3-45 0,-6 3-86 15,6 3-75-15,1-3-50 0,0 3-34 0,6 0-21 16,-1 4-21-16,-5 0-13 0,6-1-1 0,1 4-2 16,-2 1 6-16,1 3 19 0,0 3 24 0,0 1 22 15,-7 0 12-15,2 7 14 0,-2-1-2 0,-6 5-19 16,0-1-26-16,-6 6-22 0,6-2-24 0,-8 0-25 15,2 3-12-15,0-2-11 0,-1-1-4 0,-6 1-7 16,7-2-13-16,-1-5-24 0,1 3-26 0,0-4-32 16,-2-3-30-16,2-1-29 15,0-4-21-15,-1-3-4 0,0 0 2 0,7-3 5 0,0-4 11 0,0-1 9 16,0-3 12-16,7 1 12 16,0-7 12-16,-1 3 10 0,8-1 14 0,-8-2 15 0,7 2 24 0,-7 1 21 15,7-1 26-15,-6 4 26 0,-1 0 26 16,8 2 23-16,-8 3 27 0,0 3 33 0,1 3 30 15,0 7 33-15,-7 0 29 0,6 5 28 0,0 5 13 16,-6 2 0-16,13 6-7 16,-6 1-21-16,6 3-19 0,-7 1-34 0,8-5-34 0,-8 4-31 0,7-7-31 15,0 4-19-15,0-7-18 0,1-6-5 0,-2 3-2 16,2-9 8-16,-2 0 5 0,1-7 18 0,1 0 11 16,-2-3 2-16,2-4-1 0,-2-5-6 0,-5-2-7 15,0-5-18-15,-1 1-21 0,1-4-10 0,-1 0-7 16,-6 0-22-16,6 1-42 0,-6-5-57 0,0 3-62 15,8 1-57-15,-8 4-71 0,0 0-51 0,0 6-22 16,0 2-3-16,0 3 12 0,0 3 10 0,0 0 1 16,6 1-10-16,-6 0-26 0,0 3-17 0,0 0 12 15,0 0 25-15,0 0 59 0</inkml:trace>
  <inkml:trace contextRef="#ctx0" brushRef="#br0" timeOffset="68441.67">3180 3121 304 0,'6'-4'367'0,"0"-3"35"0,0 3 5 0,-6 1-17 0,8-2-40 0,-8 5-15 0,0 0 5 15,0 0 0 1,0 8 1-16,0-1-10 0,0 5-13 0,0-2-27 16,6 6-35-16,-6 4-40 0,6 0-63 15,-6 6-29-15,7-1-33 0,-7 0-28 0,6 0-26 16,1 2-17-16,-7-1 11 0,7-4-15 0,-7-1-36 16,6-2 7-16,0-4 6 0,-6-1 3 0,7-7-2 15,-7 1-4-15,7 0 33 0,-7-5-11 0,0-3-5 16,0-3-1-16,6-9 3 0,-6 1 2 0,0-3-7 0,6-5 1 0,1-3-3 0,-7 0-8 15,7 1-1 1,-7-2-1-16,6 0 4 0,1 6-4 0,-7 2 4 16,6 1 4-16,-6 2 2 0,6 5-4 0,-6 4-1 15,0-2 1-15,7 5-2 0,-7 5 0 0,7 2-1 16,-7 4 1-16,6 0-1 0,0 3-18 0,-6 1-33 16,8 0-50-16,-2 3-44 0,0-3-56 0,1 3-56 15,-1-3-41-15,1-1-23 0,0-3 1 0,-1 0 5 16,6-3 20-16,-4-2 28 0,4-1 30 0,-5-5 31 15,6 0 27-15,-6-5 27 0,5-1 26 0,2-2 27 16,-8 1 28-16,0-4 25 0,8-3 22 0,-8 2 16 16,1-2 16-16,-7-1 12 0,6 1 13 0,-6-1 18 15,0 0 21-15,0 0 31 0,7 1 35 0,-7-1 39 16,0 1 44-16,-7 3 39 0,7 0 34 0,0 3 27 16,-6 2 11-16,-1 1-1 0,7 2-25 0,-6 3-35 15,-1 3-41-15,0 2-51 0,1 5-49 0,0 1-41 16,-8-1-24-16,8 9-27 15,0-1-15-15,-1 4-6 0,1 1-3 0,-1 2-5 0,7 1-8 16,-7-1 3-16,7-6-4 0,0 3-2 0,0-8-5 16,7 1 3-16,0-3-1 0,-1-5 1 15,1 0 5-15,-1-4-1 0,7-3 0 0,-6-3-6 0,5-4-9 16,2 0-21-16,-1-9-32 0,-7 3-25 0,7-10-23 16,0 0-22-16,-7-2-16 0,2 4-3 0,-2-2 11 15,0 5 13-15,1-1 19 0,-1 1 20 0,-6 4 29 16,7 2 24-16,-7 5 19 0,0 4 13 0,0 3 6 15,6 3 7-15,-6 1 0 0,0 7 0 0,0 0 1 16,0-1-2-16,0 9 5 0,0-4-3 0,7 7-3 16,-7-3-10-16,0-5-26 0,6 1-37 0,-6-1-48 15,7 1-38-15,-7-8-37 0,7 0-26 0,-7-4-8 16,6-3 7-16,-6 0 3 0,6-6-4 0,1-2-8 16,-7 1-12-16,7-4-6 15,-7-3-5-15,6-1 15 0,-6 1 30 0,6-5 37 0,-6 4 50 0,0-3 58 16,7 4 76-16,-7-2 78 0,0 6 81 0,0-2 65 15,6 5 41-15,-6-1 17 0,0 6-7 0,7 4-19 16,-7-2-34-16,0 8-22 0,0-1-15 0,0 5-3 16,7-2 1-1,-7 9 4-15,0-2 3 0,6 3 3 0,0 6-3 0,-6-5-10 0,0 1-25 0,8 0-29 16,-8 0-35-16,6-4-33 0,-6-2-22 0,0-7-8 16,6 7 0-16,-6-9 11 0,0 0 12 0,6-3 7 15,-6-4 1-15,0-4-8 0,0-6-10 0,0-2-8 16,7-5-16-1,-7-6-11-15,7 5-8 0,-1-8-5 0,-6 4 0 0,7-3-8 0,-7-1-1 0,6 4 4 32,0 3-3-32,2-3 4 0,-2 8-3 0,0 3 2 15,0 4 1-15,2 2 6 0,4 3 9 0,-5 4 4 16,6 6 6-16,6 3 1 0,-5 7-1 0,-2 4-8 0,2 4-28 0,5 0-67 0,-5 3-112 16,-2 4-124-1,2 0-138-15,-2 1-194 0,1 2-86 0,1-3 9 16,-2 3 78-16,2 1 106 0</inkml:trace>
  <inkml:trace contextRef="#ctx0" brushRef="#br1" timeOffset="72100.47">1850 3645 29 0,'-14'0'316'0,"8"4"44"0,-6-4 36 0,5 0-29 0,0 0-80 15,1 0-49-15,-7-4-34 0,7 4-18 16,6 0-15-16,-8-4-7 0,2 4-2 15,6-3-7-15,0 3-1 0,0-4-8 0,-6 4-5 16,6-4-14-16,0 0-21 0,0 4-20 16,0-8-20-16,0 6-16 0,0 2-20 0,6-4-13 15,0 4-13 1,8 0-3-16,-1 0-3 0,7 4-1 0,6-2 1 0,0 4-3 16,6-4 7-1,-5 2 1-15,12 0 0 0,-7 0 2 0,1-1 2 0,5-3 3 0,2 4-2 0,-1-4-1 16,0-4 1-16,0 4-4 0,0-3 2 0,6-1-2 15,-6 0-2-15,7 0-2 0,-7 2-6 0,7-4 2 16,-7 4-1-16,7-5-1 0,-7 3 3 0,0 0 3 16,0 0-6-1,0 0-24-15,-6 0-18 0,-1 2-18 0,7-3-19 0,-6-2-20 0,-1 3-4 0,1 1 7 16,-1-5 6-16,2 5 6 0,-9-1 8 0,1 1 7 16,0-1 4-1,1 0 1-15,-7 4 0 0,-2 0-4 0,2 0-6 0,0 4-12 0,-1-4-16 0,-5 4-15 16,-2 3-19-16,1-4-35 0,1 1-57 0,-8 3-81 15,-6-7-47-15,0 4-12 0,6-4 12 0,-6 0 38 32</inkml:trace>
  <inkml:trace contextRef="#ctx0" brushRef="#br1" timeOffset="72688.74">2013 3649 131 0,'-13'3'332'0,"7"5"39"0,-2-5 9 0,2 1-57 0,6 3-90 0,-6-3-61 0,6-1-45 15,0 1-34-15,0-4-17 0,0 4-12 16,0-1-8-16,0 1-3 0,6 0 3 15,-6-1 9-15,6 4 1 0,8-3 2 0,-8 0-2 16,8 3 1-16,-1-2-5 0,-1 2-11 0,8-5-5 16,-7 2-6-16,7 0-10 0,-1 0-5 0,14 0-3 15,-7 0-5-15,7-4-4 0,-1 3-3 0,1-3 0 16,-1 0-4-16,7-3 0 0,1 3 0 0,-1 0 0 16,-1-4-2-16,1 4-3 0,7-4 4 0,-1 4-3 15,2 0 1-15,-2-4 1 0,7 4 0 0,0 0 2 16,1 0-3-16,-8 4-1 0,7-4-4 0,-6 4 1 15,6 0 0-15,-6-4-1 0,-7 3-1 0,6-3 2 16,-5 0 1-16,-8 4-1 0,7-4 0 0,-13 4 1 16,7-4-1-16,-7 0 0 0,0 0-3 0,-7 0-11 15,1 0-15-15,-7-4-17 0,7 4-21 0,-14-4-24 16,7 1-24-16,0-5-19 0,0 4-19 0,-6 0-16 16,-1-2-38-16,1 2-58 0,-7 4-89 0,0 0-32 15,-7-8 0-15,1 5 18 0,6 3 49 0</inkml:trace>
  <inkml:trace contextRef="#ctx0" brushRef="#br1" timeOffset="73173.75">1811 3605 23 0,'-13'7'320'0,"6"-1"40"0,1 0 27 0,0-4-43 0,-2 6-102 0,8-4-80 0,0-1-54 0,8 5-36 16,-2-5-21-16,7 5-10 0,7-5-1 16,6 1 6-1,13-4 7-15,-7 3 5 0,14-3 4 0,6 0 0 0,0 0-2 0,0-3-7 0,7-1-11 16,0 1-7-16,6-2-8 0,-6 2-6 0,6 0-5 16,0-5-3-16,0 5-5 0,0-5 0 0,0 4-7 15,1-4 1 1,-1 2-3-16,0-1 1 0,0 3-1 0,-7-4 1 0,1 2 3 0,0 1 0 0,-7 3-3 15,-7-3 4 1,1 5 1-16,-7-4-5 0,0 1-1 0,-6-1-2 0,-1 4-5 0,-6-4-14 0,-6 4-20 16,-1 0-21-1,1-3-25-15,-7 3-30 0,0-4-28 0,-6 4-51 16,6-3-69-16,-13 3-82 0,0 0-30 0,0-8-1 16,0 0 20-16,0 8 53 0</inkml:trace>
  <inkml:trace contextRef="#ctx0" brushRef="#br1" timeOffset="73558.25">2241 3616 77 0,'-13'2'338'0,"6"6"42"0,1-4 27 0,0 0-58 0,-1 0-102 0,7 3-73 0,0-3-45 16,7 2-25-16,5 2-11 0,2-1 5 0,5 1 11 15,7-1 16-15,6 4 13 0,1-4 6 0,13 4 7 16,-1-3-2-16,8-5-13 0,-1 5-20 0,13-4-23 15,0 2-21-15,6-6-23 0,8 4-18 0,0-4-11 16,-8 0-7-16,7 0-5 0,-6-4-2 0,5 4-2 16,-11 0-2-16,-1-4-1 0,-6 4-2 0,0-2-3 15,-14 2-5-15,7 0-25 0,-13 0-38 0,-6 0-46 16,-1 0-45-16,-12 0-47 0,-1 0-44 0,1 0-29 16,-6-7-44-16,-8 2-64 0,-6 5-45 15,0-11-1-15,-6 0 25 0,-2 0 39 0</inkml:trace>
  <inkml:trace contextRef="#ctx0" brushRef="#br1" timeOffset="73820.47">2592 3774 34 0,'-18'14'353'0,"4"0"48"0,1-3 35 16,7 0-18-16,6 0-109 0,0 0-77 15,6 1-44-15,7-2-3 0,13-3 15 0,0 5 25 16,13-4 31-16,7-6 27 0,7 2 17 0,4-8-1 16,16 2-11-16,-8-2-30 0,6-4-38 0,1-3-45 15,0 3-41-15,-7 2-45 0,0-2-37 0,-7 1-20 16,-5-1-18-16,-1 4-10 0,0-3-5 0,-13 4-11 16,0 3-49-16,-6 0-92 0,-7 0-115 0,0 3-116 15,-7-3-117-15,-5 0-190 0,-14 0-78 0,0 0 22 16,0 0 78-16,0 0 100 0,0 0 110 0</inkml:trace>
  <inkml:trace contextRef="#ctx0" brushRef="#br2" timeOffset="82245.56">4418 4195 250 0,'-7'0'316'0,"7"0"18"0,0 0-32 0,0 0-55 0,-7-4-56 0,7 0-34 16,0 0-16-16,0 1-6 0,-6-2 1 0,6 3 5 16,0-5 7-16,6 3 8 0,-6 0 5 15,0-4 9-15,0 8 3 0,0-7 9 0,0 3 0 16,0 4 0-16,0-2-6 0,0 2-16 0,0-5-11 16,0 5-25-16,0 0-13 0,0 0-24 15,0 5-14-15,0-3-6 0,0 5-1 0,0 5 2 0,7 3-7 31,-7-1-2-31,7 8-7 0,-7 4-6 0,0-1-8 16,0 4 0-16,6 1-7 0,-6-1-10 0,0 4 1 0,0-4-6 0,6-3-9 0,-6-4-5 16,0 0 0-1,0-7 1-15,0-1-4 0,7-2 3 0,-7-5 1 16,0-4 2-16,0-3-7 0,6 0 4 16,-6-7 2-16,-6 4-4 0,6-9-3 0,0 5 0 0,-7-7 2 0,7-5 0 0,0 1-2 0,-6-1 4 31,6-3 1-31,0-3 15 0,0-1-11 15,-6 4-1-15,6-4-7 0,0 8 1 0,0-4-2 16,0 1-20-16,6 2 14 0,0 4 0 0,-6-3 6 16,7 0 0-16,-1 6 0 0,1-2-4 0,0 3-1 15,-1 5 5-15,0-2 0 0,1 4-5 0,0 0 4 16,-1 4 2-16,0 4 1 0,1 0-10 0,0 6 3 16,6 1 9-16,-7 5 0 0,0 1 0 15,8 2 7-15,-8 0 6 0,0 2-6 0,1 4-14 16,0-3-11-16,-1 5-43 0,1-6-66 0,-1-2-67 15,1-1-74-15,-7-4-72 0,7 1-62 0,-1-8-30 16,0 0-29-16,-6-3-47 0,0-4-34 0,0 0 18 16,0 0 44-16,6-4 55 0,2-6 79 0</inkml:trace>
  <inkml:trace contextRef="#ctx0" brushRef="#br2" timeOffset="82848.44">4899 3924 80 0,'7'-4'368'0,"6"0"71"0,-7 0 71 0,-6 1 5 0,7-1-48 15,-7 0-23 1,0 4-6-16,0 0-9 0,0 4-9 0,0-4-28 16,0 0-38-16,-7 4-50 0,7 3-47 0,-6 4-49 0,0 7-52 0,-1 1-40 0,0 6-35 15,7 4-29-15,-6 8-22 0,0 0-10 0,-1 8-11 16,1-2-8-16,6 4 1 0,-7-3 2 0,14 1-4 31,-1-2-7-31,1-6-5 0,5-1-9 0,2-5-48 0,5-2-72 0,-6-4-94 0,7-6-99 16,-1-5-98-1,1-3-89-15,-7-5-48 0,6-6-49 0,1-2-55 16,-1-10 18-16,1 1 57 0,-7 0 75 16,0-7 82-16</inkml:trace>
  <inkml:trace contextRef="#ctx0" brushRef="#br2" timeOffset="83145.23">5239 4092 120 0,'0'-11'397'0,"0"0"73"16,-8 4 72-1,2-1-1-15,0 5-64 0,0-2-61 16,-8 5-45-16,8 5-52 0,-1-2-55 0,-6 5-62 16,6-1-65-16,1 4-47 0,6 0-36 0,-6 0-20 15,6 7-18-15,0-2-9 0,6 1-3 16,-6 4-5-16,6-1 0 0,8 1-2 0,-8-2 2 16,7-1-4-16,-7 0 0 0,8-3 2 0,-2-1 1 15,2 2 0-15,-8-7 0 0,7 3 5 0,-6-4 1 16,-7-1 4-16,7 0 3 0,-1-3-4 0,-6 4-6 15,0-5 5-15,-6 1 2 0,6-1-5 16,-7 1-4-16,0 3 1 0,1 1-1 0,-1-5-24 16,-5 4-48-16,-2 0-62 0,8-3-73 0,-8 0-84 15,2 0-70-15,5-4-81 0,7 0-91 0,0 0-41 16,-13 0 19-16,6-4 55 0,1-4 62 0</inkml:trace>
  <inkml:trace contextRef="#ctx0" brushRef="#br2" timeOffset="83449.5">5336 3942 292 0,'7'-8'459'0,"-1"1"72"0,0 0 53 0,-6 3-92 16,0 4-113-16,8-4-98 0,-8 4-79 0,6 0-56 15,-6 4-38-15,12 0-19 0,-4 3-6 0,-2 0-2 16,7 4-2-16,0 4 7 0,0 4 12 15,-1-2 11-15,2 5 42 0,-1 5 3 0,0 2 18 16,-6 0 0-16,-1 0-6 0,0 5-14 0,-6 2-43 16,0 0-8-16,0 1-22 15,-6-1-19-15,0 1-18 0,6-4-16 0,-7 3-13 0,1-7-7 16,-1 5-7-16,0-8-9 0,-5-1-10 0,4-6-33 16,2-2-59-16,6 2-78 0,-6-12-85 0,0 1-96 15,-1-5-87-15,7-3-74 0,0-3-83 0,0 3-49 16,-7-11 24-16,14-4 65 0,-7-7 80 0,13 0 94 15</inkml:trace>
  <inkml:trace contextRef="#ctx0" brushRef="#br2" timeOffset="83673.1">5720 4173 158 0,'7'-5'463'0,"0"5"115"15,-1 0 98-15,-6 0 14 0,0 0-95 16,0 0-91-16,0 0-96 0,0 0-105 0,0 0-90 15,6 5-75-15,2-5-56 0,-8 0-37 0,6 2-23 16,6-2-12-16,-5 0-12 0,0 0-5 16,6 0-2-16,-7 5-52 15,8-5-65-15,-8 0-83 0,7 0-88 0,-6 0-91 0,-1 0-92 0,-6 0-92 16,0 0-57-16,0 0 21 0,0 0 56 0,0 0 74 16,0 0 88-16</inkml:trace>
  <inkml:trace contextRef="#ctx0" brushRef="#br2" timeOffset="83844.56">5772 4330 366 0,'-6'15'486'0,"0"-4"83"0,6 0 55 0,-6-4-78 16,6 0-89-16,0 0-80 0,-8-3-69 0,8 0-53 15,8 0-41-15,-8-1-37 0,6-3-34 0,0 0-25 16,0 0-24 0,8 0-28-16,-1 0-27 0,-1 0-18 0,2 0-58 0,-1 0-100 0,0 0-128 15,-7 0-136 1,-6 0-211-16,0 0-131 0,0 0-22 0,0 0 60 0,7 7 105 0,-1 4 121 0</inkml:trace>
  <inkml:trace contextRef="#ctx0" brushRef="#br2" timeOffset="86350.77">6326 4008 128 0,'20'-8'354'0,"-7"1"54"0,-6-1 49 0,6 4-46 0,-7 2-59 16,1-3-22-16,-7 2 1 0,6 3 20 0,-6-4 31 15,7 4 33-15,-7 0 27 0,0-3 15 0,0 3 12 16,0 3-12 0,-7-3-29-16,7 4-46 0,-6-1-61 0,-1 2-68 0,1 1-67 0,-1 5-59 15,1 1-45 1,-8 2-38-16,8 1-20 0,-7 3-10 0,0 1-4 0,0-1-6 0,7 4-5 0,-8-4-2 15,8 0-4 1,0-2 1-16,-8-7-4 0,14 3 3 16,-6-4-3-16,-1-1 0 0,7 0-1 0,0-3 0 15,0 4 0-15,7-5 2 0,-1 0 2 0,-6 1 3 0,14 0 1 0,-8-4-1 0,7 0-11 32,0 0-22-32,0 0-32 0,-7 0-48 0,8 0-62 15,-2 0-83-15,-5 0-95 0,6 0-100 0,-6-4-92 16,-1 0-65-16,-6 1-39 0,7-5-30 0,-7 1-26 0,6 0 5 0,-6-4 61 0,0 0 81 15,0-1 85 1,0-2 105-16</inkml:trace>
  <inkml:trace contextRef="#ctx0" brushRef="#br2" timeOffset="86554.07">6398 3945 195 0,'0'-3'358'0,"7"-5"39"0,-7 8 18 16,6 0-58-16,-6 4-71 0,6 0-44 0,2 3-30 15,-8 4-26-15,6 0-22 0,-6 3-25 16,0 5-30-16,0 2-26 0,6 6-21 0,-6-2-13 16,0 8-18-16,0-4-10 0,-6 7-11 0,6 2-7 15,0-5-6-15,0 3-16 0,0-2-31 0,0-2-42 16,0-2-48-16,0-5-55 0,6-3-65 0,-6-4-89 16,0-3-92-16,0-7-24 0,0-8 15 0,0 0 33 15,0 0 62-15</inkml:trace>
  <inkml:trace contextRef="#ctx0" brushRef="#br2" timeOffset="86871.82">6593 4000 230 0,'7'-15'451'0,"0"4"88"0,-7 4 78 16,0 0-46-16,0 3-103 0,0 8-69 15,-7 0-68-15,0 3-76 0,1 3-68 0,0 9-52 0,6-1-19 16,-6 5-41-16,-2 2-29 0,8 4-11 15,0 1-10-15,0 3-10 0,0 0-13 0,0 0-3 16,8 0 1-16,-2-4-2 0,6-4 1 0,-5-3 1 16,6-3-2-16,0-4 2 0,7-4-2 0,-8-8 2 15,8-6 2-15,0-1 3 0,-7-11-35 0,7-2 22 16,-1-2 9-16,-6-8 9 0,6-2 0 0,-11 0-4 16,-2 4 38-16,0-5-22 0,-6 1-7 15,0 4-12-15,-6 2-2 0,0 5-8 0,-2 0-21 16,-4 7-29-16,-8-1-45 0,1 6-61 15,-1-2-77-15,-6 8-71 0,7 0-58 0,-1 4-101 16,-6 4-103-16,6-1-14 0,-5 4 33 0,5-4 57 16,6 0 70-16</inkml:trace>
  <inkml:trace contextRef="#ctx0" brushRef="#br2" timeOffset="91053.45">4457 5018 129 0,'0'-3'332'0,"6"3"40"0,-6-3 17 0,0-2-57 15,0 5-81-15,0-3-48 0,6-1-24 16,-6 1-14-16,0-1-3 0,0 4 7 0,0-4 11 15,0 4 7-15,0 0-3 0,0 0 0 0,0 0-9 16,0 4-17-16,0-4-6 0,0 7-8 0,7 0-6 16,-7 4-7-16,0 8-11 0,7 3-6 15,-7-1-10-15,6 9-18 0,-6 3-15 0,6 0-13 16,1 4-1-16,-7-1-6 0,7-2-11 0,-7 3-6 16,6-5-9-16,-6-6-6 0,7 0-13 0,-7-5-1 15,0-3-4-15,6-3 5 0,-6-7-1 16,0-1 6-16,0-3 2 0,0-2-4 0,0-4-1 15,-6-5-5-15,6-1 2 0,-7-6-4 0,7-5 0 16,-6 1-1-16,-1-8 2 0,7 4 2 0,-7-7-2 16,1 3-1-16,6-3 3 0,0-1-7 15,0 1-4-15,0 4-5 0,0-5-2 0,0 4 5 16,6 4-2-16,1 0 8 0,0-3 6 0,-1 6 1 16,1 2-4-16,-1 5-2 0,0 2-4 15,2 5 1-15,4 2-1 0,-6-1-2 0,8 4 8 16,-8 0 2-16,7 4 6 0,-6 4-2 0,6-2 4 15,-1 13 1-15,-4-1-6 0,-2 1 2 0,7 6-2 16,-13 4-5-16,6 1 0 0,-6 3 0 0,7-8-5 16,-7 4-2-16,0-3-13 0,7-4-39 15,-7 1-64-15,6-10-72 0,-6 3-75 16,0-5-80-16,6-4-66 0,-6-4-36 0,0-3-48 0,0 0-61 16,0 0-5-16,0-7 37 0,7 0 55 15,0-4 63-15</inkml:trace>
  <inkml:trace contextRef="#ctx0" brushRef="#br2" timeOffset="91287.36">4919 4971 18 0,'6'-11'362'0,"-6"0"68"0,7 4 51 0,-7 3-2 16,0 0-87-16,0 4-82 0,-7 4-65 15,1 3-49-15,0 5-40 0,-1 2-34 0,0 4-25 16,-5 5-22-16,12 6-25 0,-7 0-14 0,1 8-11 15,6-1-11-15,-7 8-7 0,7 0-4 16,7-4-1-16,-7 1-2 0,6-1-2 0,7-7-1 0,-7 0-1 16,8-8-21-16,-2-2-38 0,2-5-53 0,5-3-58 15,-6-8-65-15,0-3-100 0,7-8-114 0,-14-3-45 16,14-8 4-16,-7 1 35 0,0-13 53 16</inkml:trace>
  <inkml:trace contextRef="#ctx0" brushRef="#br2" timeOffset="91838.47">5199 4924 213 0,'0'-4'422'0,"6"4"63"15,-6 4 54-15,0 6-61 0,0 1-99 0,0 4-81 0,0 3-61 16,0 4-51-16,0 4-50 16,0 3-42-16,8 4-29 0,-8 0-26 0,6 0-17 15,-6 0-15-15,6 0-4 0,0-4-6 16,2 1-14-16,-2-9-25 0,0-1-30 0,-6-6-27 0,7-3-35 0,-7-4-26 15,6 0-9-15,-6-7 5 0,7-7 9 16,-7 0 13-16,0-4 18 0,-7-1 18 16,7-2 12-16,0-3 12 0,-6-3 11 0,6 3 15 0,-7-9 12 0,7 4 12 15,0 0 10-15,-6 0 12 16,6-4 10-16,0 7 8 0,0-3 9 0,0 1 4 0,0 2 8 16,6 5 4-16,-6-5 3 0,7 4 0 15,-1 1 2-15,1 3-2 0,0 0-5 16,-1 0-1-16,0 8-2 0,8-5 0 0,-8 8 1 0,0-4 6 15,1 8 18-15,0 0 17 0,-1 0 18 0,1 6 20 16,-7 1 11-16,0 4 1 0,0-1-8 0,0 5-15 16,0-1-17-16,-7 1-20 15,1 3-14-15,-1-4-8 0,7 0-4 16,-7 0-2-16,1-3 0 0,0 1-4 0,6-2-3 0,-8-3-3 0,8-5-7 16,-6-1-9-16,6 2-8 0,0-4 1 0,0-3-1 15,6 0-4-15,2 0 6 0,-8 0-2 0,12 0 4 16,-5 0-2-1,0-3 2-15,6-9-1 0,-1 6-2 0,2-5 1 16,6 3-4-16,-8 2 1 0,1-2-1 0,1 4 3 16,-2 0 1-16,2 8 0 0,-8 0 11 0,0-1 11 0,1 8 15 0,-7 0 12 15,0 3 10 1,0 5 8-16,-7 3 1 0,7-4-6 0,-12 5-16 0,4-2-10 0,2 2-14 16,0-5-13-16,-7 0-14 0,13-3-31 0,-13-1-45 15,6-2-59-15,1-5-68 0,0 0-69 0,-2-7-94 16,8 0-108-1,-12-4-56-15,6 1 5 0,-2-8 41 0,2 0 60 16</inkml:trace>
  <inkml:trace contextRef="#ctx0" brushRef="#br2" timeOffset="92157.25">5480 4876 64 0,'13'-15'414'0,"-1"9"87"0,-5-3 78 0,0 2 25 0,-7 4-100 0,6-1-92 16,-6 4-63-16,0 0-51 0,6 4-43 0,1-1-32 16,6 4-14-16,-6 4-6 0,6 0-13 15,6 7-10-15,-5 1-4 0,-2 4 5 0,8 6 7 16,-7 3 9-16,-7 5 9 0,8 7 11 0,-8 0 4 16,0 0-19-16,1 4-24 0,-7 0-31 15,-7-2-34-15,7 3-34 0,-6-6-31 0,-7-2-17 0,6-1-15 0,-6-3-3 0,0-8-7 0,7 1 0 16,-7-8-2-16,-1-1-3 15,8-6-16-15,-7 0-36 16,0-5-63-16,0-2-85 0,0-8-104 0,0 0-121 16,0 0-106-16,6-8-83 0,1 2-42 0,0-6-39 0,-1-2-51 0,7 2 14 15,0-2 62 1,0-1 89-16,7-3 88 0,-1-1 112 0</inkml:trace>
  <inkml:trace contextRef="#ctx0" brushRef="#br2" timeOffset="92396.3">5831 5191 300 0,'7'-7'412'0,"0"7"52"16,-7-5 14-16,6 5-87 15,0-3-84-15,-6-1-58 0,7 4-37 0,-1-2-22 16,8-3-7-16,-8 5-3 0,7-3-6 0,0-1-20 15,0 0-22-15,0 0-25 0,6 1-23 0,-5-1-28 16,-2 0-24-16,2 1-5 0,-1 3-5 0,0-3-9 16,0-2-37-16,-7 5-54 0,8-3-83 15,-8-1-93-15,0 4-95 0,1-4-136 0,-7 4-108 16,0 0-15-16,0 0 43 0,0 0 66 0,0 0 82 16</inkml:trace>
  <inkml:trace contextRef="#ctx0" brushRef="#br2" timeOffset="92585.65">5942 5366 277 0,'-6'9'458'16,"6"-3"70"-16,0 2 63 0,-7-2-60 0,7-1-81 15,0-1-60-15,7-1-42 0,-7-3-45 0,6-3-48 16,7-1-60-16,1-4-46 0,-2 1-50 0,1 3-41 16,7 4-34-16,-7-3-40 15,0 0-68-15,-1 3-108 0,2 0-127 0,-1-5-153 16,-13 5-175-16,0 0-73 0,0 0 17 0,0 0 70 15,0 0 109-15</inkml:trace>
  <inkml:trace contextRef="#ctx0" brushRef="#br2" timeOffset="94498.88">6476 5095 79 0,'0'4'390'0,"7"-4"83"0,-7 4 83 16,0-4 20-16,0 4-35 0,-7-4-15 0,7 0 0 16,0 0-2-16,0 0-11 0,-6 0-34 0,6 0-57 15,0-4-67-15,-7 4-84 0,7-4-67 0,0-3-64 16,-6 0-48 0,6 0-26-16,6-1-31 0,-6 1-8 0,7-1-17 15,-7-3-10-15,6 4-3 0,1-1-4 0,0 1 4 0,5 0 0 0,-5 4 3 16,0-5 0-16,5 4-2 15,-5 4 5-15,-1 0 1 0,1 4 0 0,6-1 8 16,-7 5-8-16,2 3 6 0,-2 4-2 16,-6-1-1-16,6 9 3 0,-6-2-5 0,0 8 4 0,-6 1-1 15,6-1-2-15,0 0 0 0,-6 4-8 0,6-8-1 16,-8 5 2-16,8-7-4 0,0-1-2 0,0-5-3 16,0-2 2-16,0-4-5 0,0 1 0 0,8-5 1 15,-2-4 1-15,0 1-5 16,7-4-27-16,0-4-49 0,-6-3-79 0,13 0-103 15,-8-8-118-15,2 0-115 0,5-3-87 0,-6 0-52 0,6-4-53 16,-5 1-55-16,-2-2 34 0,2 0 78 0,-1 2 91 16,-1-2 93-16</inkml:trace>
  <inkml:trace contextRef="#ctx0" brushRef="#br2" timeOffset="94798.07">6855 4949 104 0,'0'-7'407'0,"6"3"92"0,-6 0 85 16,-6 0 13-16,6 4-58 0,0 4-54 0,-7-4-46 15,7 8-56-15,-7-1-59 0,7 4-61 0,-6 0-50 16,6 7-52-16,-7 0-49 0,7 9-37 16,0-2-19-16,0 1-15 0,0 3-14 0,0 0-9 15,7 0 0-15,-1 0 3 0,8-2-7 0,-8-6-8 16,6-2-1-16,2-8-4 0,-1-4-5 16,0 0-4-16,0-3 0 0,7 3 7 0,-8-3 2 15,2-8 4-15,5 0 2 0,-6-3 4 0,-6-3 2 16,5-2-5-16,-4 1-1 15,-2 5 0-15,0-6 3 0,-6 5 15 16,7 0 21-16,-7 3 18 0,0 4 10 0,-7 0 1 0,1 4 3 0,6-1-19 0,-6 1-22 16,-8 3-23-16,8 5-45 0,-7-2-73 15,6-3-102-15,-6 5-124 0,0-2-131 0,0 5-130 16,0-3-172-16,0-5-54 0,0 0 32 0,0 0 87 16,6-3 114-16,1 3 124 0</inkml:trace>
  <inkml:trace contextRef="#ctx0" brushRef="#br2" timeOffset="95766.47">4574 6077 351 0,'6'-7'455'0,"-6"4"77"0,-6-5 53 15,6 1-53-15,0 3-49 0,-7 1-34 16,7-1-40-16,-7 4-38 0,7-5-54 0,-6 10-65 0,6-5-66 15,-6 7-59-15,6 0-46 0,0 5-36 0,-6 5-26 16,6 6-3-16,0 2-4 0,0 9 0 16,0-2-1-16,6 4 0 0,-6 5 3 0,6 0-7 15,-6-2-5-15,6 2-2 16,1-4-10-16,-7-4 7 0,7 0 3 0,-1-8 7 0,-6 0 0 0,7-6-6 16,-1-4 10-16,-6-3-3 0,0-5-2 0,0 0 1 15,0-4 5-15,0 1 3 0,0-8 0 0,0-6-2 16,-6 3-7-16,6-9-5 0,-7 2-5 15,1-8 28-15,6 3-14 16,-7-6-9-16,7 0-3 0,-7-4-5 0,7 2 2 0,-6 1-28 0,6-3 12 16,6 0 8-16,-6 2 8 0,7 2 0 15,0 4 0-15,-1 2 3 16,1 1-1-16,-1-1 0 0,1 5-34 0,0 3 9 16,-1 3 12-16,0 2 0 0,8 1 9 0,-8 1-1 15,0 8 34-15,1 4-5 0,6 3-8 0,-6 4-1 0,-1 3-7 16,7 3 2-16,-6 2 0 15,-1 2-1-15,0 0-4 0,1 2-5 0,0-1-18 16,6-1-54-16,-7 1-74 0,0-4-86 0,1-1-86 16,0-1-85-16,-1-3-64 0,0-5-50 0,2 2-61 0,-2-7-23 15,-6-7 31-15,0 0 56 0,0 0 68 0,6-4 96 16</inkml:trace>
  <inkml:trace contextRef="#ctx0" brushRef="#br2" timeOffset="96054.25">5173 6015 205 0,'13'-15'468'0,"-6"5"113"0,-1 2 97 0,-6 1-4 0,-6 3-76 16,-1 0-69-16,1 4-70 16,-1 8-83-16,-6-1-70 0,1 8-65 0,4 3-49 15,-4 3-48-15,-2 6-42 0,8 2-26 0,-7 4-26 0,7 3-21 0,-1 6-12 16,0-3-6-16,1 1-1 0,6 2-5 0,0-3 2 15,0-3-2-15,0 2-5 0,6-5 3 16,1 0-11-16,6-8-9 16,-7 1-43-16,7-5-60 0,1-6-76 0,-2-1-97 15,8-6-80-15,-7-4-76 0,0-4-36 0,0-4-10 0,1-6-10 16,-2-2-13-16,2-6-19 0,-2 0 30 0,-5-1 47 16,-1-3 53-16,1-3 82 0</inkml:trace>
  <inkml:trace contextRef="#ctx0" brushRef="#br2" timeOffset="96522.4">5336 6077 99 0,'7'-10'392'0,"-1"2"83"16,0 1 76-16,-6 3 3 0,8 4-72 0,-2 0-59 15,-6 4-41-15,6-1-53 0,-12 5-51 0,6 3-45 16,0-1-52-16,0 5-48 0,0 4-40 16,0-1-22-16,6 7-24 0,0 5-19 0,-6-1-5 15,8 4-1-15,-8-4-2 16,6 5-3-16,0-1 5 0,-6-4-3 0,7-4-4 0,-1 0-1 0,1 1-2 15,-7-4-3 1,7-3-8-16,-1-4 3 0,0-1-2 0,0-3 0 16,2-3-2-16,-2-2 0 0,0-1 1 0,1-1 0 15,0-4 8-15,-1-4 0 0,-6-1 2 16,7-5-6-16,-1-5 3 0,0 1-5 0,1-12-4 16,0 4-2-16,-1-7-4 0,0 4 1 0,1-5-3 0,0 1 3 15,-1-4-5-15,1-1-4 16,-1 1 0-16,1-3-3 0,-7 7-6 0,6-5 2 15,1 5 4-15,-1 0 5 0,-6 4 3 0,0 3 8 16,6-1 6-16,-6 5 1 0,-6 4 2 16,6 2 1-16,-6 1 1 0,6 5-3 0,0 1-1 15,0 2-4-15,-7-1-6 0,7 8 1 0,0-1-3 16,-6 4 4-16,6 5 3 0,-7 3-1 0,7-5-3 0,-6 5 1 0,6 4 5 16,0-1-2-16,0-3-7 15,0 2 14-15,0 2-1 0,6-4-8 16,-6 3-7-16,7-4-1 0,-1-3 5 0,7 0-12 0,-7 1 9 0,8-10 6 15,-1 7 2-15,0-9-8 16,0 3-33-16,0-6-58 0,0 3-77 16,0-4-86-16,-6-3-94 0,5-1-81 0,-12 1-111 0,7-1-74 0,-1-3 3 0,-6-3 49 15,7 3 75-15,0-1 79 0</inkml:trace>
  <inkml:trace contextRef="#ctx0" brushRef="#br2" timeOffset="96866.48">5838 5883 178 0,'0'-4'456'0,"0"4"99"0,0 0 86 0,0 0-17 0,0 4-98 0,0-1-86 0,0 2-88 15,0 2-73 1,0 4-68-16,0 0-42 0,7 3-23 0,-7 1-10 0,12 3-4 0,-12 5-10 15,13 2-6 1,-6 5 1-16,0 2-23 0,-1 2-24 0,7-2-19 0,-6 5-15 0,-7-4-5 0,6 3-22 31,-6-3 2-31,0 1-5 0,0-1 1 0,-6 0-5 16,6-4-3-16,-7-3-1 0,0-1 1 0,1-3-1 0,-7-3-10 0,6-2-23 0,-6-2-51 16,7-7-65-1,-7 3-67-15,6-7-75 0,-5-1-66 16,-2 1-54-16,8-4-33 0,-1 0-29 0,1-4-63 15,6 4-39-15,-7-3 19 0,0-6 46 0,7 3 64 16,0 6 89-16</inkml:trace>
  <inkml:trace contextRef="#ctx0" brushRef="#br2" timeOffset="97074.99">6085 6228 47 0,'14'0'415'16,"-8"0"83"-16,0 4 71 0,1-4 17 0,-7 0-110 16,7 0-107-16,-7 0-102 0,6 0-76 0,0 2-67 15,1-2-50-15,0 0-28 0,-1 0-18 0,7-2-10 16,0-2-4-16,-6 4-4 0,5-4-7 16,-4 4-36-16,4 0-53 0,-5 0-62 0,-1 0-71 15,1 0-75-15,-1-4-103 0,-6 4-109 0,0 0-26 16,0 0 24-16,0 0 49 0,0 0 63 0</inkml:trace>
  <inkml:trace contextRef="#ctx0" brushRef="#br2" timeOffset="97240.9">6151 6374 159 0,'0'11'430'0,"0"-4"78"0,0 0 62 16,0-3-33-16,0 1-116 0,-7-2-107 15,7 0-88-15,7-3-72 0,-7-3-58 0,13 3-40 16,-1-3-24-16,2-2-12 0,-2 5-25 0,2-4-57 15,-1 1-82-15,0-1-108 0,-7 1-188 16,7-1-107-16,-7 1-41 0,8 3 22 0,-8-4 64 16,8 0 95-16</inkml:trace>
  <inkml:trace contextRef="#ctx0" brushRef="#br2" timeOffset="97743.62">6607 6000 379 0,'-7'7'520'0,"0"-3"99"0,1 0 66 0,0 0-76 16,0-4-104-16,-2 0-102 0,8-4-102 0,-6 4-96 16,6-4-77-16,0 4-51 0,0-4-53 0,6-3-15 15,2 4-9-15,-2-4 2 16,0 3-2-16,7 0-2 0,-6-3 16 16,6 7-8-16,-1-8-1 0,2 8-4 0,-2-4 4 0,8 4-2 0,-13 0-3 15,6 4 3-15,0 0 5 0,-7 0 3 16,8 7 3-16,-8-4 10 0,0 4 11 0,-6 4 6 15,0 0 0-15,0 3-8 0,0 0-5 0,-6 0-9 16,0 5-4-16,6-2-7 16,-14 4 14-16,8-2-5 0,0 0-3 0,-1-6-3 0,0 5-2 0,1-7-2 15,-1-1-17-15,1-3 9 16,0 0 9-16,6-3 2 0,-8-2 0 16,8 3-2-16,0-6-15 0,0 2 2 0,8-3 0 15,-2-2 1-15,0 4 2 0,1-4 2 16,6-4 18-16,0 4-10 0,-1-2-5 0,2-6-20 15,6 4-54-15,-7-4-75 0,7 5-100 0,-8-5-99 16,2 2-113-16,-2-6-144 0,1 5-79 0,-6-4 11 0,6 3 62 16,-7-7 83-16,8 1 102 0</inkml:trace>
  <inkml:trace contextRef="#ctx0" brushRef="#br2" timeOffset="98216.73">7076 5949 86 0,'-7'-3'456'0,"1"3"124"0,-1-4 113 16,1 4 51-16,-1-4-73 16,1 0-89-16,0 1-104 0,-2-1-108 0,2 1-108 15,6-4-86-15,0-1-69 0,0 1-55 16,0-1-24-16,0 5-16 0,6-2-4 0,2-2-7 16,-2 4-3-16,0-4 1 0,1-1-1 0,-1 1 1 0,7 3-4 0,-6 0 5 15,-1 0-6-15,8 4 6 0,-8 0 0 0,0 0 5 16,1 4 6-16,0 4 9 0,-1-1 9 0,0 4-17 15,-6 0 13-15,7 0 9 16,-7 4-2-16,0 0-9 0,0 3-1 16,-7-4 14-16,7 5-11 0,-6 3-12 0,0-4 1 0,6 1 9 0,-7-5 7 15,0 1 8-15,7-1 4 0,-6-3 5 0,6 0-7 16,0-3-9 0,0-4-10-16,0-2-12 0,0 3-7 0,0-2-3 15,0 1-1-15,0-4-2 0,6 0-1 0,1 0-3 16,0 0 9-16,5-4-5 0,1 1 0 15,1-2-1-15,-2 5 1 0,2 0 2 0,-2 0-3 16,8 5 0-16,-7-2 7 0,1 1 0 0,-2 3 5 16,2 1 7-16,-8 2 12 0,7 1 30 0,-7 0 36 0,1 3 49 0,-7 3 41 15,0 0 33 1,0 2 12-16,0-1-15 0,-7 3-31 0,1-2-43 16,-1 0-40-16,-5-5-35 0,-2 1-29 0,2-5-37 15,-2 5-59-15,1-3-98 0,0-5-141 0,-6 0-178 0,5-4-181 0,2-3-180 16,-2 4-172-16,1-4-26 0,1 0 74 0,12 0 143 15,-7-4 167-15,0-3 190 0</inkml:trace>
  <inkml:trace contextRef="#ctx0" brushRef="#br2" timeOffset="101305.83">3903 7327 94 0,'0'-12'358'0,"0"5"56"0,0 1 48 0,0-2-38 16,-7 4-83-16,7 0-57 0,0 0-40 0,0 1-31 16,0 3-34-16,0 0-25 0,0 0-28 0,0 3-32 15,0 1-28-15,0 7-23 0,0 0-14 0,7 4-19 16,-7 7-6-16,6-4-2 0,1 8 0 16,-1 0 2-16,0 3 4 0,2-3 1 0,-2 3-1 0,0-4 1 15,0 1-1-15,2-4 0 0,-2 0-5 16,0-8 1-16,1 2-1 0,-7-2 2 15,6-3-1-15,-6 0 1 0,0-4 6 0,7 0 14 16,-7-3 20-16,0-4 14 0,7 0 6 0,-14 0 0 16,7-7 0-16,0 0-13 0,-7 0-20 0,7-8-13 15,-6 4-12-15,-1-7 3 0,7-1-3 0,0 1-4 16,-6-5 0-16,6 2-1 0,0-4-2 0,0 2-1 16,0-3-3-16,6 4 4 0,1 1-3 0,-7 2 0 15,6 5 14-15,1-1-7 0,0 0-4 0,-1 8 0 16,-6 0-3-16,6 3-1 0,0 1-10 0,2 6 5 15,-2 1 7-15,7 3-1 0,0 5 4 0,0 2 2 16,0 4 3-16,0 0 2 0,0 4-4 0,7 1-1 16,-8 3 0-16,2-5-3 0,-2 1-8 15,2 0-21-15,-1-4-34 0,-7 0-60 0,7 0-69 16,-6-2-75-16,-1-5-74 0,8-4-103 0,-14-7-98 16,0 0-14-16,0 0 34 15,0 0 54-15,6-3 68 0</inkml:trace>
  <inkml:trace contextRef="#ctx0" brushRef="#br2" timeOffset="101590.3">4502 7152 397 0,'7'-16'514'0,"-7"1"105"0,0 4 92 0,0 4-41 0,0 0-52 0,0 3-48 16,-7 4-63-16,0 0-73 15,1 4-82-15,0 3-94 0,-1 7-77 16,0 1-68-16,1 7-43 0,6 1-30 0,-6 10-20 0,-1-1 11 0,0 5-12 16,7 4-8-16,-6-1-6 0,6 0-5 0,0 1-6 15,0 2-24-15,6 1 8 16,1-4 2-16,0-3 0 0,5 0-26 0,2-8-43 0,-2 0-56 16,2-7-78-16,-1-4-90 0,-1-3-94 0,8-4-70 15,-7-3-45-15,0-4-53 16,0-4-65-16,1-4-11 0,-8-4 45 0,6-3 68 15,2 1 78-15</inkml:trace>
  <inkml:trace contextRef="#ctx0" brushRef="#br2" timeOffset="102225.77">4717 7422 258 0,'0'-11'359'0,"0"3"43"0,7 1-11 0,-7 4-54 0,0-4-56 0,0 3-34 0,0 0-18 16,0 4-11-16,0 0-14 0,0 0-5 0,0 4-10 16,0 0 1-16,0-1-4 0,6 4-4 0,1 4 5 15,-1 4-14-15,0 4-17 0,-6-2-33 16,7 3-31-16,-7 5-24 0,7-4-29 0,-7 5-16 16,0 0-15-16,6 0 3 0,0-4-8 0,-6-1-38 15,8 1-53-15,-8-7-62 0,0 0-78 16,6-4-85-16,-6-4-75 0,0-4-60 0,0-3-42 15,0 0-53-15,0 0-5 0,6-7 37 0,-6-7 56 16,0-1 81-16</inkml:trace>
  <inkml:trace contextRef="#ctx0" brushRef="#br2" timeOffset="102611.09">4769 7418 67 0,'6'-11'357'0,"-6"0"58"0,8 1 47 15,-8 2-32-15,0 1-84 0,0-1-73 0,6 2-57 16,-6-2-36-16,6-1-44 0,1 3-32 0,-1-1-26 15,1 0-21-15,-1-2-17 0,7 2-20 0,-7 5-2 16,8-3-7-16,-8 2-4 0,8 3 0 0,-8 0 0 16,1 3 3-16,5 4 2 0,-5 0 8 15,-7 5 8-15,7 3 8 0,-7-1-8 0,0 1 4 16,0 4 3-16,-7-5-3 0,0 4-9 0,1-4-11 16,0 6 6-16,-1-11-9 0,7 3-3 0,-6-1-5 15,-1-3 2-15,0-1 5 0,7 1 5 16,-6-5 4-16,6 1 0 0,-6-1 2 0,6-3-3 15,6 0-5-15,-6-3-4 0,6-1-7 16,1 1-3-16,0-1-1 0,-1 0 1 0,7 0 17 0,-7 1-5 16,8-1-5-16,-2 0-11 0,2 4 3 15,-1 0 3-15,0 0-15 0,0 4 9 0,-1 3 6 16,-4 1 15-16,-2 3-2 0,0-1-1 16,1 5-1-16,-7-1-3 0,-7 1-5 0,7-1-1 15,-6 1-3-15,6 1-3 0,-14-1-3 0,8-5-14 16,0 1-24-16,-1-3-43 0,1-5-46 0,-7 1-54 15,6-4-49-15,-6-4-39 0,6 1-48 16,1-1-55-16,6-4-55 0,-6 5-1 0,-1-8 21 16,7 0 39-16</inkml:trace>
  <inkml:trace contextRef="#ctx0" brushRef="#br2" timeOffset="102873.92">5082 7349 214 0,'7'0'388'0,"-1"3"51"0,0 2 25 0,-6 5-67 0,7 5-89 0,-7 3-69 0,6 0-51 16,-6 5-40-16,7-3-30 0,0 3-22 0,-1 3-21 16,0-4-18-16,8 3-15 0,-8-6-10 0,7 2-12 15,-6-5-8-15,6-5-6 0,-1 0 1 16,2-4 10-16,-8 0 11 0,8-7 14 16,-2-4 12-16,-5 1 4 0,-1-8 0 0,1-4-10 0,0 1-9 15,-1-6-17-15,0-1-12 0,-6-4-4 0,6-1-9 16,-6-3-21-16,0 3-29 15,0-4-36-15,0 8-38 0,-6 1-41 0,6-1-33 16,0 7-22-16,0 4-16 0,0 4-22 0,0 3-34 0,0 4-61 16,0 0-34-16,0 0 1 0,0 0 21 0,0 0 45 15</inkml:trace>
  <inkml:trace contextRef="#ctx0" brushRef="#br2" timeOffset="107043.06">5955 7132 274 0,'6'-3'404'0,"-6"-1"56"0,8 0 27 0,-8 0-51 0,6 4-60 0,0 4-34 0,-6 0-18 15,6 3-15 1,1 1-21-16,0 6-28 0,6 1-29 0,-7 4-38 0,8 3-29 0,-2 4-21 0,-6 3-6 16,8 0-7-16,-1 0-16 0,-7 0-5 0,1 5-14 31,-7-2-23-31,7 2-25 0,-7-2-22 15,-7 1-9-15,0-4-7 0,1 4-12 0,-1-4-1 16,-5-2-1-16,4 2-6 0,-4-7-26 0,-1-5-49 16,6 2-57-16,-6-8-69 0,0-4-77 0,6 2-72 15,-5-6-46-15,6-3-25 0,-2-3-13 0,2-1-29 16,6-8-57-16,-6 1 1 0,6 0 35 0,0-7 48 16,0-1 64-16</inkml:trace>
  <inkml:trace contextRef="#ctx0" brushRef="#br2" timeOffset="107352.45">6202 6817 330 0,'8'-7'425'0,"-8"3"65"16,6-3 24-16,-6 3-54 0,6 4-57 15,-6-4-46-15,0 1-37 0,0 3-40 0,0 0-36 16,0 3-34-16,0 1-30 0,0 0-29 0,7 7-23 16,-7 0-19-16,0 4-26 0,6 7-23 15,-6-5-17-15,0 6-16 0,0 3-19 0,7-1-7 16,-7 1-26-16,6-1-57 0,-6 0-82 0,7-2-99 0,-7-1-94 15,0-4-106-15,0-3-125 0,6 3-70 16,-6-7 12-16,0 3 63 0,0-2 79 0,6-5 98 16</inkml:trace>
  <inkml:trace contextRef="#ctx0" brushRef="#br2" timeOffset="107878.48">6457 7378 19 0,'0'8'394'0,"6"-1"87"0,-6-4 69 0,0 4 21 15,0-3-91 1,7 0-83-16,-7 0-66 0,0-4-57 0,6 3-50 16,-6-3-34-16,7 0-31 0,0 0-33 0,-1 0-34 0,7-3-30 0,-6 3-18 15,5-4-14-15,-5 0-14 0,6 4-8 0,-6-4-13 16,5 1-32-1,-4 3-61-15,-2 0-70 0,0-4-78 0,0 4-82 0,-6-3-80 0,7 3-80 16,-7 0-79-16,0 0-3 0,0 0 39 0,0 0 61 16,0 0 77-16</inkml:trace>
  <inkml:trace contextRef="#ctx0" brushRef="#br2" timeOffset="108047.46">6502 7561 352 0,'0'7'445'16,"0"-3"63"-16,0 0 20 0,0-1-68 15,0 0-70-15,0-3-45 0,0 5-36 0,7-5-36 0,-7 0-42 0,7 0-45 0,-1-5-47 16,0 2-49 0,1 0-43-16,6-5-30 0,-6 5-51 15,-1-1-80-15,8 0-99 0,-8 0-111 0,-6 1-153 16,0 3-148-16,0 0-40 0,0 0 31 0,0 0 73 16,0 0 96-16</inkml:trace>
  <inkml:trace contextRef="#ctx0" brushRef="#br2" timeOffset="121775.73">5512 7152 75 0,'7'-6'315'0,"-7"0"46"0,0 6 20 0,6-4-26 0,-6 4-48 0,0-4-37 15,0 4-16-15,0-3-8 0,-6 3-6 0,6-4-4 16,0 4-4-16,0 0-9 0,0-4-10 0,0 4-9 15,0-4-4-15,0 4-13 0,0 0-13 0,0 0-8 16,0 0-5-16,0 0-13 0,0 0-21 0,0 0-10 16,0 0-15-16,0 4-15 0,0 0-20 15,0 0-8-15,0 3-5 0,6 3-5 0,-6 2-4 16,0 3-6-16,6 2-3 0,-6 3-10 0,7-2-7 16,-7 4-12-16,7 0 3 0,-1 3-7 15,-6 1-6-15,7-4 0 0,-1 7-8 0,1-3 7 16,-1-1-6-16,1 2 7 0,-1-6 0 0,0 5 1 15,2-4 6-15,-2 0-6 0,7-4-1 16,-7 0-1-16,7-3 4 0,-6-1-7 0,-1 2-4 16,1-5 8-16,6 3-1 0,-7-6 2 0,1-1-4 15,0 0 8-15,-1-4-1 0,0 1-2 16,-6-4-4-16,7 4-1 0,-7-4 3 0,6 0 0 16,1-4 1-16,-7 4 4 0,7-4 10 0,-1 1-1 15,-6-4-6-15,6 0 2 0,2-1 1 0,-8-3-7 16,0-3-10-16,6 3-1 0,-6-5 5 0,0-2-2 15,0 0-5-15,0 0 5 0,0-4 6 16,0 4 3-16,0-1-11 0,0-4-6 0,0 6-2 16,0-2-9-16,0 1-18 0,0-3-10 0,0 2 5 15,0 1 7-15,-6-4 1 0,6 3 1 0,0-3 11 16,0 3 5-16,-8 2-4 0,8-2-1 16,-6 1 9-16,6 4 6 0,-6-4 4 0,6 2 5 15,-7 3 5-15,7-3 3 0,-7 1-5 0,7 4 1 16,-6 1 0-16,-1-2 2 0,7 5 1 15,0 0-1-15,-6 0 6 0,6 7-6 0,-6-5-6 16,6 2 16-16,-7 3-13 0,7 3-7 0,0 2 10 16,-7-2 1-16,7 5-1 0,0 2-17 0,-6 2 9 15,6-2 5-15,0 9-10 0,0-4 6 16,0 2-3-16,6-1 0 0,1 2 0 0,-7 0-2 16,7 0 1-16,5-7 3 0,-5 4 2 0,-1-5 2 15,8 2 5-15,-2-5-1 0,2 1-1 0,-2-5-2 16,2 2 6-16,-1-3 0 0,-1-4-4 0,2-3 3 15,-1 2 2-15,6-5-3 0,-6 4-12 16,1-3-32-16,-8-1-50 0,0 2-67 0,1 2-86 16,-7-3-97-16,7 3-95 0,-7 0-103 0,0 4-111 15,0 0-23-15,0 0 39 0,0 0 72 16,0 0 93-16</inkml:trace>
  <inkml:trace contextRef="#ctx0" brushRef="#br2" timeOffset="123416.82">7017 7125 354 0,'0'0'511'0,"0"-4"94"0,0 4 84 0,0 4-77 0,0 0-97 16,0-1-81 0,0 5-84-16,0-2-86 0,-6 6-79 15,6 3-57-15,0-5-43 0,6 6-38 0,-6 2-28 16,6 1-6-16,-6-2 5 0,8 2-9 0,-2-1-8 16,-6-4 3-16,6 2 5 0,1-2-4 0,-7-3-12 0,6-4 1 0,1 1 3 0,-1-1-3 31,-6-3-5-31,7-1-1 0,-7 1 1 0,6 0 11 15,-6-4 0-15,0 0 1 0,7 0 3 16,0-4 0-16,-1 0 3 0,7 1-6 0,-6-1-3 16,5 0 0-16,-5 1 0 0,6 0 8 0,0 3-4 15,1 0-3-15,-2 0 0 0,-6 0 0 0,8 0 2 16,-8 3-6-16,7 0 5 0,-13 1 1 16,6 3 4-16,2 5 4 0,-8-2 8 0,0-3 8 15,0 5 7-15,0-2 11 0,0 6 8 0,0-5 9 16,-8-2-1-16,2 8-4 0,6-3-16 0,-6 1-6 15,-1-5-9-15,1 1-12 0,-1 0-10 0,0-4-2 16,1 4 4-16,0-3-15 0,0-5-27 0,6 5-49 16,-8-5-63-16,2 0-70 0,6 2-78 0,-6-2-67 15,-1 1-53-15,0-4-44 0,1 0-64 0,6 0-63 16,0 0 7-16,0 0 42 0,-7-4 60 16,1-4 83-16</inkml:trace>
  <inkml:trace contextRef="#ctx0" brushRef="#br2" timeOffset="123668.76">7089 7136 201 0,'0'-7'482'0,"0"3"95"0,0 4 77 0,0-4-18 0,7 4-120 0,-7-4-115 0,0 4-89 15,6 0-71-15,0 0-56 0,1 0-48 0,6 0-36 16,0 0-22-16,7 0-19 16,-8 4-25-16,2 0-28 0,5 0-6 0,-6 3-13 0,0-3-58 0,7 0-102 15,-14 4-113-15,1-6-124 0,-7-2-206 16,0 0-94-16,0 0-3 0,0 0 66 0,7 7 97 16,-1 1 120-16</inkml:trace>
  <inkml:trace contextRef="#ctx0" brushRef="#br2" timeOffset="124644.47">1941 8561 229 0,'0'-7'353'0,"-6"0"47"0,6 0 11 0,-6-2-52 0,6 3-53 0,0-2-18 0,-8 5-4 0,8 0 6 16,0-2 12 0,-6 5 7-16,6 5 17 0,0 1 9 0,0 2 3 0,6 7-12 0,-6 6-22 31,0 4-30-31,8 12-54 0,-8 4-53 0,0 10-48 0,0 4-42 0,0 0-34 15,0 4-27-15,0-8-13 0,-8 0-32 0,8-7-71 16,0-4-105 0,0-3-113-16,0-11-115 0,8-4-102 0,-8-8-84 0,6-2-74 0,-6-12-39 15,0 0 40-15,0-12 79 0,6-2 87 32,-6-8 97-32</inkml:trace>
  <inkml:trace contextRef="#ctx0" brushRef="#br2" timeOffset="124938.91">1948 8770 17 0,'0'-26'329'16,"0"4"50"-16,0 4 36 0,6-4-24 16,-6 7-94-16,7 0-79 0,0 5-53 15,-1-5-41-15,0 3-32 0,0 6-22 0,8-2-17 16,-1 1-13-16,0 3-6 0,6 0 3 0,-5 4 7 16,-2 0 8-16,2 4 17 0,-1 4 25 0,0 3 26 15,0 3 17-15,-7 9 11 0,0-2 5 0,2 5-5 16,-8 3-16-16,0 5-22 0,-8 2-27 0,2-3-23 15,0 7-21-15,-7-2-13 0,0-2-13 0,6-4-11 0,-13 2-2 0,8-1-8 0,-2-4 3 32,2-4-2-32,-1-3 0 0,-1 0-1 15,8-3-25-15,0-5-33 0,6 1-54 0,-8-4-59 16,8-3-56-16,0-1-51 0,8-4-30 16,-8-3-31-16,6 0-38 0,-6 0-46 0,6-3-12 15,1-1 19-15,6-3 35 0,-6-4 62 0</inkml:trace>
  <inkml:trace contextRef="#ctx0" brushRef="#br2" timeOffset="125118.49">2176 8968 55 0,'6'-15'345'0,"7"1"58"0,-6-1 54 15,0 8-18-15,-1-1-60 0,-6 2-44 0,0 1-29 16,0 5-21-16,0 5-26 0,0 1-33 0,0 5-39 16,0 4-40-16,6 7-41 0,-6-3-34 0,0 6-25 15,7 0-18-15,0 5-12 0,-1-1-8 16,0 0-2-16,1-3-8 0,6-1-15 0,-6 1-45 15,-1-4-63-15,0-3-73 0,2-4-76 0,-2-1-75 16,0-3-99-16,0-4-96 0,-6-7-12 0,0 0 31 16,0 0 58-16,0 0 67 0</inkml:trace>
  <inkml:trace contextRef="#ctx0" brushRef="#br2" timeOffset="125290.03">2359 8744 134 0,'6'-8'406'0,"-6"6"63"15,6 4 49-15,-6 6-33 0,6 4-116 16,-6 5-95-16,0 2-79 0,8 7-59 0,-8 3-45 16,6 0-35-16,0 4-25 0,-6 0-21 0,7 1-21 15,-1-2-37-15,1-2-55 0,0-1-66 0,-1-4-87 16,0-3-118-16,-6 0-93 0,0-7-25 0,0 3 22 16,0-6 48-16,0-12 78 0</inkml:trace>
  <inkml:trace contextRef="#ctx0" brushRef="#br2" timeOffset="125758.66">2365 9122 168 0,'0'-8'387'16,"0"1"55"-16,6-1 42 0,-6 1-56 0,6 4-91 15,2-8-70-15,-2 3-51 0,0 1-43 0,1-3-38 16,6 2-36-16,0-3-30 0,0 1-27 16,6 1-17-16,1-5-11 0,-1 3-6 0,7-1-1 15,-6 2 0-15,0-1-2 0,-1 3-4 16,1-2 2-16,-7 3 1 0,0-1-3 0,0 4 0 15,-7 1 2-15,1-1 4 0,-7 4 0 0,7 0 0 0,-7 0 0 0,-7 0 1 16,7 0 0-16,-7 4-3 0,1-1 1 0,0 1-4 16,-1 4 3-16,-6-1 0 15,6 3 0-15,-5 2 1 0,-2 3 10 0,8-1 0 16,-7 4 3-16,6 0-1 0,1 1 6 16,-1-1 3-16,1-3-7 0,-1 4 8 0,7-2 1 0,0 2 0 0,0-1-6 15,7-4-5-15,-7 2-8 16,6-6-3-16,1-2-5 0,6-1-1 0,-6-3-1 15,5-1 1-15,2-3 3 0,-2-3 0 0,-5-4-1 16,6-5-1-16,0 2 5 0,-7-2-1 0,8-2-4 0,-8-1 0 16,0-3 3-16,1 3 0 0,0-3 0 0,-1-1-1 15,1 2 0-15,-7 2 0 0,0 3-5 16,6 5 3-16,-6 0-5 0,0 0-2 0,0 3 0 16,6 4 2-16,-6 0-10 0,7 7-1 0,-7 0 9 15,7 2 5-15,-1 1 0 0,-6 5 0 0,0-1 10 16,6 1-2-16,-6-1-11 0,0 5-30 0,8-4-43 15,-2-1-52-15,-6-3-54 0,6 0-56 16,1-4-43-16,-1-2-44 0,-6-3-44 0,7-2-48 16,-7 0-18-16,0 0 16 0,6-7 32 0,-6-4 60 15</inkml:trace>
  <inkml:trace contextRef="#ctx0" brushRef="#br2" timeOffset="126477.13">2821 8924 37 0,'6'-7'331'0,"1"3"53"0,-7 4 41 0,7 7-40 0,-7 1-81 0,6 6-75 15,0 1-53-15,-6 4-45 0,13-2-33 0,-6 5-22 16,-7 1-22-16,13-1-15 0,-7 0-13 0,2-1-10 16,4-2-7-16,-5-1-5 0,-1-3-3 15,1-5 4-15,-1 1-4 0,-6-3 5 16,0-1 2-16,7-3 1 0,-7 0 0 0,0-8-5 0,0 0 3 0,0 1-3 16,0-9-2-16,0 1-2 0,0-3-2 0,0-4 1 15,0-1 0-15,6-3 1 0,-6 0-1 0,0 1-1 16,6-4 0-16,2 2 0 0,-8 0 1 15,6 2 1-15,0 3 3 0,-6-1-1 16,7 8 0-16,-7 0-2 0,7 4 1 0,-1 4 10 0,-6 3 14 16,6 3 13-16,1 0 18 0,-7 6 16 0,6 1 14 15,1 5 8-15,-7-1-6 0,7 5-7 16,-1-2-12-16,0 6-15 0,1 0-13 16,0-6-19-16,-7 5-10 0,6 0-6 0,0-8-5 0,1 5-1 0,0-9-3 15,-1 2 0-15,1-5-1 16,-7 1-1-16,6-1-4 0,0-7-13 0,2 0-14 15,-8-4-15-15,6-3-16 0,-6 0-16 0,6-4-9 0,0-4-2 0,-6-4 4 16,0 5 4-16,7-4 8 16,-7 0 12-16,0-5 9 0,7 9 12 0,-7-5 13 0,6 4 17 0,-6 5 14 15,0 3 17-15,0 3 16 0,0 4 19 0,0 0 17 16,0 7 11-16,0 0 7 0,0 4 9 0,7 8-4 16,-7-5-6-16,0 5-6 0,0 0-6 0,6-2-8 15,1 5-12-15,-7-3-4 0,7-2-9 0,-1 2-10 16,0-1-9-16,0-7-8 0,2 4-3 0,4-7-5 15,-5 3-2-15,-1-8-1 0,1 2-2 0,0-5 4 16,-1-5-3-16,0 2-1 0,1-8 1 0,6 0-1 16,-7-3 0-16,1-9 1 0,-7 5 0 0,7-4 0 15,-1-4-5 1,-6 1-9-16,0-5-9 0,7 1-13 0,-7 4-2 0,0-2-3 0,0 2 7 16,0 4 6-16,0 2 9 15,0 4 8-15,0 3 6 0,0 6 1 0,0 2 2 16,0 0 6-16,0 4 8 0,0 8 3 0,6 2 4 0,0 5 5 0,1 7 1 15,0 0-2-15,-7 7 2 0,6 0 2 0,0 5 1 16,2 3 3-16,-8-1 7 0,6 1 4 0,0 3-1 16,1-3-3-1,-7-1-6-15,0 1-4 0,0-1-9 0,0-5-6 16,0-2-5-16,-7-4-5 0,1 0-2 0,0-6-3 0,-2-1-4 0,2 1-1 0,0-8-3 16,-1 0-14-16,-6-4-29 0,0-4-37 0,0-3-35 15,0 0-42 1,0-7-38-16,0-1-28 0,0 2-16 0,6-10-8 15,1-1-31-15,6-6-41 0,0 1-64 16,0 0-16-16,0 1 12 0,6-4 31 0,1 2 60 16</inkml:trace>
  <inkml:trace contextRef="#ctx0" brushRef="#br2" timeOffset="126812.07">3466 8949 40 0,'6'-21'324'0,"8"2"55"0,-8 1 44 0,0 3-25 15,-6 4-48 1,0 1-46-16,0 2-22 0,0 4-11 0,0 1-19 15,0 3-28-15,-6 0-33 0,6 7-33 0,-6 1-32 0,6 2-37 0,-7 5-30 0,0 3-16 16,7 1-12 0,-6 6-10-16,0-3-13 0,6 4-6 0,-7-1 0 15,7-2 2-15,0-1-4 0,0-4-1 0,0 1-4 0,0-5 5 0,7-3-7 0,-7-5-2 16,6 2-1-16,-6-8 6 0,6 0 3 0,8-3 1 31,-8-4 3-31,0-8 3 0,8 1 0 0,-8-5-3 16,7 1 5-16,0-4-11 0,-6-1 3 0,-1 5 0 15,8-1 2-15,-8 2-4 0,0 5-5 0,1 2 7 0,-1 3 0 0,1 7 2 16,-1 0 0-16,-6 3 4 16,7 4 1-16,-7 4 2 0,6 0-2 0,1 3-4 15,0 5-2-15,-7-4 0 0,6 3-2 0,0 1-5 0,1-5-20 0,0 1-38 0,-7-1-56 16,6-3-69-16,0 0-67 0,-6-3-69 16,7-2-91-1,-7-6-105-15,0 0-17 0,0 0 28 0,0 0 48 16,6-2 62-16</inkml:trace>
  <inkml:trace contextRef="#ctx0" brushRef="#br2" timeOffset="126996.13">3922 8807 211 0,'6'-4'490'0,"-6"0"111"16,8 4 96-16,-8-3-6 0,0 3-109 0,0 0-120 31,6 0-111-31,-6 0-109 0,6-4-96 0,-6 4-74 16,0-4-40-16,6 4-37 0,2 0-70 0,-8 4-87 15,0-4-98-15,6 0-101 0,-6 7-130 0,0-7-142 0,0 0-33 0,0 8 38 0,0 3 71 32,0-1 88-32</inkml:trace>
  <inkml:trace contextRef="#ctx0" brushRef="#br2" timeOffset="127146.66">3994 9053 342 0,'0'10'606'0,"0"-3"153"16,0 1 126-16,0 3-8 0,0-8-112 15,0 2-141-15,0-3-152 0,0 2-147 0,0-4-122 16,7 0-94-16,-7 0-104 0,6 0-143 0,-6-4-187 16,6 4-183-16,-6 0-252 0,0 0-152 0,0 0-37 15,0 0 72-15,0 0 148 0,0 0 167 16</inkml:trace>
  <inkml:trace contextRef="#ctx0" brushRef="#br2" timeOffset="130307.02">4704 8778 266 0,'6'0'385'0,"-6"0"51"0,0-5 17 0,0 5-58 0,0 0-52 0,0-3-23 15,-6 0 0-15,6-1 10 0,0 0 6 0,-6 1 9 16,-1-2 30-16,7-2-1 0,-7-1-9 16,1 6-13-16,0-6-12 0,-1 4-19 0,0 1-47 15,1-1-25-15,-7 4-33 0,7 0-29 0,-2 0-34 16,-4 4-35-16,6 3-32 0,-8 8-30 15,1 0-20-15,7 2-19 0,-8 6-9 0,2 2 0 16,6 1-4-16,-8-1-2 0,8 6 0 0,-1-6 0 16,7 0-3-16,0-7-3 0,-6 1-5 0,6-4-4 15,6-5-3-15,-6-1-3 0,7-7 0 0,-1-2-1 16,0-7 5-16,8-4 4 0,-8-4 1 16,7-2 2-16,-6-6 0 0,6-2-3 15,0 0-4-15,-6-2-5 0,5 6-2 0,-6-2-4 16,2 5-2-16,-2 0 4 0,0 4 3 0,1 2 7 0,-7 1 7 15,6 3 0-15,-6 5-7 16,7 3 5-16,-7 3 2 0,7 5 0 0,-7 3-3 0,6 4 3 16,0 7 10-16,1-1-5 0,0 8-18 0,-1-2-31 15,0 2-51-15,1-3-69 0,0-4-88 0,-1-1-107 16,7-2-99-16,-7-8-76 0,1 1-49 0,6-6-24 16,-7-6-26-16,2 0-34 0,-2-6 14 0,0-6 53 15,1 1 73-15,-1-12 78 16</inkml:trace>
  <inkml:trace contextRef="#ctx0" brushRef="#br2" timeOffset="130518.23">4802 8444 218 0,'6'-15'435'0,"1"5"97"0,-1 6 98 0,1 4 0 16,-1 4-37-16,0 3-14 0,8 7-5 0,-1 4-31 15,7 9-39-15,-1 2-42 0,0 4-42 0,1 10-51 16,0 2-48-16,-7 10-42 0,-1-4-48 0,2 7-55 15,-14 4-55-15,6 1-48 0,-6 3-58 0,-6 0-79 16,-8 0-107 0,-5-7-143-16,0-1-165 0,-8-4-161 0,1-6-132 0,-6-4-119 0,-1 0-92 15,1-11 39-15,-1-4 112 0,7-2 136 0,0-13 139 16</inkml:trace>
  <inkml:trace contextRef="#ctx0" brushRef="#br2" timeOffset="134837.98">5551 8667 51 0,'7'-3'350'0,"-1"-4"59"0,1-1 60 0,-7 1-4 15,0 0-66-15,0-1-37 0,0 1-16 0,0 0-5 32,-7 3-9-32,1-4-8 0,6 1-7 0,-7 3-3 15,1-2-24-15,-1-2-21 0,7 4-23 0,-7 1-28 16,1-1-35-16,0 4-48 0,-1 0-30 0,0 4-29 0,1 3-24 0,0 7-17 0,-1 2-14 31,1 1-3-31,-1 2-10 0,0 3 5 0,7 0-5 16,0 3 0-16,0-2-1 0,0 2-6 0,7 1 5 15,0-4-12-15,-1 3 3 0,1-2 0 16,-1-2-3-16,0-3 3 0,8 1 1 0,-8-4 8 16,0-1-4-16,8-3-2 0,-8-3-13 0,1-1 9 15,-7 1 5-15,0-2-3 0,0 2 4 0,0-5 0 16,0 5 14-16,-7-4-11 0,1-1-5 0,-1 1 3 16,0-4-10-16,1 3 1 0,-7-3-2 15,6 4 2-15,1-4-13 0,0 0-20 0,-1 5-15 16,1-5-24-16,6 0-28 0,-7-5 3 0,14 5-29 15,-7-4-22-15,6-3-16 0,-6 0-8 0,13-4-7 16,-7 3-34-16,8-3 8 0,-2 1 12 0,2-9 15 16,-1 5 16-16,6-5 24 0,-6 1 25 15,7-4 27-15,-7 0 25 0,0 0 21 0,6 4 15 16,-12-4 14-16,6 4 8 0,0-1 5 0,-6 5 6 16,-1 2 10-16,0 1 19 0,1 4 23 0,-7 3 32 15,0 1 31-15,6 3 25 0,-6 7 23 0,7 0 11 16,-7 8 1-16,7 0-9 0,-1 3-6 0,0 5-12 15,2-2-15-15,4 1-16 16,-6 4-25-16,8-5-22 0,-8-2-25 0,7-1-20 0,-7 1-18 16,8-8-13-16,-8-1 0 0,1-6-9 0,6 0 7 15,-7-4 4-15,1-8-2 16,-1-2 5-16,1-9-4 0,-7 2 4 0,13-6-5 0,-13-2-7 16,6-2-23-16,1-2-56 0,-7 3-64 0,0-3-81 15,-7 4-79-15,7 3-73 0,-6-4-50 0,0 4-12 16,6 4-10-16,-7 0-16 0,0 6-29 0,1-3 10 15,-1 8 37-15,7 7 50 0,0 0 68 0</inkml:trace>
  <inkml:trace contextRef="#ctx0" brushRef="#br2" timeOffset="135040.73">5929 8499 37 0,'7'-7'300'0,"6"3"43"0,-7-3 12 0,0-1-24 0,2 8-40 15,-2-8-36-15,-6 8 0 16,6 0 22-16,-6 0 26 0,6 8 27 0,-6 0 17 0,7 6 2 15,0 2-28-15,-7 4-47 0,6 6-69 0,1 3-43 16,-7 5-42-16,6-2-40 0,1 9-32 0,0-4-27 16,-7 3-33-16,6-3-88 15,-6-1-96-15,6-3-99 0,0-3-94 0,2-8-82 0,-2-1-78 16,0-6-78-16,1-8 1 0,-7-7 49 0,0 0 71 16,6-3 75-1</inkml:trace>
  <inkml:trace contextRef="#ctx0" brushRef="#br2" timeOffset="135549.47">6210 8675 32 0,'0'-18'396'0,"6"3"98"16,-6 4 102-1,-6 3 65-15,6 0-26 0,-14 6-22 0,8-2-31 16,-1 4-32-16,0 4-50 0,-5-2-56 0,5 6-69 16,-6 4-80-16,6 2-64 0,-5 4-63 0,12-3-48 15,-7 3-47-15,7 1-34 0,0-4-20 16,0 2-9-16,0-1-5 0,7-1-6 0,-1 2-2 15,0-5-2-15,1 2 0 0,6-3-5 0,0 0-5 0,0-3-29 16,6-6-44-16,1 2-63 0,0-4-74 16,5-4-87-16,-5 2-76 0,7-10-48 15,-8 1-25-15,0 0 8 0,1-3 32 0,-7-1 66 0,0 5 63 0,-6-9 67 16,-1 4 65-16,0 1 53 16,2-1 41-16,-8 0 28 0,0 1 29 15,0 2 34-15,-8-2 37 0,2 7 48 0,6-4 57 16,-6 7 51-16,-1-3 39 0,1 7 26 0,-1 3 13 0,-6 5-7 0,7-2-22 15,-1 9-33-15,0 0-33 0,1 3-39 0,0 1-38 16,-1 6-36-16,0 1-24 0,1-4-19 0,6 4-9 16,-6-1-8-1,6-7-9-15,0 1-8 0,0-8-9 0,6 4-5 0,-6-8-5 0,6 0-3 16,-6-7 1-16,7 0 4 0,0-3-2 0,-1-5 6 16,7-3-1-16,-6 1 3 0,-1-6 0 0,1-1-14 15,6 2 13 1,-7-4-2-16,1 1 1 0,-1 3-3 0,-6 5 5 0,6-1 14 0,2 0-6 0,-8 6 0 15,0 2 2-15,6-1 5 0,-6 8-1 16,6-1-2-16,-6 5-1 0,0 3-6 0,0 4-5 16,7 3-14-1,-7-3-40-15,6 3-64 0,1-3-70 0,-1-1-86 16,1 1-88-16,-7-1-79 0,6-2-50 0,1-1-51 0,0-4-76 0,-1-3-9 0,0 0 41 16,-6-4 64-16,0 0 72 0</inkml:trace>
  <inkml:trace contextRef="#ctx0" brushRef="#br2" timeOffset="135838.03">6770 8565 258 0,'0'-11'404'0,"0"4"67"0,6 3 33 0,-6-3-40 0,0 2-48 16,0 5-31-16,0 0-11 0,0 5-13 0,0-1-13 16,0 6-17-16,0 1-31 0,6 4-35 0,-6 7-46 15,0 3-37-15,8 1-41 0,-2 7-36 0,-6 0-32 16,6 3-33-16,-6 5-21 0,0-5-45 16,6 5-65-16,-6-4-89 0,8-1-91 0,-8-2-90 15,6-5-89-15,0-4-59 0,1-2-43 0,-1-6-39 16,-6 2-28-16,7-9 30 0,-7-2 60 15,7-4 72-15,-7-4 89 0</inkml:trace>
  <inkml:trace contextRef="#ctx0" brushRef="#br2" timeOffset="136010.47">6816 8924 262 0,'0'-11'433'0,"0"1"65"0,0-5 47 0,0-1-57 16,6 1-81-16,-6 1-59 0,6-4-48 15,1 4-33-15,6-5-32 0,0 0-43 0,-1 2-44 16,2-3-42-16,6 3-29 0,-7 2-33 0,6-3-19 15,-6-1-19-15,7 9-29 0,-7-1-52 16,0 0-70-16,0 7-78 0,-7 0-79 0,0 0-68 16,2 4-66-16,-8-3-53 0,0 3-49 0,0 0 18 15,0 0 46-15,0 0 56 0,0 0 84 0</inkml:trace>
  <inkml:trace contextRef="#ctx0" brushRef="#br2" timeOffset="136168.23">6952 8664 313 0,'-6'7'407'15,"6"4"58"-15,-7-3 7 0,0 2-50 16,7 1-67-16,-6 0-38 0,6 3-31 0,0 1-27 15,0 1-30-15,6-5-35 0,1 3-42 0,0 1-46 16,-1-4-39-16,7 3-30 0,-6 1-24 0,6-5-46 16,-7 2-59-16,7-1-69 0,-6 0-77 0,5 1-81 15,-4-9-111-15,-8-3-120 0,6 0-27 16,7-3 23-16,-7-2 56 16,1-5 68-16</inkml:trace>
  <inkml:trace contextRef="#ctx0" brushRef="#br2" timeOffset="136504.89">7082 8646 263 0,'0'0'467'0,"0"3"93"0,0 0 65 0,0 6-54 16,0-3-97-16,0 5-84 0,0 1-75 15,7 2-75-15,0-3-52 16,-1 4-50-16,0-1-40 0,8-2-32 0,-8-1-21 0,7-5-16 0,0 3-16 16,0-3-7-16,1-2-4 0,-2 0-5 0,-6-1 1 15,8-3 0-15,-1-3 0 0,-7-1 3 0,8-6 3 16,-8 1 1-1,0-1-3-15,-6-5 1 0,0 3 1 16,0-2-6-16,0-1-4 0,-6 5 3 0,0-5-1 0,-2 4-1 0,2 1 7 0,0 1 1 16,-1 3 0-16,1 2 1 0,-8 4 4 0,8 0-1 15,-6 7-3-15,4 5 0 0,-4-2 0 16,5 9 1-16,-6 2 0 0,6 2 0 0,1 2-1 0,0 1 0 31,-1 0-3-31,0-1 0 0,7 0 0 0,0 5-2 0,7-8 0 0,0 0-3 0,-1 0-1 16,0-8 0-1,7 5-13-15,1-8-37 0,-2 0-57 16,2-4-67-16,5-2-73 0,1-3-75 0,0-2-57 16,-8-2-59-16,8-7-59 0,-1 2-33 0,-5-4 18 0,5-4 47 0,0-3 54 0</inkml:trace>
  <inkml:trace contextRef="#ctx0" brushRef="#br2" timeOffset="137121.76">7454 8690 212 0,'-7'-19'411'0,"1"5"81"15,-1 3 73-15,1 0-15 0,-1-1-35 0,0 4-11 16,-5 6-12-16,6-2-33 0,-8 4-46 0,8 0-64 16,-1 4-72-16,1 6-76 0,-1 2-70 15,0 2-43-15,7 1-32 0,-6 7-18 0,6-1-10 16,0 6-6-16,0-2-5 0,6-2-3 0,-6 2-7 16,7-4-3-16,0 2-9 0,-1-5-2 0,1-3-2 15,5-1-1-15,-4-6-3 0,4-1 0 0,-6-7 1 16,8 0 0-16,-8-7-15 0,1-8-24 0,6 0-34 15,-6-6-50-15,-1-2-44 0,0-6-46 16,0-1-32-16,2 1-21 0,-8 0-4 0,0 0 11 16,0 0 24-16,0-5 30 0,-8 5 40 0,2 0 41 15,6 4 39-15,-6-1 40 0,6 4 33 16,0 3 39-16,-6 4 37 0,6 5 42 0,0 2 45 16,-7 8 46-16,7 0 34 0,0 4 21 0,7 3 8 15,-7 7-6-15,0 6-19 0,0-3-34 0,6 6-32 16,-6 6-34-16,0 1-31 0,6-1-25 0,-6 0-29 15,6 0-13-15,2 0-15 0,-8-7-17 16,6 4-34-16,0-4-44 0,1-7-36 0,-1 3-48 16,1-7-48-16,0-4-49 0,-1 0-27 15,0-3-13-15,-6-8-12 0,7-3-3 0,-7 0 8 0,7-8 18 16,-7-2 10-16,0-2-3 0,6 0-3 0,-6-3-1 16,-6 0 11-16,6 4 25 0,0-3 63 0,0 2 100 15,0 4 123-15,-7 3 110 0,7 3 87 16,0 4 70-16,0 2 39 0,0 6 6 0,0 5-16 15,7 3-14-15,-7 4-12 0,0 2-20 0,0 2-19 16,6 3-23-16,0 4-20 0,1-4-28 0,0 4-32 16,-1-5-30-16,1-2-29 15,5-1-33-15,-5-3-29 0,0 0-14 0,5-9-5 0,-4 2 2 16,-2-8 4-16,7 0 26 0,-7-4 13 0,1-4 3 16,-7-6 4-16,6-1-5 0,-6-2-11 0,7-9-20 15,-7 4-20-15,0 0-6 0,0-4-10 0,0 4-16 16,0-4-37-16,0 8-47 0,0 0-51 0,0 0-71 15,0 6-73-15,-7 1-63 0,7 5-34 0,0-2-18 16,7 8-34-16,-7 0-46 0,0 0-27 16,0 0 22-16,0 0 43 0,6 8 47 0</inkml:trace>
  <inkml:trace contextRef="#ctx0" brushRef="#br2" timeOffset="137507.07">7890 8615 263 0,'0'-6'373'0,"7"-2"57"0,-7-3 11 0,0 5-18 0,0-2-25 16,0 1 2-16,0 3 15 0,0-4 28 15,-7 5 18-15,7 3-6 0,-6-4-20 0,0 8-42 0,-1-1-61 0,0 5-75 0,1-1-71 16,0 7-60-16,-2 6-50 0,2-3-36 16,0 6-17-1,-1 2-6-15,7-3-5 0,-6 4-11 0,6-4-3 0,0 0 1 0,6-3-4 0,-6-2-9 16,7-2-2-1,-1-1 6-15,-6-2-2 0,6-1 6 0,2-7-4 16,4-4-3-16,-5 0-20 0,0-4-24 16,5-7-22-16,-5-1-35 0,-1-2-27 0,1-1-27 15,6-2-10-15,-7 2 5 0,1-4 7 0,0 5 25 16,-7-5 28-16,6 8 35 0,-6 0 25 0,6 0 25 0,-6 4 16 0,0 3 5 0,0 0 9 31,0 4 2-31,7 4 2 0,-7 0-1 0,0 3 4 0,0 4-2 0,7 0-6 0,-7 4 1 31,0 0-1-31,6-1-23 0,-6 1-37 0,0-5-55 16,7 5-66-16,-7 0-69 0,0-7-71 0,6 2-47 16,-6-6-30-16,6-1-29 0,-6-3-39 0,0 0-39 15,0 0 12-15,8-10 36 0,-2-1 50 0,6-8 76 16</inkml:trace>
  <inkml:trace contextRef="#ctx0" brushRef="#br2" timeOffset="138302.42">8118 8586 211 0,'7'0'425'0,"-7"4"75"15,0 0 63-15,0 3-40 0,0 5-80 16,0-2-65-16,7 5-47 0,-7 4-38 0,0-1-57 16,0 4-19-16,6 0-20 0,-6 3-26 0,0-2-27 15,0-2-36-15,6-2-16 0,-6-1-35 0,0-3-26 16,6 0-16-16,-6-9-12 0,0 5-2 0,0-7-7 16,8 0 1-16,-8-4 1 0,0-4-4 0,0 0-3 15,6-7 2-15,-6-3 7 0,6-1-5 16,1 1-12-16,-7-5-16 0,7 2-15 0,-1-2-18 15,-6 0-10-15,7 1-6 0,-1-1 6 0,-6 5 14 16,6-1 19-16,1 1 16 0,-7 7 16 0,7-1 7 16,-7 1 4-16,6 3 9 0,-6 1 7 0,6 3 22 15,-6 3 16-15,8 1 16 0,-8 3 12 16,0 5 6-16,6-2 3 0,-6 1-15 0,6 7-20 16,-6-3-14-16,7 4-8 0,-7-9-11 0,6 5-10 15,-6-1-7-15,7-2-7 0,-7 2-2 0,7-2-7 16,-1-5-3-16,0 0-5 0,0 0-18 0,-6-3-19 15,8 0-31-15,-2-8-40 0,-6 0-45 0,6-3-38 16,1 0-24-16,-7-4-12 0,7-4-2 16,-1 5 10-16,-6-5 20 15,0-4 26-15,0 5 30 0,7-9 32 0,-7 9 33 0,0-5 27 0,0 5 29 16,6-1 26-16,-6 1 25 0,0 2 25 16,0 2 31-16,0 3 38 0,0-1 41 0,0 4 47 15,0 4 46-15,0 4 36 0,0-1 16 0,0 5 14 16,6-2 0-16,-6 10-18 0,0-1-24 0,7 3-15 15,-7 4-8-15,7 3-12 0,-7 0-15 0,6 6-23 16,-6 1-24-16,6-3-36 16,1 0-36-16,0-2-35 0,-1-5-26 0,7 0-19 0,-6-8-11 15,6 5-3-15,-7-9-6 0,8-3-1 0,-2-3-1 16,-5-4 2-16,6-4 0 0,0-3 1 0,-7-3-4 16,8-2-17-1,-8-5-25-15,0-2-27 0,1-3-41 0,0 3-38 0,-1-2-29 0,-6-5-13 0,0 4-4 16,6-8 11-16,-6 5 32 0,0-1 36 15,0 1 22-15,0-1 38 0,7 7 35 0,-7 2 24 16,0 5 14-16,0-2 24 0,0 6 40 0,6 5 28 16,-6-1 33-16,0 4 32 0,0 4 26 15,0 4 17-15,7 1-2 0,-7 7-3 0,0-1-8 16,7 6-5-16,-1 5 0 0,0 3 0 0,2 5 9 16,-8 2 0-16,6 0-3 0,0 8-12 0,0 1-24 15,-6-1-25 1,0 0-35-16,0 0-28 0,0-1-27 0,0-2-18 0,0 0-11 0,0-5-9 0,-6 1-2 15,6-5-1 1,-6-3-3-16,0-3-2 0,-8 0-1 0,8-4-2 0,-8-4-5 0,1-4-14 16,1-5-27-16,-2-3-48 0,-5-2-78 0,-1-4-106 15,7-7-130-15,0-8-147 0,-7-3-120 0,14-5-75 16,-7-2-52-16,7-4-33 0,-1-1 0 0,7 1 87 31,-6-4 110-31,12 4 105 0,-6-4 118 0</inkml:trace>
  <inkml:trace contextRef="#ctx0" brushRef="#br2" timeOffset="138634.49">8868 8620 43 0,'6'-11'389'0,"8"0"79"0,-8-1 73 0,0 2 21 0,-6-1-75 15,6 3-66-15,-6 5-41 0,0-4-29 0,0 3-28 16,0 4-24-16,0-3-18 0,0 3-22 0,-6 3-29 15,0 4-37-15,0 0-24 0,-1 8-25 0,0 3-22 16,-6 1-24-16,0 7-11 0,0 0-5 0,1 3-16 16,-2-4-5-16,8 1-19 0,-1-8-14 0,7 5-13 15,-6-13-11-15,6 5-6 0,-7-4-12 16,7-4-2-16,7-4 3 0,-1-3 5 0,1-3 4 16,5-1-2-16,-4-3-1 0,4-4 4 0,1 0 1 15,0 1 32-15,0-2-21 0,1 1-1 16,-2 0-1-16,2 4-8 0,-2 0-16 0,1 7-52 15,-6 0-12-15,0 2-43 0,-1 6-65 0,0 4-82 16,-6-1-95-16,0 7-99 0,0 0-84 0,0 0-124 16,0 4-72-16,0-4 15 0,0 5 69 0,7-1 97 15,-7 0 104-15</inkml:trace>
  <inkml:trace contextRef="#ctx0" brushRef="#br2" timeOffset="142199.51">5604 9679 73 0,'6'-15'337'0,"0"0"51"0,1 5 43 0,-7-2-39 0,6-3-77 0,1 5-46 16,-7 2-22-16,6 1-6 0,-6 1 3 0,0-2 9 15,0-1 8-15,0 3 11 0,0 6 17 0,0-4 25 16,0 8 18-16,0-1 16 0,7 9 9 15,-7 2 1-15,6 9-20 0,-6 2-42 0,0 4-38 16,7 7-48-16,-7 4-43 0,0 9-37 16,7-2-34-16,-7 1-26 0,0-1-21 0,0 4-19 0,0-2-16 15,0-9-17-15,0 0-8 0,0-4-34 0,6-2-68 16,-6-9-89-16,0-7-108 0,6-3-133 16,-6-3-126-16,7-12-84 0,0-5-37 15,-1-2 2-15,0-8 7 0,1-3 20 0,-1-4 37 16,1-3 68-16,-7-4 76 0,0 2 77 0</inkml:trace>
  <inkml:trace contextRef="#ctx0" brushRef="#br2" timeOffset="142620.04">5681 9763 180 0,'0'-19'365'0,"-6"6"50"0,6-3 21 16,0 1-56-16,0 5-86 0,0-5-65 0,-6 4-49 16,-1-4-39-16,7 5-35 0,0-2-29 0,13 2-26 15,-7-5-19-15,1 3-22 0,6 3-2 0,0-8-5 16,7 11-2-16,-8-2-1 0,2 2 2 0,5 1 24 15,-6 1 13-15,0 8 28 16,1 1 36-16,-2-2 38 0,2 8 38 0,-8 0 19 16,0 3 13-16,-6 5-6 0,0-2-22 0,0 6-19 0,0-1-28 15,0 4-30-15,-12-1-33 0,5 0-19 0,0-2-12 16,-5-1-16-16,4-1-7 0,2-2-3 0,-7-4 6 16,13-1 0-16,-6-3-4 0,-1-3-5 0,0-5-4 15,7 2-6-15,-6-5-6 0,6 0-4 16,0-5-4-16,6 2 2 0,1-1-5 0,0-4-10 15,-1 5 15-15,7-1 6 0,1 1 2 0,5 3-5 16,-6 3 7-16,6-3 15 0,1 4-14 16,0-4-4-16,-1 7 7 0,1 1 3 15,0 3 2-15,-8 3 2 0,-6 1-2 0,1 3 6 16,0 4-4-16,-7 0 1 0,0 0 0 0,-7 0-1 0,0-1 2 16,1 2-7-16,-6-4-2 15,-2-1-7-15,1-3-2 0,-7 0 1 0,8-9-7 16,-8 2-4-16,7-5-26 0,0 1-43 0,0 0-57 0,7-4-69 15,-1 0-72-15,0 0-69 0,1-4-48 0,6 0-25 16,6-3-53-16,-6 7-73 0,7-4 3 16,0-2 36-16,-1-2 52 0,7 1 61 0</inkml:trace>
  <inkml:trace contextRef="#ctx0" brushRef="#br2" timeOffset="143157.24">6346 10161 145 0,'0'12'331'0,"6"-1"38"0,1 0 8 0,0 0-54 0,-7-7-77 0,0 3-43 0,6-3-22 16,-6-4-5-16,0 3-6 0,0-3-6 0,0-3-5 15,-6 3-2-15,6-4-1 0,0-3 1 0,-7 0 7 16,7-4 9-16,-7 3-2 0,1-3-6 16,6-3-12-16,-6 2-25 0,-1-5-27 0,7-2-23 15,-7 1-21-15,1-1-20 0,6-3-15 0,-6 1-9 16,6 1-8 0,0-1-7-16,0-1-8 0,0 0 7 0,0 0-3 15,6 0 2-15,-6 4 0 0,6-5 1 0,1 6 11 16,0-2-5-16,-1 0 0 0,7 2 5 0,0-5-2 0,-6 7 7 0,6-4-7 15,0 5-7 1,-1-1 0-16,2 1-8 0,5-1 5 0,-6 4-3 16,0 3 4-16,1-2 3 0,-8 3 4 15,7 3 4-15,-6-4-4 0,5 5-1 0,-5 3 13 16,6 0 18-16,-6 0 18 0,5 3 26 0,-4 5 27 16,-2 3 32-16,6-1 23 0,-5 2-13 0,0 5-11 0,-1-2-15 0,1 8-20 15,-1-2-31-15,0 4-28 0,8 6-3 0,-14-2-10 16,12 3-8-16,-4-3-7 0,-2 5 1 0,7-5-11 15,-7 0-4-15,1-2-21 0,6-5 7 0,-7-1 1 16,0 1-13-16,2 0-26 0,-2-7-47 0,0-1-37 16,-6-3-74-16,7 0-74 0,-7-3-67 15,7-4-45-15,-7-2-34 0,0-2-19 0,0-2-43 16,0 2-84-16,0 0-15 0,6-12 30 0,-6-3 56 16,0 5 67-16</inkml:trace>
  <inkml:trace contextRef="#ctx0" brushRef="#br2" timeOffset="143955.39">7167 9708 105 0,'6'-8'408'0,"-6"2"84"0,0 2 86 0,0-1 16 0,0 2-53 0,0 0-38 0,0-1-32 0,0 4-28 16,0 0-48-16,0 0-51 0,0 7-56 15,0-4-58-15,0 6-56 0,0 1-49 0,0 9-26 16,0-2-17-16,0 6-3 0,0 3 7 0,0 3 12 16,0 0 12-16,8 5 8 0,-8-2 3 0,0 1-7 15,6 0-16-15,0-1-18 0,-6-3-15 0,6-2-25 16,1-1-14-16,0-4-9 0,-1-5-6 0,7 2-6 15,-13-9-8-15,6 2 6 0,2-1-5 16,-2-3-6-16,0-5-2 0,1 0 5 0,-7-3 5 16,7-3 0-16,-1 0 3 0,0-8 6 0,1-1-1 15,-1-2-3-15,1-5-2 0,6 1-1 0,-7-4-4 16,1-3-5-16,0-1 1 0,5 0 1 0,-5 1-1 16,0-4 2-16,-1 0 1 0,7-1 4 0,-7 0 0 15,2 1 0-15,-2 0 4 0,0 0-1 16,0 0 0-16,-6 2-3 0,7 2-1 0,-7-1 1 15,7 4-1-15,-7 1 2 16,0 1 1-16,0 3 1 0,-7-2 0 0,7 0-2 16,0 5 5-16,-7 3-1 0,7 0-2 0,-6 4 2 15,6 0 1-15,-6 3-1 0,0 0-3 0,6 8 0 16,-8 0 0-16,2 0-2 0,0 3-2 16,-1 3 0-16,1 2-2 0,6 5-2 0,-7 2-15 15,0 0 11-15,7 3 6 0,-6 3 5 0,6 1 4 16,0-4 2-16,6 4 16 0,-6-5-8 15,14 2-5-15,-8-5-8 0,1 0-2 0,5-3-5 16,8-4-5-16,-7 0 2 0,7-7 3 0,0-1 4 16,-2-6 2-16,9 3 3 0,-7-8 3 0,-1 4 0 15,7-7-4-15,-6 5 0 0,-1-3-6 16,-6-1-2-16,7 3-3 0,-7-1-7 0,-7 1-41 16,1 2-58-16,-1 3-134 0,1 2-173 0,-7 0-168 15,0 0-148-15,0 0-194 0,0 0-65 0,0 0 71 16,-7 2 137-16,7-2 154 0,0 0 146 15</inkml:trace>
  <inkml:trace contextRef="#ctx0" brushRef="#br2" timeOffset="145645.35">8770 9679 169 0,'0'3'506'0,"-6"-3"153"0,-1 3 157 0,0-3 84 0,7 0-6 16,-6 0-23-16,6 0-40 0,0 0-72 0,-6 0-107 0,6 0-119 0,0-3-128 15,0 0-209 1,0-1-196-16,0-3 0 0,6 3 0 0,-6-4 0 16,6 1 0-16,1 0 0 0,0 0 0 0,-1-1 0 15,7 5 0-15,0-2 0 0,0 3 0 0,1 2 0 0,-2 0 0 16,1 0 0-16,0 7 0 16,0-4 0-16,1 9 0 0,-8-5 0 0,6 7 0 15,-12 1 0-15,8 4 0 0,-8-2 0 0,0 5 0 16,0 1 0-16,-8 2 0 0,2 0 0 15,0 1 0-15,0 3 0 0,-1-2 0 0,-6-2 0 0,6-2 0 0,-6 2 0 0,6-4-338 0,-5-2-223 32,6-5-134-32,-2 2-102 0,2-7-61 0,0 3-49 15,-1-4-40-15,1-1 68 0,-1 0 122 16,0 1 127-16,7-8 119 0</inkml:trace>
  <inkml:trace contextRef="#ctx0" brushRef="#br2" timeOffset="145805.85">8783 10276 77 0,'0'14'544'0,"0"1"188"0,0-4 186 0,0-3 152 0,0 3-37 0,0-4-70 32,0 0-111-32,0-3-141 0,-7-2-160 0,7-2-150 0,7 5-129 0,-7-5-205 0,7 0-67 0,-1 0 0 31,1-5 0-31,-1 5-98 0,-6-2-404 16,6 2-290-16,-6 0-326 0,0 0-156 0,0 0-20 15,0 0 115-15,0-4 226 0,0 0 273 0</inkml:trace>
  <inkml:trace contextRef="#ctx0" brushRef="#br2" timeOffset="150093.68">4607 11261 150 0,'0'-4'264'0,"6"-3"2"0,-6 0-16 0,0 3-24 15,0-4-35-15,0 2-42 0,0-2-34 16,-6 5-13-16,6-5-1 0,0 2-3 0,0 0 7 0,0 0 8 16,0-2 13-16,0-3 9 15,0 5 14-15,0-2 20 0,0 0 19 0,0 1 20 0,0 0 17 16,0 3 16-16,0-3 21 0,0 0 29 0,0-1 28 15,0 1 19-15,-7 3 12 0,7-3 9 0,0 3-1 16,0 0-21-16,0 1-35 0,-7-1-39 16,7 4-41-16,0-3-42 0,0 3-43 0,0 0-41 15,0 0-30-15,0 3-19 0,0 1-15 0,0 3-13 16,0 4-10-16,0 3-3 0,0 9-1 16,7-5-4-16,-7 8-1 0,7 3-1 0,-7 1 6 0,0-1-3 15,6 4 1-15,-6-1 2 0,0-2-3 16,0-1 1-16,0 1-2 0,6-1-1 0,-6-6 0 15,0-5-2-15,0 0 0 0,0-4 0 0,0-3 2 16,-6-3-4-16,12-1-1 0,-6 1 2 0,0-5 2 16,0-3 0-16,0 0-4 15,-6-3 3-15,6-1 0 0,0 0-5 0,6-3-3 0,-6-1 2 0,0-3 5 16,0 0 0-16,0-3-2 0,6-2 4 16,-6 3-2-16,8-3-3 0,-2 1-3 0,0 1 2 15,1 3 3-15,-1-3 0 0,1 3-2 0,0 0 0 16,5 4 1-16,-5-1 1 0,0 5-7 0,-1-2 2 15,0 3 3-15,1 2 2 0,0 0-3 0,-1 2 3 16,1 3 7 0,-1 2-1-16,0 0-2 0,-6 4 2 0,0 0 4 15,0 1-1-15,0 2-5 0,0-3 0 0,0 7 4 0,-6-3-2 0,0 0-5 16,-1-1-8-16,1 1-27 0,6-1-39 0,-7-3-57 16,0 4-78-16,1-7-95 0,6-1-109 0,-6-4-91 15,6 1-82-15,-7-4-63 0,7 0-55 0,0 0-63 16,0 0 3-1,0 0 58-15,0-11 92 0,7-7 101 0,-1-1 125 0</inkml:trace>
  <inkml:trace contextRef="#ctx0" brushRef="#br2" timeOffset="150334.72">4906 10986 153 0,'7'-14'450'0,"-1"6"93"0,-6 1 87 0,6 4 18 0,-6-1-71 0,0 4-56 0,0 4-37 16,7 2-35-16,-7 6-41 0,7 6-50 0,-1 0-55 16,1 4-48-16,6 4-40 0,0 7-29 0,-1 0-20 15,2 8-5-15,-1-2-7 0,-7 2-11 0,1 0-24 16,-1-2-24-16,-6 6-23 0,-6-6-26 0,-1 2-25 0,1 0-8 0,-7-1 17 0,-1-4-36 31,-5-3-68-31,0-3-96 0,-8-5-120 0,1-2-160 16,7-9-173-16,-7 1-113 0,0-8-119 0,0 0-65 15,-1 0 37-15,8-3 110 0,0-4 126 0,6 4 132 16</inkml:trace>
  <inkml:trace contextRef="#ctx0" brushRef="#br2" timeOffset="154779.57">5486 11192 18 0,'0'-12'312'0,"7"1"42"0,-7 0 32 0,0 0-32 15,0-3-77-15,0 3-54 16,0-1-28-16,6 2-12 0,-6-1-2 0,0-4-4 0,0 1 1 16,0 2-5-16,0 1-6 0,0 4-8 0,0 0-8 15,0-1-9-15,0 1-10 0,0 4-8 0,0 3-5 16,0 0 16-16,0 7-6 0,6 0-3 0,-6 9-5 16,0 1-13-16,7 5-18 0,-7 8-34 0,7-1-14 15,-1 1-13-15,0-1-16 0,-6 4-6 0,7-4 1 16,0 3-4-16,-1-3-2 0,-6-2-2 15,7-1 0-15,-7-5 0 0,6 1 0 0,-6-7 3 16,7 1-5-16,-7-7-1 0,0-1 4 0,0 0-1 16,0-4 1-16,0-4-3 0,6 0-1 0,-6-4 0 15,0-4-2-15,7 0 3 0,-7-1 0 0,6-3 2 16,0-7 0 0,-6 5 4-16,8-8-2 0,-2 4-1 0,7-1-2 0,-7-4-2 0,1 9 2 15,-1-1-5-15,1 5 3 16,-1 2-1-16,1 1 2 0,6 3 2 15,-7 4 0-15,1 0 0 0,0 4 0 0,-1 3-2 0,0 1-2 0,7 2-3 16,-6 2 5-16,0 3-6 0,-1-5-28 0,8 5-39 16,-8-3-54-16,0-5-63 0,0 4-72 0,8-4-57 15,-8 0-31 1,1-3-16-16,-1-1-5 0,0-3-16 0,2 0-12 0,-8 0-37 0,6-7 2 16,0 4 29-16,1-5 45 0</inkml:trace>
  <inkml:trace contextRef="#ctx0" brushRef="#br2" timeOffset="155176.54">5942 11221 272 0,'0'-11'346'0,"7"1"41"0,-7-5-21 0,0 3-46 0,0 2-50 0,0 2-22 0,-7 0-12 0,7 1-9 0,-6 0-7 0,-1 3-12 16,0-3-16-16,-5 7-28 0,5 0-26 0,0 0-28 16,1 7-29-16,0 0-25 0,-1 4-22 0,-6 5-13 31,6 1-10-31,7 3-5 0,-6 1-5 0,6 5-1 15,0-5-3-15,-6 1-3 0,6 3 1 0,6-2 0 16,-6-4 0-16,6-5 0 0,-6 1-1 16,7-4 0-16,-1-3 2 0,1-2-3 0,0-2-7 15,-1-4 5-15,0 0 7 0,1-8 2 0,6 1 0 16,-7-4 3-16,1-3 12 0,0-1-5 0,-1-3-3 0,1 3-2 0,-1-3-18 0,0-1 4 31,2 1 1-31,-2 3 5 0,-6 1 0 0,6 2 1 16,-6 6 14-16,6-2-4 0,-6 5-8 0,0 3-3 15,0 0 4-15,7 3 1 0,-14 9 11 0,7-2-11 16,7 5 7-16,-7-1-3 0,7 2-6 0,-1 1-6 16,-6 3-26-16,7-3-19 0,-1-3-29 15,1 2-51-15,0-2-44 0,-7 1-44 0,6-7-31 16,0-2-19-16,0-2-22 0,-6-4-17 0,8-4-27 16,-8 4-36-16,0-6-14 0,6-10 14 15,0 6 37-15,-6-5 55 0</inkml:trace>
  <inkml:trace contextRef="#ctx0" brushRef="#br2" timeOffset="155527.03">6105 11165 138 0,'6'-2'324'0,"1"-3"38"16,-7 5-9-16,0 0-53 0,0 7-68 0,7 5-64 15,-7-1-43-15,0 3-29 0,0 1-24 16,0 4-13-16,6-5-11 0,-6 4-9 0,0-2-12 16,0-2-7-16,6-3-3 0,-6 1-5 0,0-3-5 15,0-1-3-15,7-4 7 0,-7 0 3 0,0 0-1 16,0-4 3-16,0-4-1 0,0 0 2 0,0 0-4 15,0-7-6-15,0-1-4 0,0 2 0 16,0-5-1-16,7 1-1 0,-7-1-1 16,6-3 0-16,1 0 2 0,-1-1-2 0,0 5 0 0,-6-5 0 15,7 4-1-15,6 1-1 0,-13 3 1 16,6 4 2-16,2-1-1 0,-2 5 3 0,0 3 1 16,1 0 2-16,-7 7 1 0,6 4 1 0,1 0-1 15,-7 0-2-15,6 7 1 0,-6 1-4 0,7-1-2 16,-1 1 0-16,0 2-2 0,2 1-2 0,-2-4-2 15,0 1 1-15,1-1-11 16,0-3-20-16,-1-5-19 0,7 2-22 0,-13-8-23 0,6-1-26 16,8 1-24-16,-14-8-26 0,6 1-33 0,0-5-38 15,1-2-35-15,-7-2-28 0,7-3 5 0,-1-3 29 16</inkml:trace>
  <inkml:trace contextRef="#ctx0" brushRef="#br2" timeOffset="155912.47">6392 11147 79 0,'6'-3'312'0,"-6"-1"44"16,0 8-2-16,0-1-36 0,0 5-57 15,0 2-69-15,0 5-50 0,0 5-30 0,0-3-27 16,0 5-14-16,7 0-13 0,-7 1-9 0,0 2-9 16,6-4-12-16,-6 1-7 0,6-3-9 15,2-1-6-15,-2-2-5 0,0-2-3 0,1-7-3 16,-1 1 4-16,7 0 1 16,-6-8 1-16,-1 0-1 0,1-8-5 0,0-4-2 0,-1 1-9 0,7-3-9 15,-6-4-11-15,-7-1-7 0,6-3-5 0,0-1-2 16,1-2-4-16,-7 3 3 15,6-3 5-15,-6 3 6 0,7 3 10 0,-7 2 10 0,7 1 14 16,-7 5 13-16,0 0 10 0,0 8 13 0,0-1 5 16,0 4 7-16,0 4 0 0,0 3 2 0,6 5 0 15,-6 2-2 1,0 3 0-16,0 6 0 0,0 3-1 0,6-1 1 0,-6 5 2 0,0 2 2 0,0 2 0 16,-6-1-4-1,6 0-2-15,0 0-10 0,-6 4-6 0,6-8-11 0,-7 4-6 0,7-8-5 16,-7 1-1-16,1-4 5 0,-1 0-4 0,1-7-6 15,0-5-12-15,-1-2-18 0,0-5-22 0,1-3-28 16,0-3-30-16,-1-5-26 0,0 2-29 0,1-6-50 16,-1-6-66-16,7 2-70 0,0-1-19 15,0-2 8 1,7 1 26-16</inkml:trace>
  <inkml:trace contextRef="#ctx0" brushRef="#br2" timeOffset="156208.35">6750 11104 211 0,'0'-4'386'0,"0"0"46"0,0 8 17 16,0 0-65-16,0 2-96 0,-7 6-74 0,1 6-57 31,6-3-40-31,-6 3-33 0,6 3-25 0,-8-1-20 0,2 5-15 0,6-3-9 0,0 1-4 31,0-2-7-31,0-3-1 0,0 1-4 0,0-1 0 0,6-3 0 0,2-1-6 0,-8-3 6 0,6-4 1 31,-6-3 2-31,6-4 2 0,1 0 1 0,0-4 5 16,-1-3-2-16,1-4-3 0,-1 1 0 0,0-5 0 16,8 1 9-16,-8-6-13 0,0 5 0 15,2 5 2-15,-8-1-3 0,6 3-3 0,-6 1-13 16,6 0 9-16,-6 7-1 0,0 0 2 0,7 4-3 16,-7 4-4-16,0-2-10 0,0 5-22 15,6 1-29-15,-6-2-32 0,7 5-35 0,0-3-40 16,-1-2-61-16,0 1-81 0,0 0-60 0,2 0-15 15,4 1 13-15,2-6 31 0</inkml:trace>
  <inkml:trace contextRef="#ctx0" brushRef="#br2" timeOffset="156704.45">7238 11177 52 0,'8'-14'380'15,"-8"2"73"-15,0 1 69 0,-8 4 11 0,8 0-58 16,-6 3-52-16,0 4-45 0,-1 0-34 0,1 4-49 15,-8 3-57-15,14 4-57 0,-6 0-56 0,0 3-39 16,6 5-38-16,0-1-17 0,0 5-11 16,6-2-6-16,0 1-2 0,1 0 2 0,0 5-2 15,6-6-5-15,-7 1 2 0,8 3 6 0,-2-7-19 16,-5 5 0-16,6-5-1 0,-7-3 11 16,1 0-1-16,-7-4-5 0,6 0 17 0,-6-4-7 15,0 0 1-15,0 0-7 0,0-2-4 0,-6-5-1 16,-1 0-10-16,1-5-23 0,-7 2-30 0,0-5-36 15,7 1-42-15,-8 0-46 0,8 0-43 0,-1-4-31 16,1 0-20-16,-1-1-7 0,7-1 1 0,0-3 14 16,0 5 13-16,7-4 15 0,-7 1 12 15,6-1 22-15,7 4 28 0,-7 1 33 0,2-2 55 16,4 1 74-16,-5 5 64 0,6-2 50 0,-7 4 32 16,7 0 26-16,-6 0 12 15,6 8-2-15,0 0 5 0,0 8 15 0,-7-3 22 0,8 3 15 0,-14 6 8 16,6-3 4-16,1-1-7 0,-1 4-16 15,0-3-23-15,2-3-28 0,-2-2-32 0,-6 1-30 16,6-3-24-16,0-4-9 0,-6 0 13 0,7-4 8 16,0-4 9-16,-7-4 2 0,6 0 5 0,-6-7-12 15,7 1-27-15,-1-3-21 0,1-6-21 0,0 5-6 16,-1-4-29 0,-6-5-45-16,6 6-59 0,-6-1-71 0,6 4-68 0,-6 0-69 0,8 3-42 15,-8 4-19 1,0 1-8-16,6 2-15 0,-6 8-31 0,0 0-13 0,0 0 21 0,0 0 35 0,0 0 54 15</inkml:trace>
  <inkml:trace contextRef="#ctx0" brushRef="#br2" timeOffset="156912.47">7591 11096 324 0,'6'-7'398'0,"-6"3"56"0,6 0-5 0,-6 4-52 0,0 4-64 0,0 4-49 0,-6-1-38 0,6 3-33 16,0 6-35-16,0 2-32 0,0 1-32 0,0 3-32 15,0-1-23-15,0 4-24 0,0 5-16 0,0-5-35 16,6 2-48 0,-6-2-56-16,0 1-63 0,7-1-58 15,0-7-62-15,-7 1-71 0,6-1-93 0,0-3-24 16,2-3 17-16,-2-3 38 0,0 0 53 0</inkml:trace>
  <inkml:trace contextRef="#ctx0" brushRef="#br2" timeOffset="157367.57">7753 11192 259 0,'0'-12'470'0,"-6"1"88"16,-1 5 82-16,-5-2-36 0,5 8-79 15,-6 0-72-15,-1 0-59 0,2 3-52 0,-1 2-65 0,0 1-62 0,6 5-60 0,-5 3-44 32,4-2-43-32,2 3-33 0,0 0-21 0,6 3-9 15,-7 0-7-15,7 0-1 0,7 1-2 0,-7-5-2 0,6 1-3 0,0-3-1 0,8-2-3 16,-8 1-21-16,14-3-28 0,-7-1-31 0,-1-4-32 15,2-3-44-15,6-3-42 0,-8-1-27 32,1-3-14-32,7-4 1 0,-6 4 8 0,5-8 25 15,-6 3 37-15,0 3 38 0,-7-3 38 0,8-3 29 16,-8 5 31-16,0-2 22 0,-6 1 17 0,0 4 14 16,0 0 16-16,0-1 22 0,0 0 14 0,-6 6 17 15,0-2 11-15,-2 0 5 0,8 8-5 0,-6 0-10 16,-7-2-12-16,7 10-8 0,-1 2-4 15,1 1 1-15,-1 3 0 0,-5 1 1 0,4-1-6 16,2-3-8-16,6 3-7 0,-6-7-14 0,6 0-12 16,0-4-9-16,0 1-1 0,0-5 1 0,0-3-5 15,6 0 2-15,-6-3 6 0,6-1 3 0,2-3 1 16,4-4-3-16,-5 4-1 0,-1-4 0 16,7 0-2-16,-6 3-1 0,-1 0-3 0,8 1 3 15,-8 5 0-15,0 2 3 0,8 0 3 0,-8 2 0 16,0 5 1-16,1 5-5 0,-1-2-34 0,1 6-65 15,-7-2-92-15,7 4-132 0,-7 1-171 0,6 4-87 16,0-6-15-16,1 4 37 0,12-1 77 0</inkml:trace>
  <inkml:trace contextRef="#ctx0" brushRef="#br2" timeOffset="158114.49">8203 11093 136 0,'0'-12'380'0,"-6"5"52"0,-1 4 44 0,1 3-52 0,-1 3-101 0,0 8-77 0,1 8-53 15,0-1-40-15,-2 4-31 0,2 3-24 0,6 0-20 16,0 6-14-16,6 1-14 0,-6-3-9 0,8 6-8 15,-2-6-11-15,0 0-8 0,1-1-6 0,-7-1-4 16,7-6-5-16,-1-3-4 0,1-2 0 0,-1-5 2 16,-6-1 3-16,6-6 5 0,-6 0 3 0,0-4 1 15,0-4 2-15,0-3 1 0,0-4-4 16,-6-5-4-16,6-1-2 0,0-4-1 0,0-2-1 16,0-7 1-16,0 1-1 0,0-4-8 0,6 0-5 31,-6 0-5-31,7 3 2 0,0 1-3 0,-1 4 3 15,0 3 4-15,2 0 7 0,-8 7 5 0,6 1-2 0,0 6 3 0,-6 5 0 0,7 3 2 16,-7 3 3-16,6 1 3 0,-6 6 1 0,7 6 0 16,-7-2 2-16,0 4 0 0,0 4 0 0,0 0 2 15,0 1-1-15,-7-1-1 0,7-1-2 16,-6-3-2-16,6 1-4 0,-7-1-4 0,7-3-1 16,-6-3-4-1,6-2 0-15,0-2 1 0,0-5 0 0,0 1-3 16,0-4 1-16,0-4 4 0,6 1-6 15,1-1 2-15,6-3 0 0,-6 2 7 0,5-1 1 0,2-2 0 0,-2 0 7 0,-5 1-3 16,13 5 1 0,-8-4-7-16,-5 6-3 0,6 6 5 15,-7-6 3-15,1 6 5 0,0 2 3 0,-1-1 8 16,-12 8 11-16,-1-4-3 0,7 3-3 0,-7 1-4 0,1 3-4 0,0-3-6 0,-8 3-10 31,8 1-4-31,-7-6-2 0,0 7-4 0,6-10-8 16,-5 1-26-16,4 0-35 0,2-3-38 0,0-1-40 15,0-3-42-15,6-4-35 0,0 0-23 0,6 0-22 16,-6 0-28-16,12-4-39 0,-4-3-33 0,-2-1 4 16,7-3 27-16,0 0 46 0</inkml:trace>
  <inkml:trace contextRef="#ctx0" brushRef="#br2" timeOffset="158651.65">8555 11272 329 0,'13'-18'403'0,"-7"3"60"0,-6 1 5 0,7 3-46 0,-7 3-59 16,-7 2-36-16,7 0-22 0,-6 6-17 15,-1 0-27-15,1 6-29 0,-7 0-30 0,6 5-35 16,1 3-47-16,-7 2-31 0,6 2-29 0,1 3-26 16,-1 2-12-16,1-2-13 0,-1 1 3 0,7-3-12 15,0-1-1-15,0-2-5 0,7-2-3 16,-7-7-1-16,6 1 5 0,1 0 8 0,-1-8 3 16,1 0-3-16,0 0 6 0,5-12 1 0,-5 4-5 15,6-7-9-15,-7 1-1 0,7 0 4 0,1-5-4 16,-8 1 3-16,0 3 2 0,2 1 0 0,-2-1 1 15,0 3 2-15,0 5 0 0,-6 0-6 0,0 3-5 16,0 4-1-16,0 0-8 0,0 8-18 16,0 0-25-16,0 6-30 0,0-3-41 0,0 3-48 15,0 5-50-15,0-4-41 0,0-4-26 0,0 3-12 16,7-7 6-16,0 4 21 0,6-6 20 16,-7-3 29-16,8-4 25 0,-2-3 27 0,2-6 23 15,-2 1 23-15,1-1 34 0,1-7 34 16,5-2 38-16,-6 3 42 0,0-6 45 0,0 1 32 0,-6 1 20 15,-1-5 18-15,0 5 10 16,2 1 7-16,-8-2 1 0,0 8 8 0,-8-1 13 0,8 4 14 16,-6 3 5-16,0 5-7 0,-1 3-17 0,1 3-24 15,-1 9-32-15,0-1-26 0,1 3-26 0,0 2-18 16,6 1-16-16,0 5-10 0,0-3 1 0,0 3-4 16,6 0 5-16,0 3-4 0,-6-2 3 0,14 2 1 15,-8 1 1-15,7-8 0 0,-7 0-8 0,8 1-2 16,-8-4 0-16,0-1-1 0,1-3-3 15,0 1-3-15,-1-5 2 0,-6 4 0 0,0-8-7 16,0 1-25-16,0 0-35 0,0-4-43 16,-6 0-49-16,-1-4-52 0,0-3-60 0,7-2-74 15,-6 2-90-15,0-3-22 0,0 2 11 0,-2-5 33 16,2-3 57-16</inkml:trace>
  <inkml:trace contextRef="#ctx0" brushRef="#br2" timeOffset="158970.17">8939 11067 141 0,'7'4'380'0,"0"-1"45"0,-7 4 33 0,6 8-59 0,-6-1-110 0,0 5-85 15,6 3-62 1,-6 0-44-16,0 5-29 0,7-2-27 0,-7 4-21 0,7-4-23 0,-1 1-24 16,0-4-19-16,8 1-21 0,-8-5-12 0,1-4-12 15,-1-3-2-15,0 1 9 0,1-6 13 0,-7-2 17 16,7 0 11-16,-1-4 16 0,-6-4 14 15,0-4 14-15,6-2 10 16,2-5 10-16,-8 1 9 0,6-4 7 0,0-2 5 16,1-1 1-16,-1-4 3 0,1-2 0 15,6-1 3-15,-7-1 0 0,8-2 4 0,5 6 1 16,-6-4-2-16,0 3-8 0,0 1-9 0,0 5-8 16,1-1-13-16,-8 6-12 0,7 1-15 0,0 6-24 0,-7 1-28 0,1 0-39 15,-1 3-61-15,-6 0-97 16,0 4-108-16,0 0-45 0,0 0-4 15,0 8 19-15,0-8 53 0</inkml:trace>
  <inkml:trace contextRef="#ctx0" brushRef="#br2" timeOffset="159143.1">9187 11100 147 0,'0'7'402'0,"7"1"69"0,-7-1 52 0,0 0-38 0,0 4-85 15,0 0-84 1,6 1-69-16,-6 2-58 0,6 1-47 0,-6-1-44 15,8 5-38-15,-2-5-27 0,0 1-22 16,1-1-26-16,-7 2-49 0,6-2-53 0,1-3-60 0,-1-5-55 0,1 2-75 0,-1-1-89 16,-6-7-74-1,0 0-11-15,0 0 24 0,0 0 41 0,0-7 72 16</inkml:trace>
  <inkml:trace contextRef="#ctx0" brushRef="#br2" timeOffset="159493.03">9311 11067 190 0,'6'0'460'0,"-6"4"81"16,0-1 63-16,-6 8-28 0,6-3-114 0,0 3-112 0,0 0-89 0,0 0-75 0,6-1-59 31,-6 1-48-31,7-3-34 0,-1 0-18 0,8-2-12 0,-8-2-6 0,7 0-5 0,0-4-4 0,0 0-3 32,-6-4 3-32,6 0 3 0,-7 0-2 15,0-3 2-15,2-4 2 0,-2 4 8 0,0-4-6 16,-6-3 1-16,0-1-2 0,0 0 2 0,-6 1-15 15,6 3 3-15,-6-1 4 0,6 1-1 0,-8 4 10 16,2 0-5-16,0 7 10 0,-7-4-3 16,6 8-6-16,0 3 0 0,1 0-12 0,-7 8-1 15,6 4 7-15,1-1 3 0,0 3 6 0,-8 5 1 16,14 1 13-16,-6 2 17 0,-1-4 5 0,7 1-2 16,0-1 1-16,7-3 0 0,-7 1-12 15,6-6-12-15,8-1-12 0,-8-2-3 0,7-3-2 16,0-3 1-16,0-5-7 0,7 1-27 0,-8-4-50 15,8-7-64-15,-7-1-81 0,7-3-80 0,-7-7-75 16,0 3-79-16,-1-7-90 0,2 3-13 0,-8-2 35 16,1-5 57-16,6 1 68 0</inkml:trace>
  <inkml:trace contextRef="#ctx0" brushRef="#br2" timeOffset="159633.57">9565 10946 350 0,'0'8'450'0,"0"-2"58"0,0 6 22 16,0-1-95-16,0 7-105 0,0 0-92 0,0 5-71 15,6 2-53-15,-6 1-42 0,7-1-32 0,0 4-25 16,-1 1-24-16,0-5-40 0,1 4-53 16,0-3-70-16,-1 1-89 0,-6-6-123 0,0 1-95 15,0-7-24-15,0 3 18 0,0-7 50 0,0 0 82 16</inkml:trace>
  <inkml:trace contextRef="#ctx0" brushRef="#br2" timeOffset="159808.51">9500 11290 485 0,'6'0'629'0,"-6"0"107"0,0 0 79 0,0 0-86 16,0 0-137-16,6 0-157 0,2-4-129 15,-2 2-97-15,7-3-79 0,0 2-57 0,0-1-52 16,7 0-79-16,-8 1-123 0,2-1-142 0,5-3-125 16,-13 3-235-16,8-3-108 0,-8 3-2 0,0-4 78 15,2-2 114-15,-8 3 117 0</inkml:trace>
  <inkml:trace contextRef="#ctx0" brushRef="#br2" timeOffset="162148.47">1876 12807 157 0,'7'-29'327'0,"-7"-1"38"0,6 5 14 0,-6-4-50 0,0-1-62 0,0 5-25 15,0 3-7-15,-6 3 10 0,6 5 13 16,-7 3 4-16,7 3-7 0,-6 5-15 15,6 6-27-15,-7 8-32 0,7 15-35 16,7 11-30-16,-1 14-24 0,1 11-21 0,5 12-12 16,8 5-9-16,0 10-14 0,-1 6-12 0,1 0-5 15,-8 1-11-15,8-4 3 0,0-5-4 16,-7-7 1-16,7-7-5 0,-8-6 1 0,2-8 6 0,-8-12-6 16,1-3-4-16,-1-7 7 0,-6-7-1 0,0-5-6 15,0-7-5-15,-6-3-7 0,-7-8-2 0,-1-7-9 16,-5 0-1-16,0-7 0 0,-1-8 6 15,-7 1 6-15,2-9 3 0,-1-2 1 0,6-4 2 16,-6-4 0-16,13-3 5 16,-7 2-3-16,14-3-1 0,6 4-2 0,0-3 1 15,6 3-1-15,14 0-3 0,-1 4-1 16,7 3-15-16,1-1-23 0,5 7-32 0,8-6-37 16,-1 4-40-16,0 0-37 0,7 0-23 0,-8-4-10 15,1 4 1-15,0-4 13 0,1 1 19 0,-8-4 26 16,1 3 31-16,-1 0 30 0,-5 3 30 0,-1 2 25 15,-7-1 20-15,-6 4 16 0,0 0 14 0,-7-1 17 16,2 4 20-16,-8 1 21 0,6 3 21 0,-6-1 21 16,-6 2 21-16,-2-1 15 0,8 3 10 0,-12 1 23 15,5 0 2-15,-6 4 0 0,6 3-4 0,-5 0-8 16,5 3-16-16,-6 4-34 0,0 4-23 0,6 4-14 16,-6 3-23-16,7 3-11 0,-8 6-4 0,8-1-2 15,0-1 5-15,0 1-4 0,-2-1 10 0,8 1-6 16,0 0-6-16,0-8-6 0,0 4-8 0,0-7-9 15,0-1-5-15,8-7-4 0,-2 5-2 0,-6-8-1 16,6-4 4-16,0 0 5 0,2-4-1 0,-2 0 2 16,0-4 5-16,1-2-2 0,6-1 10 0,-6-8-7 15,-1 1-4-15,0 0 4 0,-6 0-3 0,7-1 0 16,0 1-13-16,-1 3 1 0,0 0 3 0,-6 4-1 16,0 4 1-16,0 0 2 15,7 3 2-15,-7 8 7 0,0 0-4 0,0 6-2 0,0 5 1 0,0 0 0 16,0 3-2-16,0 1-4 0,7 3-1 0,-7 3 2 15,6-3-3-15,-6-3-4 0,7-2 2 0,-1-5-1 16,0-2-17 0,-6 2-25-16,8-5-27 0,4-3-29 0,-6-1-34 15,1-3-31-15,0-7-12 0,6 0 0 0,-7-5 6 16,8-2 8-16,-8-4 15 0,6-4 16 0,-4 0 19 0,4-4 15 0,-5 1 16 0,6-1 19 16,-6 0 18-1,5 1 18-15,-5-1 14 0,0 8 8 0,-1-1 12 0,-6 1 16 16,6 7 18-16,-6-1 15 0,0 10 23 0,0-3 19 0,7 10 18 0,-14 1 6 15,7 5 3-15,0 8-3 0,0-1-8 0,0 5-8 32,0 2-13-32,7-4-15 0,-7 6-16 0,7-2-13 15,-1 1-14-15,1-4-14 0,-7-3-6 0,12-2-5 16,-5-3-4-16,0-2-1 0,-1-1 2 0,0-7-1 16,2 3 1-16,-2-7 3 0,0 0 4 0,1-3 0 15,-1-5-1-15,1 0 0 0,-1-7-1 0,1 5-1 16,5-5-3-16,-4 1 0 0,-2-1-2 0,0 4 1 15,1 1-1-15,0-2-1 0,-1 5 0 0,0 3 0 16,1 1-2-16,6 3 3 0,-6 3 2 0,5 5 3 16,2-2 4-16,-1 6 5 0,0 2 8 0,6 1 1 15,-5-1-2-15,5 5 1 0,-6-4-3 16,6-5-9-16,1 2-4 0,-7-2-13 0,6-1 5 16,-5-6 1-16,-1-3 13 0,-1 0 29 0,2-3 24 15,-8-6 28-15,7-1 6 0,-6-5 0 0,-7 1-11 16,6-5-23-16,-6-3-25 0,0 0-13 0,0 0-13 15,0-4-5-15,0 4-15 0,-6-3-32 0,-1 3-44 16,0-4-56-16,1 9-48 0,0-6-53 0,0 8-42 16,6 5-20-16,-8 2-3 0,8 4 2 0,0 4-18 15,-6 0-31-15,6 0-50 0,6 12-5 0,-6 2 16 16,8-3 32-16</inkml:trace>
  <inkml:trace contextRef="#ctx0" brushRef="#br2" timeOffset="162501">3362 13104 113 0,'13'-11'325'0,"-7"4"48"0,1-1 3 0,-7 2-33 0,0-3-51 0,0 1-47 16,0-1-27-16,-7 1-8 0,1 0 4 0,-1 2 14 15,1 1 0-15,0 5-6 0,-8 0-17 0,8 0-27 16,-8 7-33-16,8 1-44 0,0 4-35 0,-7 5-38 16,6 2-11-16,0 3-8 0,1 0-8 0,6 3-2 15,-6-2-2-15,-1-1 10 0,7 0-9 0,0-4-5 16,0 0 0-16,7-6 0 0,-7 2 2 0,6-7-1 15,0-3 2-15,1-4 3 0,0 0 3 16,-1-8-2-16,7-3 0 0,-7-3 3 0,8-1-4 16,-2-3-9-16,2-4-10 0,-8 3 0 0,7-3-6 0,-6 0-6 15,6 4-3-15,-7 0 3 0,8 0 5 16,-8 7 1-16,0-1 4 0,1 4 6 0,0 8 2 16,-7 0 10-16,6 0 2 0,1 12 2 0,-7-4-1 0,6 6 1 15,0 1-1-15,-6 3-4 0,7-3-12 16,-7 3-29-16,7 1-33 0,-7-5-44 0,6 1-40 15,-6-5-41-15,6 2-26 0,1-5-15 0,0 0 0 16,-7-7-12-16,6 0-24 0,1-7-28 0,-7 7-32 16,0-7-19-16,6-5 6 0,-6-2 39 0</inkml:trace>
  <inkml:trace contextRef="#ctx0" brushRef="#br2" timeOffset="162846.16">3563 12928 270 0,'0'-11'359'0,"8"3"34"0,-8 4-13 0,0 4-43 16,6 4-63-16,-6 4-45 0,0 7-29 0,6-1-21 15,1 5-11-15,-1 3-14 0,-6 3-7 0,13 4-4 16,-6 2-1-16,-1-2 10 0,1 3 11 0,-7 5 13 16,7 0 0-16,-1-1-7 0,0-3-17 0,1 0-28 15,-7 1-29-15,7-9-34 0,-1-4-24 0,0-2-13 16,1-4-7-16,-7-5 7 0,0-2 5 0,0-4 9 16,-7-4 2-16,7 0 2 0,0-8 1 0,0 1-9 15,0-5-12-15,0-2-14 0,0-3-3 0,7-2-5 16,-1 1-4-1,-6-4 3-15,7-1 0 0,0 5 1 0,5-3-2 0,2 2 2 0,-8 4 0 0,7-4-6 16,0 5 2-16,6 8 3 0,-5-3 1 0,6 6 14 16,-8 6 25-16,-5 1 42 0,6 4 49 0,-6 6 50 15,-1 1 40-15,0 3 13 0,0 0-6 0,-6 4-44 16,0 0-42 0,0 1-42-16,-6-1-43 0,0 0-29 0,0-5-6 0,-1 6-39 0,-6-2-84 0,0-6-117 31,-1-1-132-31,2 1-156 0,-2-7-162 0,2-2-164 15,-1-1-76-15,-1-10 33 0,2 3 89 0,12-6 136 0,-6-2 137 0</inkml:trace>
  <inkml:trace contextRef="#ctx0" brushRef="#br2" timeOffset="164226.75">4300 13181 15 0,'0'7'383'0,"7"-2"76"0,-1 1 65 0,-6-2 34 0,0 0-75 0,0-1-57 15,6 0-36-15,-6-3-25 0,0 0-29 0,0 0-42 16,0 0-57-16,0 0-60 16,0 0-57-16,8 0-37 0,-8 0-37 0,0 0-31 0,0 0-8 15,0 0-8-15,6 0-30 0,-6 5-70 0,0-5-78 16,-6 4-89-16,6-1-97 0,0 1-93 0,0 3-115 15,0-7-81-15,0 7 11 0,-8 8 60 0,2-1 79 16,6 1 83-16</inkml:trace>
  <inkml:trace contextRef="#ctx0" brushRef="#br2" timeOffset="164360.72">4313 13418 67 0,'0'15'370'16,"0"-3"65"-16,0-2 57 0,0-3-6 0,0 2-78 16,-6-6-63-16,-1 0-56 0,7-3-44 0,-7 0-49 15,7 0-49-15,-6-3-50 0,-1 3-42 0,7 0-25 16,0-3-30-16,-6 3-49 0,6-5-75 0,-6 5-93 15,6-4-140 1,0 4-157-16,0 0-72 0,0 0-3 0,0 0 49 16,0 12 79-16</inkml:trace>
  <inkml:trace contextRef="#ctx0" brushRef="#br3" timeOffset="168030.97">4795 12921 59 0,'7'-4'301'0,"-1"4"31"0,1-4 7 0,-7 0-49 15,6 4-75-15,-6 0-60 0,0-4-36 0,7 4-18 16,-7 0-13-16,0 0-9 0,0 0-7 16,0 0-6-16,0 0-5 0,0 4-5 0,6 0 8 15,-6 0 4-15,0 4-4 0,0 3-8 0,0 7-7 16,6-4-10-16,-6 8-15 0,8 4-14 0,-8 4-3 16,6 2-5-16,0 8-1 0,-6 1 1 0,7 3-5 15,-7 4 1-15,7 3-5 0,-7 0 2 16,6 0 3-16,-6 0 2 0,0 4 3 0,7-3 1 15,-7 3 9-15,6-4-2 0,0 0-1 0,-6 1-3 16,7-1-1-16,-7-4-1 0,7 5-6 0,-1-1 2 16,-6 0 1-16,6 1 1 15,-6-2 0-15,7 5 0 0,-7-3 1 0,7 0 0 0,-1-1-4 0,1 0 1 16,-7 0 0-16,6 0-2 0,-6-3 0 16,7 3-3-16,-7-2 0 0,6-2 0 0,-6 4 1 15,0-3 0-15,0-1-1 0,7 1 1 0,-7 0-1 16,6-4-3-16,-6 3-3 0,0-3 4 0,6 0-5 15,-6 0-1-15,8 0 7 0,-8 0 4 0,6-1 2 16,-6-2 0-16,6 0 6 0,-6-4 2 0,7-5-4 16,-7 5 0-16,6-8-1 0,1 4 0 0,-7-4 0 15,0 1 0-15,6-1-6 0,-6 1 4 0,0-5 2 16,7 4 0-16,-7-3-1 0,6 0 1 0,-6 3 6 16,0-3-4-16,7-1-3 0,-7 1 1 0,7 3 1 15,-7-3-1-15,6 3-1 0,-6-3 0 16,0 0 1-16,6-5-2 0,-6 4-6 0,0-5 3 0,7 1-4 15,0-2 2 1,-7-1-4-16,6-4 1 0,0 1-2 0,-6-1-15 0,0-2-24 0,7-1-32 16,-7 0-28-16,-7-4-42 0,7 1-58 0,0-1-72 15,0-7-86-15,-6 7-30 16,0 1-1-16,-8-1 24 0,8-3 56 0</inkml:trace>
  <inkml:trace contextRef="#ctx0" brushRef="#br3" timeOffset="170494.49">5063 12804 263 0,'-7'0'342'0,"0"0"41"0,7-4-38 0,0 4-65 15,-6 0-75-15,6-4-48 0,0 4-31 16,0 0-28-16,0-4-10 15,0 4-9-15,-7-3-12 0,7 3-8 0,0 0-7 0,0 0-9 0,0 0-10 16,0 0-6-16,7 0-4 0,-1 0-5 16,1 0-6-16,0 0-2 0,5 0-1 0,2-5-1 15,-2 5-5-15,8-2-1 0,-1 2 1 0,7-4-2 16,1 1-1-16,-1-1 0 0,6 0-3 0,1 0 1 16,-1 0 1-16,1 4 1 15,-1-4 0-15,1 1 0 0,7 3 0 0,-8-4 0 0,7 4-2 16,-6 0-1-16,5 0-2 0,-5 0 0 0,7 0-2 15,-2-2-1-15,1-3 2 0,1 2 1 0,5-5 3 16,-6 4 3-16,7-3 4 0,-7 0 2 0,7 0 1 16,-7-1-1-16,6 1-3 0,1 0 1 15,-7-1 0-15,1 4 0 0,-2 1-1 0,1-1 0 0,0 1-5 16,-6-1 1-16,0 1 0 0,0-1-2 16,-8 0 1-16,8 4 1 15,0-4 8-15,-1 4 0 0,1-3-2 0,-7 3 1 0,7-5-2 16,-7 3-2-16,6 2 0 0,1-5-3 0,-1 5 0 15,-5 0-1-15,-1-2 0 16,6 2 1-16,1 0-1 0,-7 0 1 0,13-4 1 0,-7-4-2 0,1 4 1 16,-1-3 1-16,1 1-1 0,-7 1 0 0,6 2-1 15,1-1 2 1,-7 0 0-16,7 4-4 0,-7-4 0 0,0 4 2 16,0-3 0-16,0 3-1 0,0 0 1 0,0 0 3 0,0 0-2 0,0 0 0 15,-6 0-2-15,5 0 0 0,2 0 0 0,-1 0 0 16,0 0 1-1,0 0 0-15,0 0-1 0,1 0 0 0,5-4-3 0,-13 4 1 0,14 0 0 0,-7-4-3 16,0 4 4-16,7-3-2 0,-1 3 1 16,-6 0 0-16,7-3 1 0,-7 3 3 0,6 0 1 15,-5 0-1 1,-1 0 2-16,6 3 3 0,-12-3 1 0,5 3-4 0,2-3 0 0,-1 4 3 16,-6-4 0-1,6 4-5-15,-1-4 2 0,-5 0 1 0,6 0-1 16,1 0 5-16,-1 0-3 0,0 0 4 0,-1 0-2 0,1 0 1 0,1 0-1 0,-1 3-4 31,0-3 0-31,0 4 2 0,-7-4-3 0,14 8-2 16,-14-5 2-16,8-3 2 0,-1 5-1 0,0-3-3 0,-7-2 2 0,7 4 2 0,0-4-1 15,1 0-2 1,-1 3 1-16,-7-3-1 0,7 4 1 16,0-4-1-16,7 0 0 0,-7 4 1 0,6-4-1 15,-5 0-2-15,5 4 0 0,1-4 1 0,-7 0-1 16,6 0 0-16,1 4 1 0,-7-4 1 0,6 0 0 15,-5 0-2-15,-1 0 2 0,0-4-2 16,-1 4 2-16,9 0 0 0,-9 0-1 0,1-4-2 16,0 4 1-16,1 0-1 0,-1 0-1 0,-7 0 1 15,7 0-1-15,0 0 3 0,-6 0-3 0,6 0 0 16,-7 0 2-16,1 0-1 0,0 0 0 16,-1 0-1-16,1 0 3 0,6-4 2 0,-7 4-2 0,1-4-1 15,0 4 0-15,6-3-2 0,-7 3 2 16,7-4-4-16,-6 2 2 0,6-3 1 0,-7 5 3 15,7-3 1-15,0 3-2 0,-6-8 3 0,6 4 0 16,-7 1 0-16,1-1 0 0,-1 0 1 16,7 1-1-16,1 0-1 0,-7-2-1 0,-2 5 0 15,2-4 3-15,-7 4 0 0,7 0-1 0,0-3 0 16,-1 3 1-16,7 0-1 0,-6 0-1 0,6-4-1 16,0 1 2-16,-1-4-1 0,2-1 1 0,-1 1 0 15,6 3 0-15,-5-4 3 0,5 6-3 16,-6-2 0-16,0 0 0 0,7 0-1 0,-7 1 1 15,0 3 0-15,1-4-1 0,-8 4 3 0,7 0 0 16,-6 0-1-16,-1 0-3 0,0 0-2 0,1 0 2 16,-1 0-1-16,1 4 0 0,-7-4 1 0,7 0 2 15,0 0-1-15,-2 0-1 0,2 3 0 0,0-6 1 16,5 3-1-16,-5 0 0 0,7-8 1 16,-1 4 0-16,0 2 0 0,-7-3-2 0,1 5 1 15,0-3 0-15,-8 3 2 0,8 0-2 0,-7-4-1 16,7 4-1-16,-8 0-1 0,8 0 0 15,-7 0-2-15,0 4 0 0,6-4 1 0,-5 0 2 16,-1 3 1-16,0-3 1 0,0 0 1 0,-1 5-2 16,8-5 0-16,-7 0 1 0,0 0-1 0,0 0 0 15,1 2 1-15,-2 2 0 0,2-4 2 0,-2 8-2 16,-5-5 4-16,6 1-2 0,-6 0-3 16,-1 2 0-16,8-1 0 15,-14 2 0-15,12 4-3 0,-6-4 1 0,1 0 3 16,0 0 2-16,-1 2-1 0,1-3 1 0,-1-2-1 0,0 3-1 0,2 5 2 15,-2-4-6-15,0 1 0 0,0-1-2 0,2 4 4 16,-2 2-2-16,-6-3-1 0,6 3 0 0,1 1 4 16,-7 0 1-16,6 0 0 0,1 2 5 15,-7 3 0-15,7-3 1 0,-7 4-2 0,6-1-2 16,-6 2-1-16,0-4-4 0,6 4-1 0,-6-4 4 16,6 3 1-1,-6-1-4-15,0 1 2 0,0 1 2 0,8 0 2 0,-8 0-2 0,0 0 0 0,0-1 5 16,0 2-2-16,0 0 1 0,0-2-4 15,0-3 1 1,0 4-1-16,0-3 2 0,-8 3 0 0,8 0 0 16,0-4 2-16,0 5 6 0,0-6 2 0,-6 5 0 15,6 1-2-15,-6-1 3 0,6 3-3 0,0-3-3 0,-6 4-1 0,6 3 2 0,-7-4 1 16,7 6-4 0,-7-2 7-16,7-4 3 0,0 0 4 15,0 0-3-15,0 6 5 0,-6-6 2 0,6 1-2 16,0-1-2-16,-7 1-2 0,7 0 4 0,0-1 3 0,0 1 3 0,0 3-1 0,0-3-3 31,0 3-3-31,-6-3-9 0,6 3-4 0,-6 0-4 16,6 4-4-16,-8-4 4 0,8 5 1 0,-6-1 3 15,0 3 0-15,6-3-1 0,-6 4 0 0,6-4-1 0,-8 3-5 0,2-2-1 0,6 2 3 32,-6-3 3-32,-1 4 5 0,7-5 2 0,-6 2 6 15,-1-1 5-15,7-4-1 0,-7 4-2 16,7-4-3-16,0 1-4 0,-6-1-2 0,6 0-4 0,-6 0-5 0,0 1-2 0,6-1 0 0,0-3-3 31,-8 3 0-31,8-3-5 0,-6 0 3 0,6 0 0 16,-6 3-1-16,6-4 8 0,-7 4 1 0,7-3 2 15,0 0 4-15,-7 3-1 0,7-4 0 0,0 1-7 16,-6 1 0-16,6-2 1 0,-7 0-3 16,7 0 5-16,0 1 1 0,0 0 1 0,0-1-4 15,-6 2-1-15,6-6 1 0,0 4-2 0,0 1 3 16,0 1 1-16,-6-5 4 0,12-1 4 0,-6 4 6 15,0-2 1-15,0-1-1 0,-6 0 5 0,6 1 3 16,0-2 4-16,-7 1-3 0,7-4 1 0,0 0-1 16,0 4-3-16,0-7-3 0,-7 3-6 0,7 0-3 15,0-3-3-15,0-3 1 0,0-2 1 0,-6 1-3 16,6-3-3-16,0-1-1 0,0 0-2 0,-6-3-3 16,6 0 0-16,0 0-14 0,0-4-14 0,0 0-22 15,0 0-21-15,0 0-21 0,-7 0-27 0,7 3-15 16,0-3-12-16,0 0-6 0,0 0-9 0,0 3-10 15,0-3-7-15,-7 0-13 0,7 0-46 0,0 0-82 16,0 0-70-16,0 0-19 0,-13 0 6 0,7 0 24 16</inkml:trace>
  <inkml:trace contextRef="#ctx0" brushRef="#br3" timeOffset="172257.89">5734 15899 73 0,'-20'0'308'0,"1"0"25"0,-1-4-6 0,0 4-55 0,7 4-85 16,-6-4-72-16,0 4-44 0,-1-1-21 0,7 2-7 31,-7-2-8-31,0 1-6 0,8-2-3 0,-2 3-2 16,-5-2 3-16,6 1 0 0,0 0 7 0,-1 0 5 15,2-1 7-15,-1 5 9 0,-7-5 8 0,8 0 4 16,4 6 1-16,-4-3-2 0,-2-2-3 0,2 3-6 16,-1 1-8-16,-1-1-5 0,2 0-5 0,-2 0-5 15,8 1-4-15,-7-1-1 0,13-3-3 0,-13 3 0 16,13-4 2-16,-7 1 1 0,1 0 6 0,0 0 4 16,6-1 6-16,-8-3 5 0,8 5-4 0,-6-5 0 15,6 3-5-15,0-3-4 0,0 0-10 0,0 4-10 16,0-4-5-16,0 0-6 0,0 0-6 0,6 0-2 15,2 4 1-15,4-1 0 0,-5 0 1 0,6 1 0 16,0 1 0-16,7-2 0 0,-1 0 0 16,1 1 1-16,6 3-1 0,-6-3 0 0,12 0 0 15,-7 3-2-15,9-3 0 0,-2-1-1 0,7 1 2 0,6 3-11 16,-5-3 2-16,12 0 2 0,-6-1 3 0,6 1 0 16,0-1 7-16,0-3 12 0,7 5-1 0,-1-3-2 15,-5-2 0-15,5 0 0 0,0 0-7 0,1 0 1 16,0 0 0-16,-7 0 0 0,7 0-3 0,-7 0-1 15,7 0 1-15,-8 0 1 0,2 0 0 0,5 0 1 16,-5 4-2-16,6-4 2 16,-8 0 0-16,1 0-1 0,1-4-1 0,-1 4-2 0,0-2-5 0,0-3 3 15,-7 2 0-15,7-1 0 0,-5-3 2 0,-2 3-4 16,1 0 9-16,-7 1-2 0,6 3-3 0,-5-4 0 16,-2 4-1-16,1 4 1 0,1-4-4 0,-1 0 0 15,0 7 2-15,-7-3-4 0,8-4-1 16,-1 4 1-16,0-4 3 0,-7 0 2 0,8 0-2 15,-1 0 2-15,-1 0 3 0,-5-4 1 0,6 4-1 16,1-4-1-16,-8-3 1 0,7 7 2 0,-7-7-2 16,1 3 2-16,-1 4 5 0,1-7 0 0,-1 3-2 15,2-3 1-15,-2 3-3 16,1-3-2-16,-1-1-2 0,1 4-1 0,-1-6-2 0,1 3 2 0,-1 2 2 16,1-2 0-16,-1-1-3 0,7 5 3 0,-5-4 3 15,-2 7-3-15,7-4-1 16,-6 1 1-16,-1-1-1 0,7 4 0 0,-7 0-1 0,1 0 1 0,0-4 2 15,-7 4 0-15,6-4-16 0,2 1 6 0,-2 3 6 16,1-4 0 0,-1 1-1-16,-13 3-2 0,7-4 16 0,1 4-5 15,-1-3-5-15,0 3 1 0,-6 0 8 0,5-4-6 0,-5 4-3 0,6 0-5 0,0 0-2 16,-7-4 1-16,7 4-11 0,-6 0 8 0,7 0 14 16,-9 0-3-1,2 0-1-15,7 0-3 0,-8 0 0 0,0 0-2 0,8 0-12 0,-8 4 6 0,8-4 25 16,-8 4-9-1,1-1-5-15,6-3-1 0,-7 4 2 0,1-4 5 0,6 3-26 0,-7-3 6 0,1 0 2 16,6 0 7 0,-14 0-4-16,8 0-2 0,0 0 2 15,-1 0 7-15,7 0 6 0,0 0-3 0,-6 0 0 0,-1 0-1 0,1 0-2 0,-7 0-1 0,0 0-4 16,6 0 4-16,-5-3 0 0,6 3 0 0,-8-4 4 31,1 4-1-31,7-3 1 0,-6 3-2 0,4-4 0 16,-4 0-1-16,5 0-2 0,1 1 1 0,-8-1-2 0,8 0-1 0,0 1 1 0,-1 0 0 0,-5-2 3 15,5 1-1-15,-6 4-1 0,6-3 1 0,1 3 0 32,-7-3-2-32,0 3-1 0,0 0 1 0,7 0 3 15,-14 0 1-15,8-4-2 0,-2 4 10 0,1 0-6 16,0 0 1-16,0 0-5 0,1 0 0 0,-8 0 0 16,14 0-6-16,-8 0 6 0,1-4 2 0,7 4-2 15,0 0-1-15,-1-3 6 0,1 3-2 0,0 0 1 16,-1-4-3-16,0 4-1 0,1 0 1 15,-1-4-2-15,1 4 0 0,-7 0-3 0,7-4 4 16,-8 1 5-16,2-2-1 0,5 5-1 0,-6-2 29 16,7-2 30-16,-7 4 20 0,-1 0 14 0,8-3 16 15,-7 3 9-15,1 0-19 0,-2 0-16 0,8 0-8 16,-7 0 0-16,0 0-3 0,0 0 0 0,-7 0 3 16,8 0 2-16,-2 0-2 0,-4 3-1 0,4-3 6 15,-5 0 1-15,6 0-2 0,-13 4-18 0,13-4-2 16,-7 2-11-16,0-2-14 0,-6 0-13 15,8 0-10-15,-8 0 3 0,6 0-11 0,-6 0-10 0,6 0-28 16,-6 0-44-16,0 0-67 0,0-2-85 0,-6-2-90 16,6 1-87-16,-6-2-60 0,-2 2-84 0,8 3-82 15,0 0 6-15,-6-4 49 0,6 4 71 0,0 0 75 16</inkml:trace>
  <inkml:trace contextRef="#ctx0" brushRef="#br1" timeOffset="177823.91">6965 13742 15 0,'13'0'315'0,"-6"-4"44"0,-1 4 32 0,1-5-32 0,-1 2-80 0,-6 3-62 16,7-3-37-16,-7-1-17 0,6 0-8 0,-6-3-1 0,0 3 1 0,0 0 0 16,0-3 6-16,0 4 6 15,0-4 12-15,0-1 7 0,0 4 13 0,0 1 40 0,0-4 3 16,0 2 10-16,-6 3 4 0,6-6 0 0,0 4-7 0,-7-3-42 16,1-1-11-16,-1 1-29 0,1 4-27 15,-1-6-27-15,-6 6-22 16,6-4-20-16,-5 3-17 0,-2-3-11 0,2-1-6 0,-8 5-2 0,7-4-6 15,-7 0-6-15,1 3-1 0,-1 0-1 16,0 0-7-16,2 1-5 0,-9-1-1 0,7 4 2 16,0-3-7-16,2 3 1 15,-9 0 1-15,7 3-1 0,2 1 3 0,-9-1-3 0,7-3 4 0,-6 4-1 16,7 0-5-16,-7 0-2 0,0 3-2 0,6 0 0 16,-6 0 0-16,7 1 2 0,-7-1 1 0,0 3 2 15,6-1 0-15,-6 1-2 0,0 2-1 16,0-1 3-16,6 0-3 0,-6-1-2 0,1 5 1 15,5-4 3-15,-6 0-2 0,6 4-2 0,-6 0 3 16,7-5-1-16,-8 5 0 0,7-1-2 16,-5 1 2-16,5 4 0 0,-6-5-2 0,6 5 3 15,1-4-3-15,-1-1 4 0,1 5-2 0,0-1 5 16,-8-3 3-16,15 2-4 0,-8 2 1 0,0-5 0 16,7 5-1-1,-7 4-2-15,8-6-3 0,-8 4 3 0,7-1 4 0,-7 1-3 0,1 1 2 0,6 0 0 16,-7 4-3-1,7-4-3-15,0 0 0 0,-6 0 1 0,5 4-1 0,2-4-2 0,-1-1 3 16,0 4 0-16,6 2-1 0,-6-5 2 0,6 3-4 16,1 1 4-1,0-5-1-15,-1 10 0 0,7-6 0 16,-7 4-2-16,7 1 2 0,-6-1-2 0,6-4 2 0,-6 0 1 0,6 2 5 0,0-1-3 0,0-1 1 31,0 1 3-31,0-4-1 0,0 0-1 0,6 0-1 16,0 0 3-16,-6-4-5 0,7 4-1 15,0-3 0-15,-1-2 1 0,0 3-2 0,8-3 1 0,-1-2 2 0,0-1 0 0,0 5 0 16,-1-5 0 0,2 5 0-16,-1-4-2 0,6-1 1 0,-6 1 2 0,7 0-3 0,-7-1 1 0,6-3 1 15,1 0 4-15,-1 0-2 0,7 0-2 0,-6-4 4 16,-1 4-4-16,1-2-4 0,0-3 1 0,6 1 1 31,0 5 1-31,0-8-2 0,6 3 3 0,-6-5 4 16,1 6-2-16,5-4 2 0,-6 0 1 15,7 0 1-15,-7-1 1 0,0 1-1 0,7 4-2 16,-7-2 1-16,0-2-4 0,7 0-2 0,-7-1 16 16,-1 1-6-16,8 3-3 0,-7 1-3 0,0-1 3 15,0 0-2-15,7-3-14 0,-7 3 7 0,-6-3 3 16,5-1 1-16,1 6 2 0,-6-7 0 0,6 3 1 16,1-3-3-16,-9-2-2 0,9 4 2 15,-1-4-2-15,-6 0 1 0,6 4 1 0,-7-4 0 16,7 0 0-16,0 0 2 0,1-4-1 0,-1 4 1 15,-7-4-1-15,7 2-2 0,-6 2 4 16,6-5-2-16,-7 3-1 0,7-3-1 0,-6-2-1 16,-1 3 2-16,1-3-3 0,0 0 1 0,-1-4 0 15,0 3 3-15,1 1-1 0,-7 0-2 0,7-1-2 16,-1 2 2-16,-6-2-1 0,0 4-3 0,7-3 2 16,-7-1 0-16,0 0 3 0,0 6 3 0,0-5-2 15,0-2 0-15,-7 2-5 0,8 0 5 16,-2 1-5-16,2-3-1 0,-1-2-10 0,-1 4 9 15,2-4 3-15,-2 0 0 0,2 4 4 0,-1-4-1 16,0 0 11-16,0 4-5 0,-7-4 6 0,8 3 5 16,-2-3 3-16,-5 5 4 0,6-2-2 0,0-4 1 15,0 5-6-15,0-4-8 0,0 3-1 0,0-2-4 16,0 3 2-16,0-5-3 16,0-2 1-16,1 3 1 0,-2 0 10 0,1-4 6 0,-6 0 3 15,6 4 4-15,-1-4 3 0,-4 1 1 0,4-1-10 16,-5 5-6-16,6-5-6 15,-7 0-3-15,1 1-2 0,-1 3-1 0,8 0 1 0,-8-5-1 0,0 2 1 16,2 3-2-16,4-3 0 0,-5-1 5 0,-1 1 5 16,7 3 2-1,-6-4 4-15,-1 0 1 0,0 1 3 0,8 3-5 0,-8-5-5 0,1 2-3 16,0-1-2-16,-1 0-1 0,0-2-2 0,-6 3 0 16,7-5-1-16,-1 4 1 0,-6-4 2 15,7 1 2-15,0-1 3 16,-7 2 1-16,6 3 0 0,-6-2-1 0,6-2-2 0,-6 4-3 0,7-5-2 15,0 4-1-15,-7 1-3 0,6-5 0 0,0 5-2 16,-6-1-2-16,0 1-1 0,0-2 5 0,0 2-2 16,7-1-1-16,-7 1 1 0,0-1 1 0,7 0-3 15,-7 5-9-15,0-9 5 0,0 5 1 16,0-1 0-16,0 0 1 0,0 1 1 0,0-1 6 16,0 1 0-16,0-1-1 0,0 0-3 0,0 1 1 15,0-1 0-15,0 1-1 0,0-1-5 0,0 0 0 16,0 0 3-16,0 5-2 0,0-2 2 0,0 1 0 15,-7 1 0 1,7-2 2-16,0 1 0 0,0 4 8 0,-7-5 4 0,7 6 8 0,0-5 11 16,0-1 8-1,0 5 4-15,-6 0-1 0,6 0 2 0,0-1-4 16,-6 1-36-16,6-3-5 0,-7 2 0 0,0-4 0 16,1 5 0-16,0 0 0 0,-1-5 0 15,0 2 0-15,1-1 0 0,-1 3 0 0,1-2 0 16,-7-1 0-16,6 0 0 0,-5-1 0 0,4 2 0 15,-4-1 0-15,-1 3 0 0,6-2 0 0,-6-2 0 16,1 1 0-16,-2 4 0 0,1-4 0 0,0 0 0 0,0 4 0 0,0-1 0 0,-6-2 0 31,5-1 0-31,-5 3 0 0,6-3 0 0,-6 5 0 16,5-2 0-16,-6-3 0 0,1-1 0 0,6 1 0 16,-6 0 0-16,5 4 0 0,-5-4 0 0,6 4 0 15,-6-5 0-15,5 6 0 0,-5-2 0 0,6 1 0 16,-7-1 0-16,7 6 0 0,-7-3 0 0,1 2 0 15,-1-1 0-15,8 4 0 0,-8-3 0 0,-6 3 0 16,7-4 0-16,-7 0 0 0,-1 4 0 16,1-4 0-16,0 4 0 0,-7 0 0 0,1-3 0 15,-1-1 0-15,1 1 0 0,-1-4 0 0,1-2 0 16,-8 3 0-16,8-2 0 0,-7 4-177 0,0 0-217 16,7 8-166-16,-8 0-170 0,7 4-137 0,-6 7-196 15,7 2-43-15,-7 5 74 0,7 8 148 0,-2-1 181 16,2 4 167-16</inkml:trace>
  <inkml:trace contextRef="#ctx0" brushRef="#br4" timeOffset="182424.09">8861 13796 10 0,'13'-3'209'0,"1"-1"11"0,-8-4-6 0,6 2-20 16,2-2-27-16,-1-3-26 0,0 3-23 0,0-2-19 16,0 2-20-16,0 1-13 0,0 0-8 0,0-1-9 15,0 1-2-15,0 3-6 0,0 1-3 16,1-4-3-16,-2 3-1 0,1 0 4 0,0 0 4 16,-6 1 9-16,5-1 5 0,2 1 9 0,-1-2 9 15,-6 3 8-15,5-2 14 0,1 4 5 16,-6-4 11-16,0 0 18 15,5 1 6-15,-4 3 7 0,-2-4 7 0,0 0 12 0,1 0 16 16,-1-3 2-16,-6 4 22 0,7-1 14 0,-7-4 6 0,6 5 9 16,-6-5 6-1,7 5-1-15,-7-5-6 0,0 1-11 0,0-4-8 0,-7 4-23 0,7-1-24 16,0 1-23-16,-6-1-29 0,6 2-24 0,-7-2-25 16,7 1-15-16,-6-1-16 0,6 1-10 0,-13 0-6 15,-1 0-2 1,2-1 2-16,-2 1 3 0,-5-1 3 0,6 1 7 0,-6 0-5 0,-1 3-6 0,0-3 1 15,1-1-8-15,-7 1 1 0,6 4-4 0,-6-4 4 16,0 3 7-16,0 0 0 0,0-3 5 16,0 3 1-1,0-4 1-15,-1 6 1 0,9 2-4 0,-9-5-2 0,-5 5-6 0,6 0-2 0,-1 5-6 16,7-5-4-16,-12 2 1 0,6-2-4 0,1 4-3 31,-2 0-4-31,1 0 3 0,0 3 4 0,0-3-5 16,0 2 1-16,-1-1 4 0,2 5 4 0,-8-2 27 15,7-1-17-15,0 0-5 0,0 4-1 16,0-3-2-16,0 3-6 0,-1 0-27 0,-5 3 16 0,6 5 5 0,-1-4-10 0,2-1 6 0,-1-3 8 31,0 3 2-31,0 1-2 0,-1 4 0 0,9-5 11 16,-9 5-2-16,1-1-6 0,6 1-2 0,1-2 1 16,-7 2 0-16,6 3-5 0,0-3 3 0,1-2 6 15,0 2 1-15,0-1-5 0,5 4 1 16,-6-4 6-16,1 1 0 0,6 4-6 0,-6-2-2 15,5 4 5-15,-5 1 2 0,6 0-4 0,-6-1 0 16,5 2 3-16,-6 2-2 0,8 0 2 0,-1-3-3 16,-7 3-2-16,7 0-1 0,0-4-8 0,7 4 3 15,-8-3 2-15,1 1 3 0,7 2 3 0,-8-4 2 16,8 5 5-16,-6-1 0 0,5 0-1 16,-6 0-4-16,6 5-1 0,-6-5 5 0,6 4 4 15,1-4 4-15,0 0 0 0,0 1 6 0,-2-1 4 16,2-4 2-16,6 1-5 0,-6 0-3 15,6 0 3-15,0-4-4 0,0 3-6 0,0-3-5 16,6 0-3-16,0 0 1 0,2 0-5 0,-2 0 2 16,0 0 2-16,7 0 0 0,0-1 0 0,7-2 0 15,-7 3 2-15,7-3-4 0,-1 3-5 0,-6-4 1 16,6 0 3-16,1 0-2 0,0 1-2 0,5-1 1 16,-5-4 5-16,0 2-2 0,6-2-4 15,-1 1-1-15,2-1 3 0,-1 1 2 0,0 0-6 16,0-4 0-16,7 3 3 0,-7-3 4 0,6 1-1 15,1-2 1-15,-1 2 1 0,1-5 1 0,-1 3-1 16,1-2 0-16,-1-1-4 0,8-3 1 0,-7 4 1 16,-1-6 0-16,1 3 0 0,-1-2-5 0,1-3 3 15,6 4 0-15,-7-8 0 0,1 4 1 0,6-3 1 16,-6-2 2-16,6-1-1 0,0 2 1 0,-7-3-1 16,8 3-4-16,-1-4 2 0,-1 0 1 15,2 2-1-15,5-5 2 0,-6 3 1 0,1 2 3 16,-1-1-4-16,6-2 0 0,-5 2 0 0,-8 0-4 15,7 0 2-15,-6-1 1 0,5 0-1 0,-4 2 0 16,-9-2-1-16,9-3 3 16,-9 0 0-16,1 1-1 0,0-2 2 0,-6-2 8 0,6-1-2 0,0-2 0 15,-7 0-4-15,1 3-2 0,7-4-2 16,-9 4-10-16,2-5 4 16,-7 5 1-16,7-2 1 0,0 2 7 0,-8-4-1 0,1 3-1 0,7 1 0 15,-7-5 2-15,0 1-2 0,0-4-6 0,0 0 3 16,0 3 0-16,-7-2 2 0,8-2-2 0,-8 2 8 15,8-1 1-15,-8 0 3 0,7 0 2 0,-7 3 3 16,1-3 4-16,0 0-7 0,-1 5 3 16,0-2 2-16,0 1 0 0,2 0 0 0,-8-4-1 15,6-1 2-15,0 4-4 0,-6-6-3 0,7 3-3 16,-7 1-3-16,7-1-2 0,-7-3-2 16,0 2-2-16,0-3 0 0,6 4-1 0,-6 0 0 15,0 0 0-15,0 0 2 0,0 1 0 0,0-2 5 16,0 1 10-1,0 4 11-15,-6-1 14 0,6 2 8 0,-7-3 7 0,7 6 0 0,0-1 0 0,-7 1-3 16,7-1-3-16,0 1 2 0,-6-5 9 0,0 5-55 16,6-2-7-16,-8-1 0 0,2 2 0 15,-6-3 0 1,5-1 0-16,-6 1 0 0,6-4 0 0,-5 4 0 16,-2 0 0-16,1-4 0 0,0 3 0 0,0-3 0 15,0 0 0-15,6 1 0 0,-5-2 0 0,5 2 0 0,-6 2 0 0,7-3 0 0,-8 3 0 31,8 5 0-31,-7-4 0 0,7 4 0 0,-8 2 0 16,2-3 0-16,-2 1 0 0,1-1 0 0,-7 0 0 16,8 1 0-16,-8-1 0 0,1 4 0 0,-1 1 0 15,0 2 0-15,-6 1 0 0,1-1-19 16,-1 4-403-16,-7 4-223 0,1-2-201 0,-2 2-216 0,2 0-118 0,-7-5 19 0,0 5 132 0,13 0 194 16,-7 0 202-16</inkml:trace>
  <inkml:trace contextRef="#ctx0" brushRef="#br1" timeOffset="186415.66">6711 12775 25 0,'0'-4'344'0,"0"-4"64"0,0 4 53 0,0 0-6 0,6-3-59 16,-6 7-43-16,0-2-22 0,0-3-10 0,0 2-4 15,0 3-8-15,0 0-14 0,0-4-18 16,0 4-23-16,6 0-28 0,-6 0-21 0,0 0-16 15,0 0 0-15,0 4 6 0,0-1 12 0,0 4 9 16,0 4 15-16,0 1-5 0,8 1-22 0,-8 7-31 16,0 2-34-16,6-1-32 0,0 1-37 0,1 5-23 15,0-2-11 1,-7 0-12-16,6 1-10 0,-6-4-7 0,7 0-3 0,-7 0-2 0,6-5 1 16,0 3-6-16,-6-2-2 15,8-7-2-15,-8 3-1 0,0-6-3 16,6-1-7-16,-6 0 14 0,0-2 2 0,0-5 3 0,0 2 2 0,0-4 3 15,-6 2-2-15,6-8-8 0,0 4-1 0,0-3-2 16,-8-4 8-16,8 0-14 0,0-4-12 0,-6 4-14 16,6-4-9-16,-6 1-6 15,6-5-14-15,-7 5 12 0,7-5 13 0,0 5 13 0,-6-4 9 0,6 4 8 16,0-1 5-16,-7 0 2 0,7-1 2 0,0-1 1 16,7 2 1-1,-7 4-1-15,6-4 2 0,-6 1 0 16,7 2-3-16,-1 2 1 0,-6 3 1 0,6-5 15 15,2 4-6-15,-2 2-5 0,0-1-1 0,0 3-3 0,2 0-1 0,-8 0-14 16,6 0 6 0,0 4 3-16,1 4 4 0,-1-4 0 0,1 8 3 0,-7-4 3 0,7 3 2 0,-1 4-2 15,-6 0 3 1,0 0 2-16,6 4-1 0,-6-1-2 0,-6 1-4 0,6 3 5 0,0 0-4 0,-6-4-2 16,6 6-2-1,0-6 2-15,-7 1 3 0,7-1-4 0,0-2 1 16,-7-2 4-16,7-3 1 0,0 1-3 15,0-4-1-15,0-1 2 0,0 1-3 0,0-1 0 0,0-3-5 0,0 5 1 0,0-5 0 16,7 0-4-16,-7 0 4 0,7 0 1 0,-1 0 2 16,6 0 1-16,-4 0 0 0,4 0-1 0,2 0 0 31,5 0-3-31,1 2 4 0,-1 2-3 0,1 0 2 0,-7 0 5 0,6-1 0 0,1 5 0 31,-1-2 0-31,-6 2 7 0,0 1 1 0,-6-3 0 0,0 2 5 16,-1-1 7-16,0 4 6 0,-6-4 9 15,0 4 8-15,0-3 3 0,-6-1-6 0,0 1-4 16,-1-2-8-16,0 2-11 0,-12-1-13 0,6 1-4 16,-6-6-6-16,-1 3-13 0,0-2-34 0,1 1-67 15,-1 1-112-15,7-2-160 0,0 0-163 16,7 1-143-16,-7 3-197 0,6 1-83 0,0-1 35 16,1 4 115-16,0 0 145 0,6 3 144 0</inkml:trace>
  <inkml:trace contextRef="#ctx0" brushRef="#br4" timeOffset="189740.82">8815 13016 60 0,'8'0'337'0,"-2"0"65"0,-6 0 35 0,6 0-27 0,-6 0-62 15,0 0-41-15,0-4-12 0,0 4-10 0,0 0 10 16,0-3 19-16,0-1 19 0,0 4 4 0,0-4-1 16,0-3-5-16,0 3-4 0,0 1-23 0,0-1-27 15,0 1-30-15,-6-1-33 0,6 4-30 0,0-4-27 16,0 4-34-16,0-4-26 0,0 4-9 0,-6 0-20 15,6 0-15-15,0 4-22 0,0 0 5 16,0 0-2-16,6 6-6 0,-6 5 3 0,6 4-1 16,-6-2 10-16,6 5-6 15,-6 4-6-15,7 0-6 0,0 4-1 0,-1-5-4 0,7 1-3 0,-6 3-6 16,6-7-2-16,-7 3-4 0,8-2-3 0,-2-2 0 16,-5-3-1-16,6-2-2 0,0-2 1 0,0-3-1 15,-6 1-1-15,5-6-2 0,-5 2 0 16,0-5 4-16,6-3 0 0,-7 4 2 0,7-8 2 15,-6 4 4-15,5-7 2 0,-4 3-2 0,4-2 1 16,-5-6-1-16,6 1-3 0,-7-3-2 0,7-2 0 16,1 2-2-16,-8-4-1 0,7-1-1 0,0 2 3 15,-7-2-1-15,1-3-3 0,-7 0 0 0,6 3 9 16,1-3-5-16,0 0 1 0,-7 0 0 16,6-3 2-16,-6 4 1 0,6-2-10 0,-6 0 5 15,0 2 0 1,0 3 3-16,0-1-1 0,-6 2 3 0,6 2 4 0,0 4 1 0,-6-1-2 15,6 4 1-15,-7 2 2 16,7 3 0-16,-7-2-4 0,1 2-1 16,-1 3-1-16,7 3 2 0,-6 2-4 0,0-2 3 0,-1 3-3 0,7 6-1 0,-7-1-2 15,7 0 0-15,-6 4-3 0,6-4-3 0,6 0 1 16,1 3 1 0,-7-3-1-16,7 0-7 0,5 1 5 0,-5-2 3 15,6-3-2-15,0 1 3 0,1-2 3 0,5 2 8 0,0-4-6 0,-6 4-3 16,7-5 1-1,-7 1-34-15,6 0-79 0,-12-4-124 0,6 3-149 0,-6-3-171 0,5 4-160 0,-5-8-164 32,-7 4-97-32,0 0 27 0,0 0 102 0,0 0 147 15,0 0 146-15</inkml:trace>
  <inkml:trace contextRef="#ctx0" brushRef="#br5" timeOffset="192275.45">5290 12942 194 0,'0'-3'362'0,"6"-4"48"0,-6 3 23 0,8-3-50 16,-8-1-69-16,-8 0-31 0,8 2-10 0,-6-5-4 16,6 3-2-16,-6-3-5 0,0 4-18 15,-1 4-23-15,7-1-25 0,-13 0-16 0,6 0-19 16,1 4-21-16,-8 0-10 0,8 0-15 0,0 4-17 15,-8 4-24-15,8-5-19 0,-7 4-17 0,7 4-6 16,-1 0-15-16,0 1-9 0,1 2 0 0,0-3-1 16,6 3-7-16,0-2-10 0,0 2 7 0,6-2 6 15,0 2-3-15,1 4-1 0,0-4 3 0,-1-2 23 16,1-1-10-16,5 3-11 16,2-2-3-16,-2-1-1 0,2 0 3 0,-1 0-25 0,0 3 13 15,-6-3 6-15,5-4 2 0,-6 0-4 0,2 1-3 16,-2 3 6-16,0-3 22 0,1 2-13 0,-7-1-3 15,-7 1 4-15,7 0 0 0,-6-1-14 16,0 1-65-16,-2-3-41 16,-4 1-69-16,-1-1-81 0,0-3-85 0,0-1-73 15,-7-3-49-15,8 0-66 0,-8-3-67 0,0-1 8 16,1-3 45-16,-1 3 63 0,7 0 75 0</inkml:trace>
  <inkml:trace contextRef="#ctx0" brushRef="#br5" timeOffset="192799.44">4990 13328 342 0,'-6'6'393'0,"0"-1"39"15,6-5-8-15,-7 4-84 0,7-4-81 0,-6 3-53 16,6-3-29-16,0 0-29 0,0-3-27 0,0 3-23 16,0-4-23-16,6-1-21 0,-6 5-17 15,13-3 1-15,-7 0 0 0,2-1 5 0,4 4 2 16,1 0 6-16,0 0-4 15,7-4-11-15,-1 4-9 0,1-4-8 0,-1 0-7 0,1 4-9 0,6-3 0 16,0-1-4 0,-7 4 1-16,7-3-3 0,1 3 2 0,-1-5 6 0,-6 3-3 0,-1 2 6 0,7-4-5 15,-6 0 2-15,-8 0-5 0,8 4-2 16,-7-3-2-16,1-1-16 0,-2 4-20 0,-6 0-22 16,2-4-29-1,-2 4-29-15,0-4-27 0,1 2-5 0,0 2-3 0,-7-5 0 0,6 2 8 0,-6-1 12 16,7 1 14-16,-7-5 12 0,0 1 17 15,0 0 19-15,0-4 19 16,6 0 15-16,-6 0 15 0,0-1 14 16,0-2 12-16,0 3 8 0,0-1 4 0,0 2 20 0,0-1 16 0,0 3 18 0,0-2 15 15,6 6 16-15,-6-3 15 0,0-1 1 16,0 1-3 0,0 3-6-16,0-2-2 0,0-3-5 0,0-1-1 15,0 3-6-15,0-5-7 0,0 2-7 0,0-2-14 0,0-6-15 0,0 4-12 0,7-1-12 31,-7-4-11-31,0 5-5 0,7-1-3 0,-7-3-1 0,6-1-3 0,-6 5-1 0,0-5-1 0,0 5-1 32,6-1-3-32,-6 4 0 0,7 0-4 0,-7-3-6 0,0 7-23 0,0-1-33 0,0 0-44 15,0 1-48 1,0 3-58-16,0 2-100 0,0 2-115 16,0 0-41-16,0 0 10 0,0 0 28 0,0 0 46 0</inkml:trace>
  <inkml:trace contextRef="#ctx0" brushRef="#br5" timeOffset="196534.29">10477 15016 309 0,'6'-8'387'0,"-6"5"49"0,0-4-6 0,-6 3-57 0,6-3-51 0,0 3-26 15,0 0-7-15,0 1 2 0,-6-1 11 0,6 1 46 16,0-1-6 0,6 1 3-16,-6-5 0 0,0 8-4 0,0-4-14 0,0 4-52 0,0 4-9 15,0-4-30-15,0 4-31 0,-6 3-25 0,6 0-23 16,0 0-23-16,6 5-26 0,-6 2-15 0,0 1-17 15,0-1-21 1,0 6-19-16,6-3-13 0,-6 2-6 0,0 3-9 0,0-5-4 0,8 6 1 0,-8-9-3 16,0 1 0-16,0-1-3 0,6-2 2 0,-6-1-2 31,0-4-2-31,0-3 1 0,0 0-3 0,6-1 4 16,-6 1-2-16,0-1 0 0,0-3 1 0,7 0 3 15,-7 0 2-15,6-3-2 0,1-1 3 0,-7 4 3 0,6-7-3 0,1 3-3 0,-1 0 1 31,8 1-2-31,-8-2 4 0,0 3-4 0,8-2-1 16,-8 1-2-16,0-1 0 0,7-1 2 0,-13 2-8 16,14 3 4-16,-14-4 1 0,6 8 0 15,0-4 1-15,2 3-1 0,-2-3 4 0,-6 5 2 16,0-5 1-16,0 4 4 0,0 3-2 0,0 0-5 0,-6 0 1 0,6 4-6 0,-8 1 3 16,2 2 1-1,0-3 2-15,-1 3 4 0,0 4-4 0,1-3 7 0,-7 3-4 0,7-2-4 0,-8 1-2 16,8-2-1-1,-8-1-8-15,8 2-20 0,-7-2-33 16,7-3-45-16,-1 1-62 0,-6-6-72 0,7 2-78 16,0 0-78-16,-2-5-64 0,2 1-50 0,0-4-27 15,-1 0-7-15,0 0 11 0,7-4 4 0,0 1-19 16,0 3-10-16,0 0 31 0,-6-8 51 0,6-4 60 16,0 12 87-16</inkml:trace>
  <inkml:trace contextRef="#ctx0" brushRef="#br5" timeOffset="196806.49">10418 14954 26 0,'0'-4'446'0,"-6"4"112"0,6-3 112 0,0 3 64 0,-6 0-90 0,6 0-78 0,0-4-72 15,6 0-57-15,-6 1-61 0,13-5-42 16,0 5-33-16,0-4-61 0,0-4-51 0,6 0-51 16,1 2-42-16,0-1-36 0,-7 3-11 0,7-5-21 15,-8 5-8-15,2 0-16 0,-2 0-43 16,1 3-91-16,-6-3-169 0,0 3-167 0,-1 0-190 16,-6 4-220-16,0 0-87 0,0 0 27 0,0 0 115 15,-6-3 157-15,6 0 182 0</inkml:trace>
  <inkml:trace contextRef="#ctx0" brushRef="#br2" timeOffset="212002.78">7682 14236 206 0,'-7'4'343'0,"7"-4"39"0,0 3-7 0,0-3-51 0,-6 3-63 0,6-3-39 31,0 5-18-31,0-5-4 0,-7 3-2 0,7-3 5 0,0 0 7 0,7 0 7 0,-7 4 1 16,0-4 0-16,-7 0 5 0,7 0-2 0,0 0-6 16,-6 0-5-1,6 0 5-15,-7 0-3 0,7 0-8 16,-6 0-3-16,6 0-7 0,0-4-19 0,0 4-29 0,0 0-23 0,-6-3-24 0,6-2-30 15,0 5-24-15,6-3-16 0,-6 0-12 0,0 3-7 16,0-4-12 0,-6 0-1-16,6 1 0 0,0-1-3 0,0 0 1 0,0 0-2 0,0 1 4 15,0-4 0-15,6 7-4 0,-6-4 2 0,0 1 5 16,0-2 2-16,6 2-2 0,-6-1 1 0,0 0-9 16,0 0 3-1,7 8 3-15,-7-4 2 0,0 4 7 16,6 0-1-16,1-1 14 0,-7 5-3 0,13 3-3 15,-7-4-6-15,0 4-5 0,2 0 2 0,-2 0-1 0,-6 0-1 0,6 4-3 0,1-4-1 16,0 3-3-16,-7-3-2 0,6 3 0 0,0 1-2 31,-6-3-4-31,7 3-9 0,-1-4 5 0,-6-1 2 0,7 1 13 16,-7-3-17-16,7 0-24 0,-7-2-29 16,6 2-58-16,-6-5-58 0,6 1-65 0,-6-4-40 15,8 4-30-15,-8 0-21 0,0-4-3 0,6 0-4 16,-6 0 4-16,6-4 13 0,-6 0 14 15,7 0 19-15,-7 1 6 0,0-5-6 0,0 4-24 0,0 4-44 0,0 0-16 0,0-10 11 16,0 10 35 0,-7-8 55-16</inkml:trace>
  <inkml:trace contextRef="#ctx0" brushRef="#br2" timeOffset="212338.94">7878 14086 220 0,'6'-7'325'0,"-6"3"29"0,6 0-23 0,-6 0-46 0,0 4-52 0,0-3-41 0,0-2-26 16,0 3-12-16,0-3-8 0,0 5-2 0,0 0 1 15,7 0 4-15,-7 0 11 0,0 0 15 0,0 0 12 16,0 0 25-16,0 0 26 0,0 0 34 16,-7 5 23-16,7-5 18 0,0 0 12 0,0 0-14 15,-6 2-22-15,6 3-42 0,-13 6-42 0,6 0-45 16,1 3-44-16,0 5-30 0,-8-1-28 0,1 8-23 16,0-5-14-16,0 4-13 0,-7 2-14 15,8 6-50-15,-8-3-70 0,-6 1-103 16,7 0-122-16,-1-2-128 0,0 1-114 0,1-5-101 15,-1-4-125-15,0-2-5 0,8-4 65 0,5-1 101 16,1-6 109-16</inkml:trace>
  <inkml:trace contextRef="#ctx0" brushRef="#br2" timeOffset="-214090.5">7629 5158 209 0,'0'-8'361'0,"0"1"49"0,0-3 24 0,0 2-66 16,0-3-67-16,0 0-37 0,0 3-20 16,0-2-15-16,0 3-14 0,0-1-9 0,0 1-15 0,0-1-17 0,0 2-15 15,0 1-16-15,0 2-14 0,0-1-11 16,0 1 0-16,8 3 22 0,-8 3 44 0,6 1 50 16,-6-1 43-16,13 8 32 15,-7 0 19-15,1 3-19 0,6 5-42 0,-1-1-50 0,2 1-50 0,-1-1-43 16,6-2-38-16,-6-2-35 15,7-3-17-15,-6-5-11 0,5 2-8 0,0-8-3 16,0-3-4-16,1-8 4 0,0-8-9 16,-1-3-11-16,7-7-65 0,-6-8-143 0,6-7-207 15,-7 0-207-15,1 1-257 0,0-5-166 0,-1 0-28 16,-12 0 93-16,6 5 181 0,-1 7 195 16</inkml:trace>
  <inkml:trace contextRef="#ctx0" brushRef="#br2" timeOffset="-210845.5">5884 14246 255 0,'0'5'346'0,"0"-5"32"0,6 3-27 0,-6-3-66 0,0 0-71 0,0 0-48 16,0 0-28-16,0 0-18 0,0 0-14 0,6 0-9 16,-6 0-8-16,0 0-1 0,0 0 4 0,0 0 8 15,0 0 17-15,-6 0 24 0,6 0 20 0,0 0 17 16,0 0 21-16,0 0 20 0,-6 0 18 15,6 0 19-15,0 4 1 0,0-4 2 0,0 0-8 0,0 0-18 32,0-4-29-32,0 4-45 0,-7 0-32 0,7 0-33 0,0 0-32 0,0 0-25 0,0-3-18 15,0 3-13 1,0-5-6-16,0 2-2 0,7 0 19 0,-7 3-10 0,0-4-9 0,0 0 2 16,-7 4-2-1,7-7-4-15,7 3-21 0,-1 0 9 0,0-4 8 0,1 6-1 0,-7-2 6 0,7-4 0 16,-1 5-2-1,0-1 1-15,-6 0 9 0,7 4-1 16,-7 0-4-16,7 4 0 0,-1 0 6 0,1-1 0 0,-7-3-4 0,6 8 7 16,0-4-1-16,2-2 5 0,-8 6-6 0,6-4 3 0,-6 7 0 15,0-3-5 1,6 6 4-16,-6-3-2 0,0 4 2 0,0-1-6 0,-6 1-1 0,6 0 4 0,-6-1-1 16,-2 5-3-1,2-1 1-15,0 4 2 0,-1-4-3 0,7 4-1 0,-6-2-2 0,-1 1-1 0,0-6-1 31,-5 3 2-31,5-7 4 0,0 0-1 0,1-1 3 16,0-2 2-16,6-1 0 0,-7-3-1 16,7 4-4-16,-7-6-5 0,7-2-2 0,0 0-5 15,0 5-3-15,0-5 0 0,0 0 1 0,0-5 7 16,0 5-1-16,7 0 3 0,-7-2 2 16,0-2 1-16,0 0 0 0,7 4-1 0,-1-4-2 15,0 4 0-15,1-3 1 0,6 3 2 0,-7 0 0 16,8 0-2-16,-8 0 4 0,7 0 2 0,-7 0-1 15,8 3-18-15,-8 1-24 0,7-4-50 0,-6 4-69 16,-1 0-84-16,1-4-87 0,-1 0-75 0,1 0-64 16,-7 0-32-16,7 0-22 0,-7-4-30 15,0 4-40-15,0 0 26 0,0 0 51 0,0-11 64 16,0-3 81-16</inkml:trace>
  <inkml:trace contextRef="#ctx0" brushRef="#br2" timeOffset="-210344.24">6111 14207 113 0,'7'-12'364'0,"0"9"55"0,-1-5 50 0,-6 2-43 0,6 1-68 0,-12-2-46 16,6 4-25-16,0-1-18 15,0-4-8-15,-6 5-15 0,6-1-20 0,0 1-18 16,-7-1-18-16,7 4-18 0,0-3-20 0,0 3-25 15,0 0-10-15,0 0-10 0,0 3-19 0,0-3-14 0,0 4-9 16,-7-1 0-16,7 1-17 0,0 3-18 16,0 4-8-16,0 1-1 0,-6-2-13 0,6 5-8 15,-6 3-5-15,6 1 1 0,-7-1 3 0,7 0-10 16,0 5 11-16,0-2 1 0,-7 1 5 0,14 3-2 16,-7-2-5-16,0-1-1 0,0 0-4 0,7-5 1 15,-7 2-3-15,6-4 4 16,0 4 4-16,1-9 0 0,0 5 2 0,-1-3-2 15,0-2 0-15,1 1-7 0,0-3-4 0,6-6 3 16,-7 3-5-16,7-2 3 0,-6 1 4 16,-1-4 1-16,8 0 61 0,-8-4-21 0,0 1-11 15,1-2-9-15,6-1-7 0,-7-2 2 0,7 1-56 16,-7-1 18-16,2-2 14 0,-2-1 9 0,-6 0 12 16,6-5-5-16,-6 6 1 0,7-1 8 0,-7 0-3 15,0-3 5-15,-7 6-1 0,7 1 12 0,-6-1 5 16,6 4-1-16,-6 2 5 0,-2-3-3 0,2 5-2 15,6 0-1-15,-6 5-10 0,-1-3-6 16,1 10-9-16,-7 3-9 0,13-1-16 0,-13 5-68 16,7-1-95-16,-2 4-107 0,2-3-112 0,0-5-107 15,-1 3-175-15,0-2-68 0,-5-3 23 16,12-2 73-16,0-10 97 0,0 0 104 16</inkml:trace>
  <inkml:trace contextRef="#ctx0" brushRef="#br2" timeOffset="-204012.48">6405 14246 321 0,'0'0'465'0,"0"0"69"0,6 0 65 0,-6 0-75 0,-6 0-72 0,6 0-54 0,0 0-38 15,0 0-35-15,-7 0-44 0,7 0-47 16,0 0-56-16,0 0-50 0,0-3-44 0,0 3-34 16,0 0-20-16,7-3-16 15,-7-1-6-15,0 4-3 0,0-4-4 0,0 4 4 0,6 0 4 16,-6 0 11-16,0 0 11 0,6 0 4 0,2 0 3 15,-8 0 1-15,6 0 0 0,0-3-3 0,-6 3-1 16,7 0 6-16,-1 0 9 0,1 0 2 0,-1 0 1 16,1 3-1-16,6-3-8 0,-6 4-7 0,-1-4-15 15,0 0-4-15,1 4 1 0,0-1-6 0,-1 0-4 16,0-3-1-16,1 0 6 0,-1 0-4 16,-6 5-10-16,7-5-1 15,0 3 3-15,-7-3-5 0,6 0-11 0,0 4-1 0,-6 0 10 0,8-1-9 16,-2-3-53-16,-6 4-76 0,0-1-95 0,6 1-101 15,-6 0-110-15,6-4-88 0,-6 4-80 0,0-4-83 16,0 0 13-16,7 7 61 0,-7-7 79 16,13 0 84-16</inkml:trace>
  <inkml:trace contextRef="#ctx0" brushRef="#br2" timeOffset="-203507.93">6816 14240 225 0,'0'0'465'0,"-8"-4"90"0,2 4 78 0,0 0-24 0,-8 0-81 0,8 0-66 0,0 0-63 0,-1-4-64 15,1 4-58 1,6-3-60-16,-7-1-61 0,7 0-51 0,-7-3-41 16,7 0-26-16,0 0-24 0,0-1-11 15,0-4-3-15,7 5-9 0,0-3-3 0,-7 2 6 16,6-3 8-16,1 4 1 0,-7 0-2 0,6 2 6 16,0-1 3-16,-6 2-8 0,8-3-4 15,-2 4 1-15,-6-2-3 0,6 1 2 0,-6 4 4 16,6 0 9-16,2 0 8 0,-8 4 9 0,6 4 18 15,0-5 10-15,7 8 9 0,-6 1 3 0,0-2 2 16,-1 5-2-16,6 4-9 0,-4-2-8 0,4 5-13 16,-5 1-11-16,6 2-8 0,0-3-3 15,0 7-5-15,0-3-9 0,0-1 0 0,-6 1 0 16,6 1-3-16,0-2-9 0,0-7-3 0,-7 4 2 16,8-3-9-16,-8-5-21 0,0-3-39 0,1 1-53 15,-7-6-63-15,6 2-76 0,-6-1-71 0,0-7-56 0,0 0-32 0,7 0-12 16,-7-7-21-16,0-1-43 0,0 8-34 0,-7-11 17 15,7-3 41 1,0-1 51-16,0 1 81 0</inkml:trace>
  <inkml:trace contextRef="#ctx0" brushRef="#br2" timeOffset="-203252.98">7128 14071 111 0,'6'-12'384'0,"1"3"67"0,-1-3 67 0,-6 4-7 0,0 1-54 32,7 0-22-32,-7 4 1 0,0-1 14 0,0 0 8 15,0 4-6-15,-7 0-22 0,7 0-42 16,0 0-60-16,-6 4-63 0,-1 3-62 0,1 0-57 16,0 4-45-16,-1 1-38 0,-6 1-17 15,7 7-18-15,-14-3-14 0,0 9-10 0,1 0-8 16,-7 6-33-16,6 2-83 0,-6 3-123 0,-7-1-158 15,8 5-162-15,-1-5-186 0,0 1-172 0,-1-1-30 16,7-3 66-16,2-3 130 0,4-5 147 16,1-3 181-16</inkml:trace>
  <inkml:trace contextRef="#ctx0" brushRef="#br4" timeOffset="-193264.62">8294 14180 151 0,'0'4'443'0,"0"0"101"0,0-4 98 0,-6 0 22 0,6 4-43 0,-6-4-33 15,6 0-31-15,-7 0-43 0,7-4-53 0,-7 4-66 16,7 0-69-16,-6-4-75 0,6 4-65 16,0-4-51-16,-7 2-44 0,7-3-28 15,0 2-17-15,0-1-19 0,0-3-12 0,0 3-10 0,0-3-1 16,0 3-2-16,0 1-8 0,7-1 3 15,-7-3-2-15,0 2 1 0,6 2-1 0,1 0-2 16,-7-1 5-16,7 0-1 0,-7 4 3 0,6-3-1 0,0 3 8 16,0 0 0-16,2 0-5 0,-2 0 6 15,0 3 3-15,1 1-1 0,0 0-4 0,-1-1 0 16,1 5 5-16,-1-1-3 0,-6 0 0 0,6 4 4 16,-6 0 1-16,7 1 1 0,-7 2-4 15,0 1 3-15,-7 3-4 0,7 0-2 0,0 4-2 16,-6-3-2-16,0-2 1 0,6 2-4 0,-7-1 1 15,1 1 1-15,6-4 7 0,-7-1-5 0,7 1-1 16,0-4-3-16,-7-3-3 0,7-2-2 0,0 2-9 16,0-5 1-16,7 1-1 0,-7 0 2 0,0-4 6 15,0 4 2-15,7-4 0 16,-1 0 3-16,1-4 0 0,-7 4 1 0,6 0-2 0,0-4-4 16,1 4 4-16,0-4-23 0,5 4 12 0,-5-3 1 15,6-1-6-15,-6 4-42 16,-1-4-66-16,1 0-63 0,-1 2-105 0,1-3-104 15,-1 5-91-15,0-3-48 0,2 3-18 0,-2-4 14 0,0 0 6 0,-6 1 1 16,0 3-27-16,0 0 25 0,0 0 45 16,7-8 55-16,-1-2 78 0</inkml:trace>
  <inkml:trace contextRef="#ctx0" brushRef="#br4" timeOffset="-192738.29">8516 14188 103 0,'0'-8'399'0,"0"6"86"0,-7-3 85 0,7-2 21 0,-6 4-36 16,-1 3-18 0,7-4-10-16,0 0-17 0,-6 4-37 0,6-7-61 15,-7 3-73-15,1 1-80 0,6-1-79 16,0 1-67-16,0-1-45 0,0-1-33 0,0-1-18 0,6 2-12 0,-6 0-2 0,7-2-3 0,-1 1-4 16,-6 1 1-16,7-3 2 0,-1 4 0 15,1-1-7 1,-7 1 2-16,7-1 0 0,-1 0 4 15,0 0 0-15,1 4 0 0,-7 0 9 0,7 0-1 0,-7 0-9 0,6 4 9 0,-6 0 3 0,0 0 4 32,0-1-3-32,6 4 0 0,-6 4 15 0,0 0-11 15,-6 0-7-15,6 4-2 0,0-1-4 0,-6 1 0 16,6-1-1-16,-7 1 0 0,7-3-2 16,0 2-2-16,0-3-4 0,0 0 2 0,0 0-6 15,0-7 1-15,0 0 2 0,0-1-1 0,0 1 4 16,0-4-2-16,7 3 7 0,-1-3-2 15,0 0-1-15,1 0 2 0,-1 0 1 0,-6 0 0 16,7 0-2-16,6 0 2 0,-7-3 2 0,2 3-1 16,-2 0 11-16,6 3-4 0,-5-3-1 0,0 4 0 15,-1 0 0-15,1 0 2 0,-1 3-8 16,0 1 4-16,2-2-5 0,-8 2 3 0,0 3 3 0,0 0 0 16,0-1 0-16,0 2 3 0,0 3 3 15,-8-4-2-15,8-1-6 0,-6 5-6 0,6-3 0 16,-6-2-5-16,-1 1-5 0,1-3-26 0,6 2-42 15,-7-3-62-15,7-3-88 0,-7 0-101 0,7 0-103 16,0 0-83-16,0-4-63 0,-6 0-82 0,6 0-58 16,0 0 25-16,0 0 67 0,0 0 87 0,6-8 99 15</inkml:trace>
  <inkml:trace contextRef="#ctx0" brushRef="#br4" timeOffset="-192514.55">8744 14324 167 0,'0'0'423'0,"6"0"59"0,-6 4 47 0,7-4-30 15,-7-4-97-15,7 4-78 0,-7 0-56 0,6-4-43 16,0 4-37-16,1-4-40 0,6 4-43 0,-6-3-40 16,5-1-27-16,2 0-16 0,-2 0-13 0,-5 2-8 15,13 2-16-15,-7-5-41 0,-6 5-60 16,5-3-67-16,-6 3-73 0,8-4-103 0,-8 4-124 15,-6 0-69-15,7-3 3 16,6-1 38-16,-6-4 58 0,5 1 95 0</inkml:trace>
  <inkml:trace contextRef="#ctx0" brushRef="#br4" timeOffset="-192179.14">9056 14166 341 0,'-6'4'447'0,"-7"-4"48"0,6 3 21 0,1-3-98 16,0 5-107-16,6-5-79 0,-7-5-58 16,7 2-41-1,-6-1-35-15,6 1-31 0,0-5-19 0,6 1-22 0,-6 0-12 0,7 3-7 0,-1-3 0 16,0-1 0-16,1 1-4 0,0 0-2 0,-1-1 5 16,8 4 3-16,-8 4 1 0,0-3 8 0,1 3 9 15,-1 0 8-15,7 3 13 0,-6-3 13 0,5 9 21 31,-4-6 23-31,4 4 15 0,2 3 17 0,-2 2 11 0,-5-1 9 0,6 4 1 0,0 0-10 16,1 2-15-16,-8-3-15 0,7 2-22 0,-7-1-25 16,7-1-23-1,-6 1-25-15,5-4-12 0,2 0-12 16,-8 3-10-16,8-3-34 0,-8-3-54 0,7 3-71 16,-7-4-86-16,1-4-86 0,0 5-86 0,-7-8-78 0,6 4-81 0,-6-4-43 0,0 0 27 31,0 0 57-31,0 0 74 0,6-7 99 0</inkml:trace>
  <inkml:trace contextRef="#ctx0" brushRef="#br4" timeOffset="-191984.28">9402 14119 42 0,'7'-8'427'0,"-7"5"133"0,0 0 137 0,0-2 118 15,-7 5 16-15,7-4 3 0,0 8-16 0,-6 1-46 16,6 1-73-16,-7 2-114 0,0 7-120 15,-5-1-120-15,5 4-96 0,-6 8-197 0,-7 3-52 16,7 4 0-16,-13 7 0 0,0 4-280 0,0 1-281 16,1-2-235-16,-9 5-270 0,9-8-145 0,-1 1-6 15,-7-1 125-15,13-3 192 0,-6-5 223 0</inkml:trace>
  <inkml:trace contextRef="#ctx0" brushRef="#br2" timeOffset="-183381.83">12804 945 56 0,'6'0'329'0,"0"-4"46"0,1 4 33 0,-7-3-46 0,0 3-90 15,0 3-56-15,0 1-40 0,0 7-30 16,-7 0-23-16,7 7-20 15,-6 4-20-15,0 8-24 0,6 2-23 0,-7 9-14 0,0 2-9 0,7 10-5 16,-6 1-5-16,-1 8-1 0,1 4-1 0,-1 4-1 16,-6 3-1-16,1 0 0 15,4 4-1-15,-4 0-3 0,-1-4-1 0,6 1-3 16,-6-1 0-16,0-3-2 0,6 0 5 0,-5-2-3 0,5-5 4 0,0 2 4 16,1-2 1-16,6-7 1 0,-6-2 0 0,6 1 1 15,0-4-1 1,0 1 0-16,6-5 0 0,0 1 1 0,1 0 0 0,0-1-2 0,-7 5 2 0,6-5 3 15,0 1 1-15,-6 3 2 0,0 4-3 0,0-1 1 16,-6 6-4-16,0 5-1 0,-1 2-1 16,0 2-5-1,-12 1 2-15,6 3-1 0,0 5 2 0,-7-2-1 16,7-2 1-16,0 2-5 0,0 1 2 0,1 0 0 0,-2-4-1 0,1 0 2 0,0 4 2 16,7-8 4-16,-1 2 3 0,-6-6-1 0,13-2-1 31,-7-5 1-31,7-2-2 0,-6-2-4 0,6-2-1 15,6-1 1-15,-6-4 3 0,7 1-4 0,0-4 2 16,-1 4 6-16,1-1-2 0,-1-3-3 0,0 7 0 0,8-3 2 0,-8 4-3 0,8-2 1 31,-8 2-3-31,7 3 4 0,0-3-1 0,-7 2 2 16,7 1 0-16,-7 1-3 0,8 2 0 0,-8-3 0 16,1 4-8-16,0-4-11 0,-1 3-8 15,1 1-4-15,-1-1-3 0,-6 5-8 0,6-5 5 16,-6 0 8-16,0 5 2 0,0-1 5 0,0 1 0 15,0-2 3-15,-6 2 0 0,6 3 3 0,-6-4 5 16,-1 4 3-16,1 0 3 0,-1 0 8 0,0 0 0 16,1 4-1-16,6 0-1 0,-6 3-1 15,6-8 1-15,-8 2-5 0,2-1-2 0,0 0-2 16,6-4-3-16,0 3-3 0,6-6-3 0,-6 3-2 16,6 1-2-16,2-5-3 0,-8 0 3 0,6 2 0 15,0 1 4-15,8-1 1 0,-8-2 3 0,1 3 9 16,-1-5 4-16,0 3 2 0,8 0 0 0,-8-5-8 15,0 5 6-15,8 0 1 0,-8-5-2 16,7 2-2-16,-6 2-5 0,6 1 4 0,-1 0-12 16,2-1-11-16,-8 1-7 0,7-1-1 0,0 1 3 15,-6-5 2-15,6 6 4 0,0-6 7 16,-7 1 5-16,1 4 2 0,6-8 1 0,-7 8 3 16,1-7 3-16,-1 3 3 0,1-4-2 0,0 0 1 15,-1 5-1-15,0-6 1 0,8 1 0 0,-8 0-1 16,0 1-1-16,8-1-2 0,-8-3-2 0,1-1-3 15,-1 4-4-15,8-7-4 0,-8 1 0 16,0 2 2-16,0-4 4 0,2 2 2 0,-2 0 4 16,0 1 4-16,-6-1 3 0,7-1 3 0,-1 3 1 15,-6 1 0-15,7 0 0 0,0-1-2 0,-1 1 2 16,-6 3-2-16,6 1 0 0,-6-1 2 0,6-4 0 16,2 8 0-16,-8-4 2 15,6 1-2-15,-6 0 1 0,0-2-4 0,6 1 1 0,-6 1-1 16,7-1-3-16,-7 0 1 0,7-3 0 0,-7 3 4 15,6 2 3-15,-6 1 2 0,0-3 4 0,7 3 5 16,-7 2 3-16,6-5-1 0,-6 8-1 0,0-8 3 16,0 3-1-16,0 2-7 0,6-1 1 0,-6 1 3 15,0-2-1-15,0 1-1 0,8 0-3 16,-8 0 4-16,0 4-5 16,0-1-2-16,0 5 1 0,0-5-5 0,6 5 1 15,-6-1-2-15,0 0 4 0,0 1-5 0,0-5-1 0,0 4 0 16,0-3-1-16,6 3 0 0,-6-3-3 0,0 3 2 15,0 4 0-15,0-4-1 16,0 4 3-16,0 0 2 0,0-1 2 0,0 2-1 0,0-5 1 0,0 5 4 16,0-6-1-16,0 1 0 0,0 1 0 0,0-5-1 15,0 5 3 1,0-1-1-16,0-3 3 0,0 3-1 0,0-1-4 0,0 5 2 0,0 1-2 16,0-1-2-16,0 4-2 0,0-5 0 0,0 1-1 15,0-1 2-15,0 2-3 0,0-1 0 0,0-3-1 16,0 3 0-1,0-4-1-15,0 0-3 0,0 4 3 0,0 0 5 0,6 0 2 0,-6 0 1 0,0 0 3 16,8-4 1-16,-8-1-2 0,6 3-1 0,-6-7-2 16,6 3-2-16,-6-5 1 0,0 3 0 15,7-3 0 1,-7 0-2-16,6 0 3 0,-6 0 1 0,0 0 0 0,-6 0 6 0,6-3 8 0,6 2 7 0,-6-2 2 31,0-1 4-31,0 4-1 0,0-4-24 0,0 0 9 16,0 0 1-16,0 1 3 0,7 0-1 0,-7-6 1 15,0 6 20-15,7 0-18 0,-7-1-9 0,0 0-8 16,6 0-5-16,-6 1 0 0,0 2 1 16,0-2 0-16,0 3 7 0,0-1 1 0,0 2 4 0,0-5 10 0,0-4 11 0,0-2 6 31,0-2 1-31,6-3-5 0,-6 1-1 16,0-1-9-16,0-3-9 0,6 0-6 0,-6-4-7 15,8 0-4-15,-2 0-9 0,-6-8-6 16,6 5-7-16,-6-5-13 0,7-7-31 15,-7 5-42-15,7-9-70 0,-14 1-143 0,7-1-90 16,-7-2-36-16,-5-6 6 0,4-6 32 16</inkml:trace>
  <inkml:trace contextRef="#ctx0" brushRef="#br2" timeOffset="-173214.28">4092 16644 118 0,'0'2'403'0,"-7"2"76"0,7 0 67 0,-7 0-7 0,1-1-71 15,0 1-43-15,-1 0-31 0,0 0-26 0,7-2-19 16,-6 3-22-16,-1-5-27 0,1 3-36 0,0-3-45 15,6 0-36-15,-8 0-39 0,8 0-34 16,-6 0-33-16,6-3-31 0,0-2-15 0,0 3-15 16,0-2-6-16,0 0-10 0,0 0-1 0,0 1 1 15,0-1-1-15,0 0-4 0,0-2-3 0,6 1 0 16,-6 2 1-16,8-4-3 0,-2-1-1 0,0 4 4 16,1-3 1-16,-1 4 1 0,1-2 4 0,0 2 0 15,-1-1 1-15,0 4 1 0,8 4 6 0,-8-1-1 16,0 2 3-16,1 1 3 0,-7 2 4 0,7 3-3 15,-7 3-2-15,6 1-1 0,-6-1-3 0,0 5-2 16,0-1 5-16,-6 1-2 0,6 3 0 0,-7-4 3 16,7-3-7-16,-7 3 3 0,1 1-11 0,0-5 3 15,-1 1-2-15,0-1-2 0,7-2 4 0,-6-2-2 16,0 1 2-16,6 1-6 0,0-8-1 0,0 2-2 16,0 2-1-16,-7-5-3 15,7 1 5-15,0-4 4 0,0 4 2 0,7 0 3 0,-1-4 4 0,0 0-1 16,8 0-4-16,-8 0 1 0,7 0-3 0,7 3 3 15,-14-3-5 1,7 0 6-16,0 0-1 0,1 0-7 0,-2 4-21 16,1-4-56-16,0-4-71 0,-6 4-91 0,-1-3-85 15,8 3-85-15,-8-4-59 0,0 0-28 0,1 0-28 0,0-4-46 0,-7 8-16 0,0-9 34 16,0 1 54-16,6-4 62 0,-6 1 95 0</inkml:trace>
  <inkml:trace contextRef="#ctx0" brushRef="#br2" timeOffset="-172766.24">4378 16548 94 0,'0'-11'382'0,"0"3"69"0,0 2 62 0,-6-2-5 0,6 1-62 0,-7 3-35 31,7-4-32-31,-6 8-21 0,6-3-24 0,0-1-38 16,0 4-34-16,0 0-46 0,-7 0-41 0,7 0-37 0,-7 4-31 0,1-1-25 0,6 5-28 0,-6 3-18 15,6-1-13-15,-6 9-8 0,6-1-9 0,-8 4 1 16,8 1-9-16,-6 2 1 0,6 1-4 0,0-1 5 16,-6 4-4-16,6-3 3 0,6 3 6 15,-6-6 4-15,0 2 0 0,6-7-6 0,2 4-1 32,-2-3-3-32,0-5 1 0,0 1-11 0,1-3-2 15,0-6 6-15,6 2-1 0,-7-5-3 0,8 1 0 16,-8-4 3-16,7 0 5 0,0 0-1 0,-7-4 5 15,7-4 2-15,-6 1 4 0,0 1 0 0,-1-2 3 16,0-3 1-16,1 3-1 0,-7-2-1 0,0-1 6 16,7 3-1-16,-14-3-5 0,7 4-1 0,0 3-1 15,-7-3 1-15,1 0-6 0,0 3-1 0,-1 0 4 16,0-3 0-16,-6 7-3 0,7 0-1 0,0 0 0 16,-1 0 1-16,-6 7-8 0,7-3 1 0,-2 4-4 15,2-5-3-15,0 4-20 0,-1 0-37 0,1-3-41 16,6 4-61-16,-7 3-66 0,0-5-70 0,7 6-52 15,-6-1-30-15,6 0-21 0,0-3-24 0,6-4-34 16,-6-4-50-16,0 0 8 0,0 0 33 16,0 0 51-16,0 0 74 0</inkml:trace>
  <inkml:trace contextRef="#ctx0" brushRef="#br2" timeOffset="-172442.99">4665 16738 197 0,'0'4'411'0,"7"-1"61"0,-7 5 53 0,0-4-54 0,6-1-80 16,-6 0-57-16,0 1-48 0,-6 0-41 0,6-4-40 15,0 0-41-15,6 0-47 0,-6 0-41 0,0 0-30 16,6 0-22-16,-6 0-13 0,7 0-3 0,0 0-1 15,-1-4-1-15,7 0-1 0,-6 4-9 0,6-3 12 16,-7 0-5-16,0 3-1 0,8-4 3 0,-8 4-4 16,8 0 12-1,-2-4-15-15,-5 4-1 0,-1 0-18 0,1 0-49 16,-1 0-61-16,7 0-75 0,-13 0-75 0,14 0-92 0,-14-4-109 0,0 4-68 0,0 0 4 16,0 0 37-16,12-7 59 0,-5 0 88 0</inkml:trace>
  <inkml:trace contextRef="#ctx0" brushRef="#br2" timeOffset="-172052.25">5089 16629 277 0,'0'3'422'16,"0"4"64"-16,0-2 26 0,-7-3-43 0,7 6-67 15,-7-4-50 1,1-4-46-16,0 3-35 0,6-3-37 0,-7 0-40 0,7 0-41 0,-7 0-39 0,7 0-28 31,0-3-24-31,0 3-3 0,0-4-21 0,0 0-17 16,-6 0-9-16,6-3-2 0,0 0-5 0,6-1-18 15,-6 1 5-15,0 0 2 0,7-1-1 0,0 1-3 16,-1 0 3-16,-6 0 7 0,6 3 0 0,8 0 2 0,-8 0 1 0,0 1-2 0,1 3 0 0,-1 0-2 31,1 3 2-31,6 1 2 0,-7 0 8 0,8 3 11 16,-2 4 7-16,-5 1 6 0,6-2 6 0,0 5 5 15,1-1 1-15,-2 1-4 0,2 4-2 0,-8-5-5 0,7 4-5 0,0-3-10 0,-6 0-3 32,5 0-11-32,2-5-6 0,-2-3-1 0,-5 5-10 15,6-4 6-15,-6 6-1 0,5-3 5 0,-4-4-19 16,4 0-23-16,-6 0-37 0,2-3-55 0,-2 4-64 16,0-5-62-16,1 5-50 0,-7-5-34 0,6 0-18 15,1-6-29-15,-7 3-40 0,0 0-58 0,0 0 1 16,0 0 25-16,0 0 43 0,0-11 70 0</inkml:trace>
  <inkml:trace contextRef="#ctx0" brushRef="#br2" timeOffset="-171782.71">5454 16566 261 0,'0'-7'420'16,"0"0"73"-16,0-1 58 0,0 4-36 0,0-3-53 15,-8 3-17-15,2 4-37 0,0-4-40 0,0 4-48 16,-1 0-42-16,0 0-39 0,1 0-56 0,-1 4-30 16,-5 4-23-16,4 3-18 0,-4 0-13 0,-2 3-10 15,8 1-10-15,-7 4-9 0,0-2 0 0,0 5-12 16,-1 1-18-16,2 2-18 0,-1 0-14 0,-7-2-6 16,8 2-12-16,-2 2-7 0,2-2-26 0,-2-7-51 15,8 0-71-15,-1-4-88 0,-6 1-97 0,13 0-90 16,-7-3-65-16,1-2-55 0,6-7-70 0,0-3-32 15,0 0 33-15,0 0 63 0,0 0 77 0,13-7 97 16</inkml:trace>
  <inkml:trace contextRef="#ctx0" brushRef="#br2" timeOffset="-169936.28">5720 16621 270 0,'0'0'406'0,"0"3"70"0,7 2 27 0,-7-5-27 16,0 3-58-16,0-3-27 0,-7 0-29 15,7 4-31-15,0-4-50 0,0 0-55 0,0 0-46 0,7 0-60 16,-7 0-45-16,7 3-36 0,-1-3-15 0,0 5 31 15,2-5-10-15,-2 2-8 0,6-2-2 16,2 4 0-16,-1-4-5 0,-1 0-38 0,2 0 9 0,6 0 3 16,-8-4-1-16,8 4-3 0,-1 0-1 0,1-2 2 15,0 2-7-15,-1-5-7 0,-5 2-20 0,4-1-47 16,-4 4-62-16,-1-3-80 0,-7 3-75 0,8 0-70 16,-8 0-60-16,-6 0-61 15,0 0-81-15,0 0-1 0,0 0 36 0,0 0 56 16,0 0 70-16</inkml:trace>
  <inkml:trace contextRef="#ctx0" brushRef="#br2" timeOffset="-169667.53">5961 16559 263 0,'-6'-7'420'16,"6"3"77"-16,-6 0 57 0,6 0-10 0,-7 1-18 15,7 3 0 1,-6-4-11-16,6 4-15 0,-7 4-44 0,7-4-67 15,-7 3-87-15,7 1-86 0,0 0-68 0,-6 7-59 0,6-4-39 0,0 4-22 0,-6 0-11 16,6 8-11-16,6-5-7 0,-6 4 1 16,6 4-1-16,-6 4-2 15,0-1-3-15,0 5-1 0,7-5 2 0,-7 4-2 16,0-2-12-16,0-2-43 0,7-4-105 0,-7 2-104 16,6-4-104-16,-6-9-106 0,7 1-68 15,-1-3-52-15,0-4-17 0,-6-4-33 0,0 0 33 16,14 0 64-16,-8-8 62 0,7 1 84 0</inkml:trace>
  <inkml:trace contextRef="#ctx0" brushRef="#br2" timeOffset="-169266.12">6275 16698 37 0,'6'-4'403'0,"-6"-3"99"0,0 3 94 16,0 1 55-16,0-2-42 0,0 3-55 0,0-2-44 15,-6 0-52-15,6 0-71 0,-8 1-79 16,8-5-84-16,-6 2-41 0,6-2-77 0,0 1-51 0,0-5-28 0,0 5-17 0,0-1-5 0,0-3-28 31,6 4 13-31,-6 0 3 0,8-1 6 0,-8 1 0 16,6-1 2-16,0 2 0 0,1 6-17 0,-7 0 12 16,13 0 4-16,-6 0 5 0,-1-4 1 0,0 0-2 15,8 1 22-15,-8 3-11 0,0 0-2 0,8 0-3 0,-1 7 1 0,-7-3 5 0,1 7 0 16,6-4 7-1,-7 4-1-15,8 3 3 0,-8-3 2 0,0 4-1 16,1 0-3-16,-1-1-6 0,7 5 0 16,0-1-4-16,-6 1-7 0,6-2-2 0,0 2-2 0,0 0-2 15,-7-5-2-15,7 1-5 0,1 3 1 16,-2-7-5-16,2 4-18 0,-8-5-32 0,7 2-58 16,-6-9-68-16,6 5-82 0,-7-5-83 0,0 0-59 15,8 2-37-15,-14-5-6 0,6 0 17 0,0-5 8 16,2-1-4-16,-2-2-28 0,-6-3-5 0,0 4 23 15,6-4 37-15,-6 0 65 0</inkml:trace>
  <inkml:trace contextRef="#ctx0" brushRef="#br2" timeOffset="-169082.12">6646 16479 214 0,'0'-9'454'0,"-6"-1"105"0,6 6 108 16,-8 0 0-16,2 1-21 0,0 3-26 0,-1 3-37 15,1 5-54-15,-8 2-72 0,2 6-73 0,-2-2-85 16,2 4-68-16,-2 4-61 0,1 4-47 0,-6 3-36 16,6 8-34-16,-7 0-50 0,1 3-91 0,-1 0-137 15,0 5-176-15,1-6-163 0,0 2-162 0,-1 0-198 16,7-5-50-16,-7-3 65 0,8-1 137 0,-1-6 148 16,6-1 154-16</inkml:trace>
  <inkml:trace contextRef="#ctx0" brushRef="#br2" timeOffset="-168019.48">6952 16617 212 0,'0'4'459'0,"0"-1"97"0,0 2 92 0,0-2 0 16,0 1-50-16,0-4-38 0,0 3-32 15,0-3-37-15,0 0-49 0,0 5-63 0,0-5-74 0,0 0-71 16,0 0-69-16,0 2-60 0,0-2-43 0,6 0-28 16,1 4-19-16,0-4-6 0,6 0-2 0,0 0 1 15,0 0-2-15,-1 0 1 0,8 0 3 0,0 0-3 16,-1 0-1-16,1 4 0 0,6-8 1 16,0 4 0-16,-7-4-4 0,7 2-4 0,-6-3-2 15,-1 2 0-15,1-1-21 0,0 4-54 0,-7-3-83 0,0 3-105 16,-6-5-120-16,5 5-120 0,-5-3-87 0,0 3-48 15,-1-4-40-15,-6 4-42 0,0 0 39 0,0 0 77 16,-6-7 84-16,6-1 89 0</inkml:trace>
  <inkml:trace contextRef="#ctx0" brushRef="#br2" timeOffset="-167828.27">7278 16416 348 0,'0'-8'459'0,"0"4"84"16,0 4 42-16,-6-2-39 0,6 2-57 15,-7 2-55-15,7 2-58 0,0 4-59 0,-7 3-63 0,7 3-62 16,-6 5-55-16,6 2-45 0,0 2-34 0,0 6-25 16,0 4-17-16,6-4-32 0,-6 8-62 15,0-4-97-15,7 4-110 0,-7-1-116 0,7-3-163 0,-7-4-132 16,6 1-26-16,0-8 52 16,1 0 86-16,-1-4 106 0</inkml:trace>
  <inkml:trace contextRef="#ctx0" brushRef="#br2" timeOffset="-167241.34">7649 16354 286 0,'-6'4'451'0,"6"-1"67"0,-6 4 42 0,-2-3-78 15,2-1-94-15,6-3-75 0,-6 4-62 0,6-4-53 16,-7-4-45-16,7 4-34 0,0 0-37 0,0 0-34 16,0-3-26-16,0 3 8 0,7-4-14 0,-1 4-10 15,-6-3-6 1,14-1 1-16,-8 1-2 0,0-1-21 0,1-1 11 0,6 2 4 0,-7 3 6 0,1 0 1 16,-1 3 1-16,0 2 1 15,2 2-1-15,-2 4 5 0,0 4-3 16,-6 0 3-16,7-1 2 0,-7 3 0 0,0 2-1 15,0-1-2-15,0 5-2 0,-7-1-3 0,1-4 0 16,-8 3-1-16,8 2 0 0,0-5 4 16,-7 0 0-16,6-2 1 0,-6-1 8 0,7-1 9 15,0-7 12-15,-2 1 10 0,2-1 3 0,6-4 3 0,-6 1-3 0,6-4-5 16,0 0-13-16,6 3-7 16,-6-3 4-16,6 0-1 0,2 0 4 0,-2 0-2 15,7-3 14-15,-7 3 1 0,7 0-4 0,0-4-1 16,-7 4-7-16,8 0 1 0,6-3-14 15,-8 3-8-15,1-5-2 0,7 5-9 0,-6-2-35 16,-2-2-64-16,-5 4-85 0,6-4-88 0,0 4-86 0,-7-7-98 0,8 3-99 0,-8-6-57 16,0 2 24-1,1-4 54-15,0-2 70 0,5-1 93 0</inkml:trace>
  <inkml:trace contextRef="#ctx0" brushRef="#br2" timeOffset="-166774.1">7975 16445 241 0,'-6'-4'460'0,"6"1"97"0,-7 3 90 0,0-5-6 15,1 3-45 1,0-2-42-16,-1 4-51 0,0-4-67 0,1 4-78 0,0-4-87 0,6 1-83 0,-7-1-69 31,7-4-55-31,-7 1-30 0,14-3-12 0,-7 2-12 16,7-3-9-16,-1 1-2 0,0 1 5 0,1-1-8 16,0 6-5-16,-1-2 5 0,0 1 6 0,8 1 8 0,-8 4-10 0,7 0 8 0,-7 0 0 0,2 4-4 31,4 3-2-31,-6 1-15 0,-6 2 12 0,7 2 3 15,0 2 1-15,-7 1 4 0,0 3 2 0,0 1 6 16,0-1-7-16,0-3-4 0,-7 4 1 0,7-2 0 16,-7-2 1-16,7 3-2 0,-6-3 2 0,0-5 1 15,6 2-6-15,-6-5-1 0,6 1-4 0,0-5 1 16,-8 1-5-16,8-1-35 0,0 1 17 16,0-4 5-16,8 0 9 0,-8 0 5 0,6 0 6 15,-6-4 35-15,6 1-13 0,0-1-10 0,1 4-9 16,0-3-4-16,-1 3 1 0,1-4-3 0,6 4-6 15,-6 0 5-15,-1 0 5 0,0 0 0 0,-6 4 2 16,6-1 1-16,2 1 8 0,-8 3-3 0,0 0 4 16,0 1 3-16,0-1-1 0,0 5-2 0,-8-5-8 15,8 3 3-15,-6-2-9 0,6 3-5 0,-6-3 0 16,6 2-2-16,-6 1 1 0,-1 0-12 0,0-4-25 16,7 0-44-16,0 1-66 0,-6-4-71 0,6-1-77 15,0-3-71-15,0 4-48 0,0 0-28 0,0-4-7 16,6 0-28-16,-6 0-61 0,0 0-5 0,0 0 29 15,0-8 47-15,7-3 61 0</inkml:trace>
  <inkml:trace contextRef="#ctx0" brushRef="#br2" timeOffset="-166580.47">8255 16540 327 0,'7'0'498'0,"-7"0"98"0,6 4 85 0,-6-4-36 0,0 4-68 0,0-4-70 0,0 4-75 15,7-4-76-15,-7 2-87 0,0-2-79 0,0 5-71 16,7-5-50-16,-1 0-26 0,0 3-22 0,8-3-9 16,-2-3-7-16,-5 3 0 0,6-5-8 0,-6 3-32 15,5-2-64-15,2 0-94 0,-8 4-106 0,7-4-110 16,0 1-114-16,-6 3-137 0,-7 0-66 16,13-4 25-16,0 4 74 0,-1 0 89 0,2-4 107 15</inkml:trace>
  <inkml:trace contextRef="#ctx0" brushRef="#br2" timeOffset="-166238.89">8588 16493 225 0,'-7'-4'513'0,"0"1"116"0,-6-2 89 16,7 3-10-16,0-7-110 0,-1 6-109 0,7-4-108 16,-7-1-91-16,1 1-72 0,6-5-59 0,-6 2-39 15,6 3-28-15,0-5-23 16,0 2-19-16,6 3-19 0,-6-5-11 0,6 5-13 15,1 0 1-15,-7 4-7 0,13-6-2 0,-7 6 1 16,7 3 6-16,1-3 17 0,-2 6 10 0,2 0 22 16,-2 2 14-16,2 2 11 0,-1 0 12 0,-1 4 0 0,2 4-2 15,6-1-6-15,-8 1-6 0,8 3-2 0,-7 1-10 16,0 0-12-16,6-2-11 0,-5 2-15 16,5-1-12-16,-5-3-15 0,-2 3-4 0,1 0-5 15,0-3-9-15,0-1-37 0,-6-3-60 16,6 4-80-16,-7-8-108 0,8 5-111 0,-8-5-100 0,7 1-60 15,-7-6-44-15,8 3-39 0,-14-5-23 0,0 0 46 0,0 0 71 16,6-5 79-16,0-1 97 16</inkml:trace>
  <inkml:trace contextRef="#ctx0" brushRef="#br2" timeOffset="-166078.46">9011 16438 139 0,'0'-11'503'0,"0"0"161"0,0 3 171 16,-6 4 97-16,-1-3-3 0,0 7-26 0,-5 0-54 15,-2 5-78-15,-5 1-106 0,-1 5-108 0,0 8-122 16,-5-1-426-16,5 5-9 0,-6 2 0 0,0 4 0 16,7 4 0-16,-7 3 0 0,0 6 0 0,-1-3 0 15,7 1 0-15,-6 0 0 0,1 1-684 16,5-5-249-16,0 8-260 0,1-4-94 16,6-3 23-16,0-8 169 0,7-6 238 0,-1-8 228 0</inkml:trace>
  <inkml:trace contextRef="#ctx0" brushRef="#br2" timeOffset="-165360.93">9246 16559 229 0,'6'3'479'0,"-6"1"110"0,0-4 97 0,0 3-13 15,0 1-63-15,0 0-69 0,0 0-67 0,0-4-79 16,7 3-79-16,-7-3-67 0,0 0-57 0,6 0-31 16,0 0-28-16,8 0-14 0,-1 0-13 0,0-3-7 15,0-1-19-15,7 0-24 0,-1-3-20 0,0 0-14 16,1 2-5-16,-1-1-8 0,7 2 0 0,-6-3-4 15,-7 3-1-15,7 4-4 0,0-4-3 0,-1 4-29 16,-6 0-56-16,0 4-76 0,0-4-105 0,-6 0-119 16,5 0-112-16,-5 4-80 0,-7-4-67 0,7 0-58 15,-7 0-15-15,0 0 56 0,0 0 81 0,0 0 91 16,0 0 108-16</inkml:trace>
  <inkml:trace contextRef="#ctx0" brushRef="#br2" timeOffset="-165118.72">9500 16394 361 0,'0'-7'457'0,"-6"-1"86"0,6 4 44 0,-7 1-21 16,7-1-41-16,-7 4-29 0,7 0-32 0,0 0-46 15,0 0-60-15,-6 0-69 0,6 4-73 0,0-1-68 16,0 9-57-16,0 3-37 0,0 2-27 0,0 2-14 16,6 3-7-16,-6-1-3 0,7 6 0 0,0 2-2 15,-7 0-2-15,6 7-7 16,-6-2 3-16,6-1-1 0,-6 3-12 0,6-7-35 15,-6 4-56-15,8-10-73 0,-8 2-89 0,6-7-87 16,0-3-70-16,-6 0-39 0,7-9-23 0,-1-1-27 16,-6-5-51-16,0 0 8 0,14-8 39 0,-8-3 52 15,0 4 68-15</inkml:trace>
  <inkml:trace contextRef="#ctx0" brushRef="#br2" timeOffset="-164783.67">9832 16479 314 0,'13'-16'485'0,"-13"9"107"0,7-4 101 0,-7 4 8 16,0 0-12-16,0-1-2 0,0 1-6 0,0 3-31 15,-7 4-58-15,1-4-88 0,6 4-102 0,-7 4-105 16,1-4-96-16,6 4-75 0,-7 3-52 0,7 1-37 16,0 2-21-16,0 5-11 0,0-1-5 0,0 2-3 15,0 2-1-15,7 1-3 16,-1-2 0-16,1 2 1 0,6-1-3 0,0 0 0 15,-1-3-3-15,8-1 3 0,-7 1 4 0,7 0 1 16,0-4 2-16,-1-3 3 0,0 2 3 0,-6 1-1 16,1-3 0-16,-8-1 1 0,8 3 3 0,-8-2 2 15,0-1 1-15,0 1-2 0,-6-1-1 0,0 1-3 16,0-2-2-16,-6 2-2 0,0-5-6 0,0 2-16 0,-8-2-32 16,8 1-55-16,-8 0-82 0,1 2-122 0,-6-6-174 15,6 4-165-15,-7-8-121 0,7 2-121 16,-6-2-86-16,6 0 29 0,-7-3 132 15,1-1 152-15,6-10 143 0</inkml:trace>
  <inkml:trace contextRef="#ctx0" brushRef="#br2" timeOffset="-164625.7">9819 16449 217 0,'7'-8'576'0,"-1"5"147"0,1-4 125 15,-7-1 44-15,6 4-110 0,7 1-141 0,0 3-150 16,1-4-137-16,-2 0-118 0,8 0-94 0,-1 2-67 15,1-3-48-15,0 5-93 16,-1 0-142-16,1 5-180 0,6-3-195 0,-14 2-234 16,8 4-113-16,-1-1 5 0,-5 3 95 0,12-2 157 0,-7 0 179 0</inkml:trace>
  <inkml:trace contextRef="#ctx0" brushRef="#br2" timeOffset="-164198.48">10542 16379 136 0,'0'8'477'0,"0"-5"122"15,-6 4 109-15,6-2 43 16,-7-3-57-16,7 2-57 0,0 0-75 0,-6 0-87 15,6-1-91-15,0 1-93 0,0-4-85 0,6 4-77 16,-6-4-58-16,7 0-33 0,5 0-21 0,-4 0-2 16,4 0-8-16,2-4-6 0,-8 0-12 0,7 4-46 15,-7-3-80-15,8 3-103 0,-8-4-112 0,8 4-113 0,-8-4-93 0,0 4-59 16,1-4-39-16,-7 4-42 0,0 0 31 0,0 0 72 16,0 0 81-1,0 0 92-15</inkml:trace>
  <inkml:trace contextRef="#ctx0" brushRef="#br2" timeOffset="-164037.04">10594 16544 120 0,'0'15'413'0,"-6"-1"96"0,0-3 97 16,-1 0 18-16,7 1-49 0,-7-6-50 0,7-2-44 0,0 0-44 0,0-1-50 0,0 2-51 15,7-5-49-15,0 0-40 0,-1 0-42 0,7 0-44 16,0-5-46-16,0 2-39 16,1-1-33-16,5 0-25 0,0 1-41 15,0-5-86-15,1 1-137 0,-6 0-163 0,5 0-151 0,-6 3-196 0,0-4-137 0,-7 1-8 16,8-1 92-16,-8-2 135 0,0-5 142 0</inkml:trace>
  <inkml:trace contextRef="#ctx0" brushRef="#br2" timeOffset="-162702.28">7512 4187 26 0,'-19'29'425'0,"-1"1"94"0,1-1 93 0,-1-4 74 0,-6 0-61 16,14-2-55-16,-8 0-71 0,7-9-57 16,6-3-79-16,0-4-86 0,7 0-87 0,0-10-71 15,0-4-56-15,7-5-28 0,6-9-11 0,0-4-7 16,13-9-4-16,-6-7-5 0,6-2 0 15,7-6-1-15,-8 3-6 0,8-6-4 0,0 0 1 16,-8 1 4-16,1 1 2 0,1-2 0 0,-1 1 0 16,-6 4 5-16,-8 3-2 0,2 6 1 15,-2 1 2-15,-5 6 31 0,-1 4 38 0,-6 5 41 0,-6 7 25 16,6 8 15-16,-13 4 4 0,7 10-24 0,-14 4-31 16,6 10-35-16,2 6-16 0,-1 6-7 15,0 3 0-15,0 4-3 0,7 5-3 16,-2-5-7-16,8-4-7 0,8 1-9 0,4-4-9 15,8-4-8-15,5-3-3 0,9-4-2 0,5 1-3 0,6-6 2 16,1-3 1-16,6 2-1 0,-7-5-2 0,2 3 3 16,-2 1-27-16,-13 7-96 0,1-4-162 15,-13 7-200-15,-2 5-186 0,-10 3-267 0,-8 7-113 16,0 0 20-16,-14 8 119 16,8-4 182-16,0-1 179 0</inkml:trace>
  <inkml:trace contextRef="#ctx0" brushRef="#br2" timeOffset="-161070.14">11480 16211 240 0,'7'-3'351'0,"0"3"35"0,-1-5-13 0,-6 5-61 16,7 0-71-16,-1-4-40 0,-6 4-12 0,6-3 4 15,2-2 11-15,-8 5 15 0,0 0 14 0,0-2 45 0,6 2 10 0,-6 0 28 0,0 0 71 31,0 0 17-31,0 0 4 0,0 2-22 0,0 3-10 16,-6-2-23-16,6 9-82 0,-8-1-41 0,2 7-38 16,0-4-47-16,-1 8-32 0,-6 0-42 0,6 4-24 15,-11 4-22-15,4-5-14 0,1 4-4 0,-7 1-7 16,8-5-4-16,-2 1-2 0,-5 0 0 0,6-4 3 16,0 0-1-16,6-8-1 0,1 1 0 0,-1-4-2 15,1-3 0-15,6-2 7 0,0 2-8 0,0-5 1 16,6 2-1-16,1-2 2 0,-1-3 1 0,7 4-5 15,0-4 4-15,1 0 3 0,-2-4-1 0,8 4 1 16,-7 0-3-16,7-3-13 0,-8 3-34 0,8 0-50 16,-14 0-59-16,8 0-76 0,-1-5-90 0,-7 5-80 15,8-3-65-15,-8-1-47 0,0 0-26 0,-6 1 0 16,6-5 24-16,-6 1 20 0,0-7 17 0,0 2 7 16,0 2-6-16,0-1 25 0,0 0 41 15,-6-3 59-15</inkml:trace>
  <inkml:trace contextRef="#ctx0" brushRef="#br2" timeOffset="-160802.97">11507 16324 3 0,'0'-7'333'0,"0"0"64"16,0-1 56-16,0 4-8 0,0 1-33 0,0 3-38 15,0 0-21-15,0 0-17 0,0 7-18 0,0 1-21 16,-7-1-35-16,7 7-37 0,0 1-31 0,0 4-31 16,0 3-18-16,7-1-10 15,-7 2-30-15,0 2-2 0,0 5-16 0,6-1-14 16,-6 4-15-16,0 3-22 0,0-3 3 0,0 0-25 0,6-3-9 15,-6 2-6-15,8-6-8 0,-8-1-10 0,6-2-29 16,-6-5-41-16,6 1-54 0,0-9-58 0,2-3-60 16,-8 5-47-16,6-9-23 0,-6 1-3 0,6-4 11 15,-6-4 18-15,7 1 23 0,-1-9 16 0,1 5-4 16,-7-7-23-16,7-1-32 0,-1 1-43 16,-6-2-4-16,6-1 19 0,-6-2 42 0</inkml:trace>
  <inkml:trace contextRef="#ctx0" brushRef="#br2" timeOffset="-160552.58">11650 16486 210 0,'7'-23'357'0,"-7"5"51"16,6 4 7-16,-6-5-26 0,0 4-43 0,0 5-9 16,-6-5 13-16,6 4 27 0,0 4 33 0,0 2 23 15,-7 2-7-15,7 3-36 0,-6 3-48 0,6 6-62 16,-7 1-69-16,7 1-66 0,-7 7-42 0,7 4-17 16,0 4-26-16,0-1-46 0,0 1 5 0,0 3 7 15,7 0 0-15,-7 1-12 0,7-4 7 0,6 0 27 16,-7-1-19-16,8-6-15 0,-2-1-8 0,2-4-7 15,-2-3-4-15,8-3 0 16,-7-5 2-16,-1-3 3 0,8-3 4 0,-6-5 3 16,-1-3-2-16,-1 1 2 0,-5-9-3 15,0 1 3-15,-1-3-8 0,-6 1-10 0,0-2-25 0,-6 1-50 0,-1-1-74 16,-6 3-101-16,7 2-106 0,-14-2-105 0,7 1-82 16,-7 2-79-16,1 6-99 0,-1-1-14 15,-6 7 53-15,6 0 80 0,1 4 93 16,-1 4 120-16</inkml:trace>
  <inkml:trace contextRef="#ctx0" brushRef="#br6" timeOffset="-149782.25">5205 16753 146 0,'-6'7'330'0,"0"-4"32"0,-1 1-7 0,7 3-61 0,-6 1-77 16,-1-4-57-16,0 4-33 0,1-2-14 0,0-2-1 15,6 3 1-15,-6-3 1 0,-2 4 1 0,2-5 6 16,6 1 5-16,0-1 5 0,-6 1 6 0,6-1 10 15,0 1 9-15,-7-4 8 0,0 4 4 0,7 0 6 16,-6-4-3-16,-1 3 3 0,7 5 3 0,-6-5-5 16,6 0-5-16,0 2-5 0,-6-1-1 0,6-4-10 15,-7 3-13-15,7 0-6 0,0-3-9 0,0 4-8 16,0-4-10-16,0 0-10 0,0 4-7 0,0-4-10 16,7 0-2-16,-1 3-1 0,0-3 3 0,1 0 5 15,6 4 1-15,0-4-1 0,7 4 1 0,-1-4-2 16,7 0-4-16,6 0-8 0,8 4-9 0,-1 0-10 15,6-4-5-15,1 0-14 0,7 4-11 0,-2-4-6 16,8 0-7-16,0 0-2 0,-1 0-5 0,7 0 1 16,-6-4 3-16,6 4 0 0,-6-8 2 0,-1 8 1 15,1-8-3-15,-6 5-5 0,-8-5-9 16,-6 5-17-16,0 0-33 0,-6 3-52 0,-7-4-64 16,0 4-47-16,0-5-91 0,-7 2-88 0,-5 3-72 15,-1 0-54-15,0-3-34 0,-7 3-59 0,1 0-54 16,-7 0-24-16,0 0 36 0,0 0 66 15,0 0 81-15,0 0 100 0</inkml:trace>
  <inkml:trace contextRef="#ctx0" brushRef="#br6" timeOffset="-143460.25">8008 17224 91 0,'0'-2'423'0,"0"-2"79"0,0 4 78 0,0-3 57 15,0-1-96-15,-6 0-90 0,6 4-49 0,-8-4-33 16,8 4-35-16,0-4-38 16,0 4-47-16,0 0-2 0,0-4-17 0,0 4-28 0,0 4-28 0,0-4-37 15,0 8-30-15,0 0-22 0,0-1-22 16,0 12-12-16,0-2 54 0,0 5 29 15,8 7 14-15,-8 1 2 0,0-1 2 16,0-3 0-16,0 0-64 0,0-1-33 0,6-4-27 16,-6 2-8-16,0-4-6 0,0-8-3 15,0-1-6-15,0-2-2 16,6-1 1-16,-6 0-4 0,0-7 0 16,0 5-4-16,6-5-1 0,-6-5 3 15,7 5 0-15,0-3 2 0,-1-1-3 0,1 1-4 0,6-1-1 0,-6-4-14 16,5 1-7-16,2 0-8 0,-2 4-8 15,1-6-7 1,-6 6-2-16,12 0 4 0,-5 3 2 0,-2 0 6 0,-5 0 8 0,6 0 12 16,-6 3 6-1,5 0 8-15,-5 6 4 0,0 1 3 0,-7 1 2 0,6 0 2 0,-6 3 2 16,0 1 2-16,0-1 3 0,0 1 1 16,-6 0-3-1,6-1-1-15,-7 2-2 0,0-2-2 16,1-3-3-16,-7 4 0 0,7-4 2 0,-1 4-8 15,-6-5-13-15,-1 2-25 16,8-2-48-16,-6 1-53 0,5-3-85 0,-6-1-101 16,6-3-101-16,1-4-82 0,0 0-57 0,-2-4-43 0,2 0-38 0,6 4-48 31,0-11 30-31,-6 0 68 0,6 1 79 0,-6-5 83 16</inkml:trace>
  <inkml:trace contextRef="#ctx0" brushRef="#br6" timeOffset="-143206.53">7988 17353 225 0,'-6'-3'419'0,"-1"-2"61"0,7 5 49 0,-6-2-52 16,-1-2-83-16,7 1-62 0,0-2-40 0,0 2-30 15,0-1-23-15,7 0-23 0,-1 0-29 16,7 2-30-16,1-3-48 0,-2 2-26 15,1-1-27-15,7 1-31 0,-7 3-35 16,6-4-37-16,1 4-32 0,-7 4-68 0,0-4-70 16,6 3-62-16,-5-3-52 0,-2 4-34 0,8-4-38 15,-13 3-33-15,5-3-41 0,-12 0 2 16,0 0 33-16,0 0 45 0,7-3 73 16</inkml:trace>
  <inkml:trace contextRef="#ctx0" brushRef="#br6" timeOffset="-142758.53">8223 17236 270 0,'0'-4'351'15,"0"-4"33"-15,0 6-21 0,-7 2-45 0,7-4-53 16,0 1-36-16,0 3-22 0,-7 0-6 0,7 0 1 16,0 3 3-16,0 1 1 0,7 3-5 15,-7 5-8-15,7 2-16 0,-1 1-24 0,-6 6-26 16,6 2-25-16,-6 2-18 0,8-2-14 16,-8 2-12-16,6 0-11 0,7 0-8 15,-7-6-11-15,1 3-9 16,0-7-11-16,-1 0 0 0,0-1-3 0,0-7-6 0,2 1-1 15,-2-4 0-15,0-4-3 0,8-4-5 16,-8-4-5-16,1 1-4 0,-1-3-16 0,0-5-12 16,1-4-8-16,0 1-13 0,-1-1-1 15,-6-2-1-15,6-1 9 0,-6 0 7 16,7-1 11-16,-7 1 11 0,0-3 4 0,0 3 9 16,0-1 8-16,0 6 4 0,0-3 4 0,0 7 5 15,0 1 9-15,0 6 6 16,0-6 8-16,0 9 11 0,0-5 6 0,0 4 8 0,0 1 6 15,0 6 7-15,0 1 0 0,0 7-2 0,0 1 0 16,0 6-11-16,7 7 6 0,-7 0 3 0,6 5 1 16,1-1 9-16,-1 4 9 0,1 5 13 15,-1-2-15-15,1 3-9 0,-1 3-12 16,0-2-15-16,-6-1-22 16,8-2-13-16,-2 0-15 0,0 0-30 15,-6-8-33-15,7-4-52 0,-7-2-67 0,6-5-78 0,-6-7-64 16,0-3-56-16,7-5-43 0,-7-6-59 0,0 3-71 15,0 0 1-15,0-8 35 0,6-3 54 16,-6-3 67 0</inkml:trace>
  <inkml:trace contextRef="#ctx0" brushRef="#br6" timeOffset="-142457.14">8626 17452 166 0,'-6'4'450'0,"6"0"98"0,-6 0 88 0,6-2 9 0,0-2-73 0,0 5-62 0,0-5-62 16,0 3-51-16,0 1-53 0,0-4-54 0,6 0-53 31,0 0-54-31,8 0-44 0,-1 0-41 15,-7 0-35-15,8 0-28 0,-2-4-18 16,2 4-7-16,-2 0-18 0,1 4-44 0,1-4-68 16,-2 0-102-16,-5 0-116 0,6-4-120 15,0 1-103-15,-6 3-123 0,-7 0-77 0,0 0 23 0,13-5 77 0,-1 3 100 32,2-6 105-32</inkml:trace>
  <inkml:trace contextRef="#ctx0" brushRef="#br6" timeOffset="-142065.14">9135 17456 267 0,'0'10'479'0,"0"2"88"16,-6-1 73-16,6-3-45 0,-8-2-86 15,2-1-84-15,6-1-74 0,-6-1-72 0,6-3-77 16,-7-3-50-16,7-1-51 0,0-4-37 15,0 1-27-15,0 0-14 0,0-5 6 16,0 2-19-16,7-2-4 0,-7 1-5 0,6 0-1 16,0 1-7-16,2 2 3 0,-2 1 5 15,0 0-1-15,1 3 3 0,6 1 4 16,-7-1 15-16,7 4 12 0,1 4 30 0,-8-1 29 16,8 4 36-16,-2 4 30 0,-5 4 18 15,6 3 14-15,0-3 1 0,-7 3-4 0,8 7-20 16,-2-2-22-16,2 2-19 0,-8 1-25 15,7-4-26-15,0 0-22 0,-6 0-21 16,5-4-13-16,2 4-19 0,-8-3-21 0,7-1-40 16,-6-3-56-16,-1 2-74 0,1-5-86 15,-1-5-94-15,0-3-79 0,2 0-53 0,-2-4-26 16,0-4 0-16,0 0 0 0,1 0-2 16,-7 4-25-16,0 0 9 0,0-11 39 15,7 0 53-15,-7-3 73 0</inkml:trace>
  <inkml:trace contextRef="#ctx0" brushRef="#br6" timeOffset="-141808.2">9500 17452 77 0,'0'-15'379'0,"0"5"80"0,0-5 84 0,0 4 29 16,0 4-12-16,0-5 16 15,-6 2 9-15,6 3 31 0,0-1 11 0,-7 4-25 0,0 4-49 16,1 0-83-16,-7 9-66 0,6-3-89 15,-6 13-75-15,1-1-57 0,-2 12-45 16,1 1-36-16,0 6-25 0,-6 1-31 0,5 2-38 16,2 3-56-16,-8 2-76 0,7-6-108 15,0 2-149-15,-6-4-173 0,5-4-164 0,8-8-147 16,-7-6-175-16,0-5-25 0,6-3 80 16,1-3 143-1,6-8 164-15,6-4 177 0</inkml:trace>
  <inkml:trace contextRef="#ctx0" brushRef="#br6" timeOffset="-141255.33">10582 17270 64 0,'0'7'522'0,"0"-4"171"0,0 1 158 0,0-1 130 15,0 1-63-15,0 0-87 0,-7-4-112 16,7 4-125-16,7-1-129 0,-7-3-117 16,6 4-100-16,0-1-75 0,7-3-61 0,-6 5-41 15,6-3-32-15,1-2-34 0,-2 0-41 16,-5 4-59-16,6-4-89 0,0 4-133 0,-1-4-137 15,-4-4-130-15,4 4-107 16,-12-6-67-16,7 1-45 0,-7 5-25 0,0 0 41 16,0 0 92-16,0 0 108 0,0 0 102 0</inkml:trace>
  <inkml:trace contextRef="#ctx0" brushRef="#br6" timeOffset="-141107.67">10666 17430 293 0,'-6'22'467'0,"-1"-8"91"0,7 1 73 0,-6 1-30 16,6-5-56-16,-6-4-52 0,6 0-44 15,6-3-49-15,-6-1-60 0,6 1-72 0,1-4-65 16,6 0-83-16,-7-4-126 0,7 4-158 16,1-3-171-16,-2-4-157 0,-5 3-219 15,6 1-116-15,0-6-3 0,0 6 80 0,6-4 124 16,1 0 136-16</inkml:trace>
  <inkml:trace contextRef="#ctx0" brushRef="#br6" timeOffset="-140348.08">11357 17065 290 0,'6'0'457'0,"-6"-4"89"0,7 4 79 0,-7-4-21 0,0 0-22 0,0 4-4 15,0 0 7-15,0-4 7 0,0 0-6 0,0 4-26 16,-7 0-48-16,7 4-64 0,-6 0-68 0,6 4-75 15,-7 3-72 1,1-4-61-16,-7 4-50 0,6 3-108 0,-5 2-14 0,-2 1 0 0,8-2 0 0,-7 3 0 16,0 0 0-1,0-3 0-15,-1 4 0 0,2 0 0 16,5 1 0-16,0-1 0 0,1-4 0 16,0-4 0-16,6-1 0 0,0-2 0 0,6-1 0 0,0 1 0 0,1-2 0 15,0-1 0 1,-1-2 0-16,7 1 0 0,0-4 0 0,0 0 0 15,0 0 0-15,6-4 0 0,-5 1 0 16,-1-2-29-16,0 5-98 0,0-2-66 0,0 2-75 0,-6 0-92 0,5 0-98 16,-12-4-99-1,7-4-74-15,0 5-36 0,-7-9 5 16,0 2 30-16,6-1 61 0,-6 3 76 0,0-2 71 0,6-1 61 0,-6 0 56 0,0-3 59 16,0 2 48-16,0 1 56 0,0-4 65 0,0 5 64 31,0-2 53-31,0 1 53 0,0 4 45 0,0-4 25 15,0 4 13-15,-6-4-2 0,6 3-7 0,0 2-12 16,0-3-5-16,0 2 13 0,0 4 21 0,0-4 30 16,0-1 38-16,0 4 52 0,-6 1 59 0,6-2 55 15,6 5 42-15,-6 5 28 0,0-5 7 0,0 7-31 16,6 1-44-16,-6-1-57 0,0 7-67 0,7 5-67 16,-7-1-55-16,6 4-44 0,-6 3-42 15,7 5-36-15,-7 2-19 0,0 6-15 16,7-1-15-16,-1-5-18 0,-6 5-27 0,6-1-44 15,-6-6-60-15,8 2-82 0,-8-9-96 16,0-1-103-16,6-4-94 0,-6-7-65 16,6-1-35-16,-6-10-2 0,6 0 26 15,1-6 17-15,0-2 9 0,-7-3 15 0,6 0 44 16,-6-7 58-16,7 0 62 0</inkml:trace>
  <inkml:trace contextRef="#ctx0" brushRef="#br6" timeOffset="-140030.3">11559 17137 80 0,'6'-11'399'0,"-6"5"92"0,0-3 96 0,0 2 30 0,0 4-21 0,-6-1-15 0,6 1-21 0,0 3-25 15,0 0-41-15,-6 3-52 0,6 4-69 0,0 0-70 16,0 5-64-16,0 2-56 0,0 5-43 0,0-1-34 16,0 3-22-16,0 6-9 0,6-2-12 15,0 5-18-15,1-5-3 0,-1-3-5 0,1-1-6 16,6 2-19-16,-7-9-3 0,8 2 6 15,-2-9-9-15,2-4-6 0,-1-3-1 16,-7-7-1-16,8-3 0 0,-2-9-4 0,-6 0 4 16,8-6 0-16,-8-1-3 0,1 1 3 15,-7-1 3-15,0-1-4 0,0 6-9 0,-7-4-13 16,1 3-11-16,0 0-33 0,-2 3-39 0,-4 5-42 16,-2 3-52-16,2 0-67 0,-8-1-85 0,13 6-81 15,1-2-78-15,-8 8-72 0,2-4-84 0,-1 4-98 16,0 0 2-16,-6 4 62 0,-1 0 89 0,6 0 102 15</inkml:trace>
  <inkml:trace contextRef="#ctx0" brushRef="#br6" timeOffset="-138737.02">8868 18219 158 0,'0'10'433'0,"-7"1"97"0,1 0 92 0,-1 0 22 16,0 1-36-16,7-6-23 0,-6 5-19 0,0-3-27 15,6-1-35-15,0-3-46 0,0 3-58 16,6-4-56-16,0-3-52 0,1 4-48 0,0 0-42 16,6-4-45-16,7-4-39 0,-2 4-37 15,2-4-26-15,7 4-21 0,-1 0-17 16,6-3-17-16,-6 3-24 0,1 0-45 15,-8 0-77-15,0 0-111 0,8 3-150 0,-8-3-154 16,0 0-128-16,1 0-94 0,-1 0-92 16,-5 0-39-16,5 0 68 0,-6 0 119 15,0-3 125-15,1-4 124 0</inkml:trace>
  <inkml:trace contextRef="#ctx0" brushRef="#br6" timeOffset="-138391.04">9370 18226 208 0,'0'0'433'0,"0"0"81"15,0 0 84-15,-7 0-5 0,7 0-31 16,-7-4-7-16,1 4 1 0,6-3-7 16,-6 3-28-16,6 0-59 0,0-4-79 0,-7 4-89 15,7-4-83-15,0 4-70 0,0 0-57 16,0-4-32-16,7 1-21 0,-7-2-13 16,6-2-10-16,0 5-2 0,1-6-4 0,0 4-1 15,-1-1 0-15,7 2 1 0,-6 3 0 16,6 0 0-16,-1 0 5 0,2 3 1 15,-2 6 5-15,8-1 6 0,-13 1 2 0,6 11 7 16,0-6 2-16,-7 8 4 0,8 0-4 16,-8-5-2-16,7 9 0 15,0-4-4-15,-6 5-3 0,5-6-13 0,-5 1-16 0,6 0-22 16,-7-3-40-16,8-2-55 0,-8 3-71 16,7-6-138-16,-7 1-116 0,8 2-99 15,-8-9-81-15,0-8-31 0,2-3-33 16,-2-5 5-16,0 1 16 0,-6-4 61 15,7-5 86-15,-1 2 69 0,-6-1 94 0</inkml:trace>
  <inkml:trace contextRef="#ctx0" brushRef="#br6" timeOffset="-138171.45">9702 18148 358 0,'0'-7'506'0,"0"0"125"0,-7 0 104 16,7 3 20-16,-6-4-17 0,-1 5-12 15,7 3-37 1,-12 0-65-16,4 7-83 0,2 1-99 0,-7 2-89 16,0 9-83-16,7 3-69 0,-7-1-54 0,-1 6-48 0,2 2-34 15,-2 0-41-15,2 0-49 0,-2 0-61 16,1 1-93-16,1-1-130 0,4 1-204 0,-4-5-190 16,6-3-195-16,6-7-166 15,-7-4-27-15,7-8 68 0,7 1 171 0,-1-8 186 16,0 1 215-16</inkml:trace>
  <inkml:trace contextRef="#ctx0" brushRef="#br6" timeOffset="-137695.58">10510 18123 178 0,'0'11'485'0,"0"-4"109"0,0 0 98 0,-7-2 18 16,7 1-80-16,0-2-93 0,0 0-98 16,7-1-90-16,-1 0-92 0,1 2-85 0,-1-1-73 15,7-4-68-15,1-4-75 0,-2 4-94 16,2-5-109-16,-2 2-108 0,1-4-106 16,1 3-124-16,-8 1-113 0,-6 3-10 15,0 0 59-15,0 0 81 0,0 0 95 0</inkml:trace>
  <inkml:trace contextRef="#ctx0" brushRef="#br6" timeOffset="-137504.95">10594 18335 296 0,'0'7'431'16,"0"-2"57"-16,0-3 39 0,0 3-70 16,0-5-91-16,0 3-75 0,7-3-57 15,-1 0-54-15,1-3-46 0,6 3-46 0,1 0-41 16,-2-5-32-16,1 5-43 0,0 0-49 15,6-2-65-15,-5 2-74 0,-1 0-93 16,6-5-138-16,-6 5-76 0,-6 0-7 0,-7 0 33 16,13-2 54-16</inkml:trace>
  <inkml:trace contextRef="#ctx0" brushRef="#br6" timeOffset="-137270.61">10972 18185 246 0,'0'0'487'0,"0"0"99"0,0 0 93 0,0 5-16 16,0-5-84-16,0 0-75 15,7 0-76-15,-7 2-73 0,13-2-74 0,-7 4-74 16,8-4-57-16,-2 0-53 0,2 0-34 16,5 0-38-16,-6-4-21 0,6 2-18 0,1-3-46 15,-7-2-67-15,1 2-91 0,4 2-95 16,-10-4-102-16,4 3-110 0,2-2-121 0,-8 1-60 15,1-2 23-15,-1 0 69 0,0 0 86 16,8-5 111-16</inkml:trace>
  <inkml:trace contextRef="#ctx0" brushRef="#br6" timeOffset="-137026.24">11331 17921 135 0,'6'-7'428'15,"1"-1"94"-15,-7 4 97 0,0-2 30 16,0 6-57-16,6 0-36 0,-6 6-47 0,0 3-54 16,7 1-68-16,-7 2-76 0,6 5-68 15,-6 2-71-15,7 3-51 0,-7 4-40 16,7-1-31-16,-7 4-30 0,6 5-20 0,-6-2-39 16,0 1-42-16,6-7-60 0,-6 4-66 15,0-8-75-15,7-1-83 16,-7-6-65-16,7-5-44 0,-7 2-30 0,6-8-38 0,-6-4-57 15,0 0 13-15,0 0 47 0,0 0 63 16,0-7 75-16</inkml:trace>
  <inkml:trace contextRef="#ctx0" brushRef="#br6" timeOffset="-136602.9">11480 17991 300 0,'0'-7'487'16,"0"-4"106"-16,7 7 93 0,-7-3 1 0,7 7-46 15,-7-4-30-15,0 8-42 0,-7-1-55 32,7 9-68-32,0-2-91 0,7 5-88 0,-7 3-79 0,0-3-63 0,6 4-49 15,-6 2-29-15,7-2-24 0,-7 2-1 0,6 1-8 16,0 0-5-16,2-3 0 0,-2-5-3 16,0 5 2-16,0-8-8 0,2 0-4 0,-2 0-2 15,0-7-5-15,7-1-2 0,-6-3-9 16,0-3-10-16,-1-5-12 0,0-3-17 15,0 1-27-15,-6-10-29 0,8 3-25 16,-8-6-23 0,6 1-9-16,-6 0-8 0,6 1 14 0,-6-4 17 0,0 2 23 0,0 0 30 0,7 2 29 31,-7-1 30-31,0 4 30 0,0 4 17 0,-7-1 20 0,7 3 36 0,0 5 37 31,0 4 37-31,0 3 23 0,7 3 28 0,-7 4 20 16,0 5-10-16,7 5-23 0,-7 6-25 15,6 2-29-15,1 4-30 0,-1 8-41 0,-6-1-51 16,6 5-88-16,2 0-173 0,-8 3-183 16,6-8-181-16,-6-4-205 0,0-2-137 15,6 0-22-15,-6-5 114 0,6-3 149 16,2-3 167-16</inkml:trace>
  <inkml:trace contextRef="#ctx0" brushRef="#br6" timeOffset="-135664.97">10138 18720 250 0,'0'7'408'0,"0"-7"80"0,0 4 51 0,-6 0-46 0,0-8-59 16,6 0-49 0,-8 4-48-16,2-7-51 0,6-1-47 0,0 1-33 0,0-4-22 0,6 4-21 15,-6-4-17 1,8 0-24-16,-8 3-17 0,6 2-9 0,0-2 2 0,7 5 3 0,-6-2 10 15,6 5 18-15,-7 0 5 0,14 8 0 16,-7 0-11-16,7-2-14 0,0 9-21 16,-2 0-24-1,2 3-15-15,0 4-18 0,-1 4-25 0,-5-3-38 0,5 6-58 0,-6-4-79 16,0 1-96 0,0-5-120-16,0-1-110 0,0-3-98 0,-6-5-82 0,-1-3-76 0,1 3 15 31,-1-8 77-31,-6-4 100 0,0 0 114 0</inkml:trace>
  <inkml:trace contextRef="#ctx0" brushRef="#br6" timeOffset="-135440.58">10510 18647 29 0,'0'-19'443'16,"6"9"101"-16,-6-2 87 0,-6 5 73 15,6 7-117 1,-13 0-149-16,7 7-112 0,-2 5-92 15,-4-2-74-15,-2 5-62 0,8-1-53 0,-7 5 5 0,0-1-6 0,0 4-12 32,7 1-20-32,-8 2-28 0,2-4-34 0,-2 9-40 15,1-8-46-15,7 3-51 0,-8-2-51 16,8-2-48-16,-6-1-40 0,5-11-34 16,0 3-37-16,7-4-50 0,0-5-24 0,0-3 23 15,0-3 43-15,0-1 58 0</inkml:trace>
  <inkml:trace contextRef="#ctx0" brushRef="#br6" timeOffset="-135220.39">10562 18655 37 0,'13'-4'424'15,"0"0"81"-15,0 4 71 0,-7 0 57 16,8 0-142-16,-2 4-117 0,2-4-84 0,-1 4-74 15,0-4-68-15,6 0-54 0,1 0-33 16,-7-4-27-16,6 0-47 0,1 0-51 0,-1 1-64 16,1-5-76-16,-7 4-90 0,0 2-112 15,-13 2-125-15,13 0-33 0,-13 0 16 16,0 0 51-16,6-6 69 0</inkml:trace>
  <inkml:trace contextRef="#ctx0" brushRef="#br6" timeOffset="-135029.41">10744 18776 68 0,'0'2'394'16,"0"-2"52"-16,0 0 49 0,0 0 14 15,7 0-150-15,-7 0-100 0,6 0-67 0,8 0-46 16,-8-2-48-16,7 2-34 0,0-4-29 16,0 0-31-16,7 0-41 0,-8-4-50 15,2 5-58-15,-2-1-84 0,8 4-125 0,-13 4-98 16,6-1-30-16,0 5 12 0,-7 0 42 15,8-4 73-15</inkml:trace>
  <inkml:trace contextRef="#ctx0" brushRef="#br6" timeOffset="-134791.23">11109 18536 341 0,'7'-3'515'15,"-1"0"107"-15,-6 3 98 0,7 0-45 16,-7 11-128-16,0 3-111 0,0 1-106 0,0 4-99 16,7-2-97-16,-7 3-84 0,6-3-16 15,0 5-20-15,0 0-17 0,-6 0-26 16,8 0-42 0,-2 0-53-16,0 1-70 0,-6-2-83 0,7 1-79 15,-7-7-70-15,7-1-65 0,-1-2-67 0,1-6-12 0,-7-2 42 0,6 0 68 31,-6-4 78-31</inkml:trace>
  <inkml:trace contextRef="#ctx0" brushRef="#br6" timeOffset="-134360.25">11246 18606 203 0,'0'-15'441'16,"0"5"93"-16,0-1 89 15,0 3-5-15,0 8-49 0,0 4-98 0,0 0-77 16,0 10-73-16,0-3-73 0,7 4-79 15,-1 1-77-15,-6 1-4 0,7 2-19 0,-1-1-19 16,1 0-16-16,6 0-11 0,-7 1-4 16,8-1-5-16,-8-3-5 0,7-5-6 15,-7-3-9-15,7 5 0 0,-6-8-2 0,-1 0-5 16,8-4-4-16,-8-4 2 0,0-4-2 16,1 0-10-16,0-5-9 0,-1-3-11 0,0 1-11 15,-6-6-12-15,7 3 0 0,-7-4 7 16,0-1 6-16,0 6 14 0,0-5 14 15,0 3 11-15,-7 4 8 0,7-3 7 16,0 7 6-16,-6 4 17 0,6 0 23 0,0 2 27 16,0 5 26-16,0 5 21 0,0-2 17 15,0 5 7-15,0 6-7 0,6 1-12 0,1 3-11 16,-7 3-18-16,6 6-9 0,1 2-13 16,0 0-15-16,-1 5-13 0,0-5-15 15,2 4-21-15,-2 0-35 0,0-1-59 16,0-1-48-16,1-6-59 0,0-3-72 0,-1-4-67 15,1-4-60-15,-1 1-31 0,8-8-30 0,-8 1-12 16,0-8-2-16,0 0-13 0,2-4-17 16,-2 0 30-16,0 1 49 0,1-8 54 15</inkml:trace>
  <inkml:trace contextRef="#ctx0" brushRef="#br6" timeOffset="-134025.83">11910 18460 143 0,'0'-7'448'0,"8"-1"88"0,-8 1 47 0,0 0 16 0,0 3-116 16,6 4-60-16,-6-4-36 0,0 4-15 0,0 0 21 15,0 4 8-15,0 0-11 0,0 3-24 16,0 0-33-16,-6 8-51 0,6-1-55 0,0 5-55 15,-8-1-51-15,2 7-42 0,6 1-28 16,-6 1-20-16,-1 2-16 0,7 0-10 16,-6 0-11-16,-1-3-20 0,1-1-32 0,6 1-50 15,-7-7-62-15,7 2-71 0,0-6-73 16,0-4-76-16,0-4-57 0,0 1-45 16,7-5-25-16,-7-3-4 0,6-3 8 0,1-1 28 15,-1-3 13-15,1-4 11 0,-1 4 12 16,0-8 40-16,2 3 50 0,4-2 53 15</inkml:trace>
  <inkml:trace contextRef="#ctx0" brushRef="#br6" timeOffset="-133902.59">12015 18618 131 0,'6'-12'365'15,"1"5"96"-15,-1 3 82 0,-6 0 22 16,7 4 4 0,-7 4-5-16,0 4-18 0,0-1-47 0,0 11-77 0,0 1-90 0,-7-1-89 15,7 8-94-15,-6 3-119 0,-1 0-150 16,1-2-194-1,6 2-209-15,-13 0-230 0,6-1-106 0,1-1-10 0,0-2 70 0,-1-10 145 16,7 0 187-16</inkml:trace>
  <inkml:trace contextRef="#ctx0" brushRef="#br6" timeOffset="-128960.14">3727 14367 114 0,'6'8'344'0,"0"-4"42"0,-6-4 36 0,7 4-55 0,-7-4-79 0,0 0-39 0,7 0-17 15,-1-4 1-15,-6 4 2 0,7-4 9 16,-1 4 6-16,-6-3 5 0,6-2 5 0,2 2 7 15,-8 0 6-15,6-1 3 0,-6 0 1 0,6-4-3 16,-6 1-6-16,0-1-7 16,0 2-14-16,0-2-14 0,0 1-20 0,0-1-21 0,0 1-24 0,0 0-24 15,0 4-23-15,-6-1-23 0,6 0-22 0,-6 0-17 16,-2 4-14-16,2 0-19 0,0 8-10 0,-1-1-5 16,1 5-6-1,-1 2-3-15,0 1-2 0,1 7 2 0,0 0 0 0,0 3-2 0,-8 0 2 0,8 2-1 16,-1-2-1-1,0 1-2-15,7-4 1 0,-6-3-2 0,6-2 0 16,-7-3-1-16,7-2-2 0,0-1-4 0,0-7-4 0,0-1-6 0,7 2-5 0,-7-5-6 16,6-8-5-16,1 0-3 0,6-3-7 0,-7-7-6 15,8-1-5 1,-8 1 0-16,7-3 1 0,-6 2 5 0,6-3 7 0,-7 4 7 0,0 3 10 0,2 0 6 16,-2 4 6-1,0 0 3-15,-6 4 1 0,0 0 4 0,6 7 2 0,-6 0 1 0,8 7 4 0,-8 4-1 31,6 7 4-31,0 1 4 0,1 6 0 0,-1 1-6 16,1 3-21-16,0 4-37 0,-1 0-67 0,6-6-93 16,-4 2-108-16,4-4-108 0,2-3-92 0,-8-4-63 15,7 1-27-15,1-9-26 0,-8-3-47 0,6-3 22 16,-12-4 61-16,0 0 77 0,8-7 79 0</inkml:trace>
  <inkml:trace contextRef="#ctx0" brushRef="#br6" timeOffset="-128740.58">3942 14096 290 0,'6'-7'467'0,"0"4"96"0,2 3 97 0,4 7-27 0,1 5-42 0,7 5-25 16,0 5-16-16,-1 7-24 0,7 5-34 0,-6 5-48 15,6 6-57-15,-7 6-60 0,-6 4-66 0,6 5-65 16,-11 1-61-16,4 1-60 0,-12-3-75 15,7 3-98-15,-14-3-130 0,1-1-164 0,-8-3-166 16,-5 0-154-16,0-7-156 0,-8-4-102 0,1-4 26 16,-6-3 106-16,-1-8 139 0,7 3 151 0</inkml:trace>
  <inkml:trace contextRef="#ctx0" brushRef="#br6" timeOffset="-126176.25">14484 1281 225 0,'7'-2'413'0,"0"-6"66"0,-7-3 63 0,6 3-55 0,-6 1-56 31,0 4-33-31,0 6-18 0,0 1-23 0,0 14-19 16,7 8-24-16,-7 8-36 0,6 9-37 0,-6 1-37 0,6 4-30 0,2 3-36 0,-8 3-36 0,6-2-27 31,-6 2-23-31,6-2-23 0,0 0-16 0,-6-8-25 16,8-1-36-16,-2-6-43 0,0-4-77 0,-6-4-88 16,7-7-96-16,-1-4-77 0,-6 1-56 15,7-7-56-15,0-6-50 0,-7-6-36 0,0 0 30 16,6-6 62-16,-6-9 67 0,12-4 88 0</inkml:trace>
  <inkml:trace contextRef="#ctx0" brushRef="#br6" timeOffset="-125731.29">14576 1552 63 0,'-7'-17'356'0,"7"3"50"16,-6-5 44-16,0-3-24 0,6 4-88 0,0-1-65 15,0 1-43-15,6-1-27 0,0-2-22 0,-6 6-15 16,13-3-9-16,-6-1-14 0,6 4-10 0,-1 5-13 15,8-2-15-15,-6 1-16 0,5 5-22 0,-6 1-13 16,6 5-2-16,-5 0-2 0,-1 7 6 0,-7 1 7 16,7 4 4-16,-6 2 13 0,-1 4 7 0,-6 5 10 15,0 2 4-15,-6 0-6 0,-1 5 3 0,1 7-7 16,-7 3 6-16,6-1-18 0,-6-5-7 0,0-1 2 16,0-8 0-16,0 2 3 0,0-10-11 0,7 2 10 15,-8-7 6-15,8-2-2 0,0-3-5 0,6-3-12 16,-8 0-12-16,8 0-11 0,0-4-16 0,8-4-11 15,-8 0-5-15,6 0-8 0,7 1-3 0,-6-5-2 16,6 4 3-16,-1 2-20 0,2-3 9 0,5 5 9 16,-6 0 3-16,0 5 3 0,7-3 0 0,-8 2 26 15,2 4-2-15,-1-1 8 16,0 4 11-16,0 0 18 0,-13 7 12 0,6 0 10 0,-6 1 1 0,-6-1-2 16,6 4-6-16,-7 0-16 0,-6 0-12 0,7-4-13 15,-1 1-8-15,-5-5-10 0,4 1-10 0,-4-4-9 16,5-1-9-16,-6 2-19 0,7-5-35 0,6 0-59 15,-7-2-79-15,1-5-102 0,6 0-104 0,-7-8-100 16,14 8-71-16,-1-4-43 0,1 4-44 0,6 0-52 16,0-4 33-16,-1-2 72 0,8-3 83 0,0 3 87 15</inkml:trace>
  <inkml:trace contextRef="#ctx0" brushRef="#br6" timeOffset="-125364.24">15202 2036 201 0,'6'8'422'0,"-6"-1"77"0,-6-3 75 0,6 0-15 0,-7-4-40 16,7 0-12-16,-7 4-1 0,1-4-3 0,-1 0-17 16,1 0-31-16,-1-4-52 0,7-4-66 0,-7-3-64 15,1-3-63-15,6-1-51 0,-6-8-46 0,6 2-32 16,0-4-21-16,0-2-11 0,0-2-5 0,0-4-1 16,0 4-2-1,0-1-4-15,0-2-3 0,0 3-5 0,6-1-3 0,0 5-8 0,-6-5-12 0,7 5-2 16,0 0-2-16,6 2 1 0,-7 0-2 0,8 2-2 31,-2-1 8-31,2 4-1 0,-2 0 0 0,1-1-6 16,1 4 0-16,-2 5 2 0,2 2-2 0,-2 1 0 0,2-1 0 0,-1 8 5 0,-7 0 9 15,7 4 9 1,-6 0 15-16,5 7 11 0,-4 0 12 0,4 7 7 0,-5 5 2 0,-1-2 0 0,1 4-6 0,-1 9-7 31,1-5-11-31,-1 8-9 0,0-4-8 0,-6-1-10 0,8 1-10 0,-2 1-17 0,-6-5-21 0,6 0-31 16,-6-4-52-16,7-2-68 0,-7-1-92 0,0-7-102 31,0-4-112-31,0-1-97 0,0-6-71 0,0 0-42 16,0 3-15-16,7-7-18 0,-7 0 1 15,0 0 58-15,0 0 84 0,0-11 91 0,0-3 98 16</inkml:trace>
  <inkml:trace contextRef="#ctx0" brushRef="#br6" timeOffset="-124716.48">15631 1465 284 0,'7'-7'426'0,"-7"-8"77"0,6 1 55 0,-6-1-8 0,0 1-33 0,0 2-10 0,7 9-2 15,-7 3-9-15,7 0-18 0,-7 0-43 0,6 0-36 16,0 3-44-16,-6-3-46 0,7 7-41 0,0-2-35 16,-1 1-37-16,-6 5-29 0,6 1-18 0,1 10-19 15,0-5-12-15,-1 9-12 0,1 3-9 0,-1 0-8 16,0 2-6-16,2 1-13 0,-8 1-4 0,6 0-7 16,0 0-21-16,0 1-38 0,1-5 0 0,0 0 0 15,-7-4 0-15,6-3 0 0,1 1 0 16,-1-5 0-16,1 1 0 0,0-9 0 0,-7 1 0 15,6-3 0-15,0-5 0 0,-6 1 0 16,6-4 0-16,-6 0 0 0,8-7 0 0,-2-1 0 0,-6-3 0 16,6 1 0-16,7-5 0 0,-13-4 0 0,14 1 0 0,-8-5 0 15,0-2 0-15,1 0 0 0,0-1 0 0,-1-7 0 16,0 0 0-16,8 0 0 16,-8 0 0-16,1-3 0 0,-1 2 0 0,0-3-17 0,-6 1-17 15,7 0 5-15,0-1 6 0,-7 0 2 0,6 4 6 16,0-1 4-16,-6 3 26 0,0 1-8 0,0 4-4 15,0 4 4-15,-6 1 5 0,6 5 6 0,-6 3-11 16,-1 1 20-16,7 4 11 0,-7 5-22 0,1 3-16 16,0 0 0-16,-1 7 0 0,1 1 0 0,-1 0 0 15,0 1 0-15,1 3 0 0,0 3 0 0,6 4 0 16,0-5 0-16,0 4 0 0,0 0 0 0,0-3 0 16,6-1 0-16,0 5 0 0,1-5 0 0,6-2 0 15,0 2 0-15,0-2 0 16,0-2 0-16,7 1 0 0,-7 0 0 0,7-4 0 0,-2 4 0 0,2-3 0 15,-6-5 0-15,5 1 0 0,1-4 0 0,-8 0 0 16,2 0 0-16,-1 0-46 0,-7 4-254 0,1-4-102 16,6 0-114-16,-7 0-119 15,0-4-91-15,2 0-58 0,-2 8-46 0,0 4-62 0,-6-8 49 0,0 0 103 16,0 0 115-16,13 0 112 0</inkml:trace>
  <inkml:trace contextRef="#ctx0" brushRef="#br6" timeOffset="-124332.24">16771 1535 22 0,'0'3'481'0,"0"-10"155"0,0 3 147 0,0 0 145 0,0 4-28 0,0 0-55 31,0 0-74-31,0 0-99 0,0-2-109 0,0 2-116 15,7-5-116-15,0 2-94 0,5 3-69 0,-4-4-54 16,4 4-38-16,1-3-30 0,-6-1-25 0,12 0-22 16,-5 0-37-16,-2 4-45 0,2-3-57 0,-8 3-81 15,7 3-109-15,-7-3-115 0,8 0-112 0,-14 0-89 16,6-3-63-16,0 6-21 0,-6 9-7 0,8-2-14 16,-8 1 38-16,0-11 80 0,0 0 90 0,0 0 90 15</inkml:trace>
  <inkml:trace contextRef="#ctx0" brushRef="#br6" timeOffset="-124157.74">16870 1659 144 0,'-8'8'410'0,"8"-4"87"0,-6-2 87 0,0-4 13 16,-1 2-29-16,7-4-11 0,-6 8-6 0,6-2-6 15,6 3-17-15,-6-2-33 0,7-3-53 0,-1 0-64 16,8 0-66-16,-8-3-60 0,7-2-69 0,-6 5-62 16,5-2-54-16,-5 2-63 0,6-4-69 0,0 4-88 15,1-4-111-15,-2 0-129 0,1 1-141 0,0 3-110 16,0 7-87-16,1 3-105 0,-8 2-34 0,0-1 56 15,8-4 105-15,-8 0 120 0,7-7 123 0</inkml:trace>
  <inkml:trace contextRef="#ctx0" brushRef="#br6" timeOffset="-123858.24">17606 1271 14 0,'0'-11'383'0,"6"0"86"0,-6-3 73 15,0-1 39-15,0 1-59 0,0 2-43 0,0 5-29 16,0 7-20-16,6 7-11 0,-6 5-18 0,0 5-29 16,8 2-35-16,-8-1-39 0,6 7-40 0,-6 0-46 15,6 2-39-15,-6 6-41 0,7-1-38 0,-1 5-32 16,1 1-26-16,-7-2-25 0,0-3-38 0,0 4-48 15,6-5-66-15,-6-5-91 0,7-2-104 0,-14-7-102 16,7-3-83-16,0 4-64 0,-6-5-42 0,6 1-41 16,0-5-32-16,0-10 38 0,0 0 68 0,0 0 85 15,0-14 95-15</inkml:trace>
  <inkml:trace contextRef="#ctx0" brushRef="#br6" timeOffset="-123443.15">17749 1366 310 0,'7'-10'486'16,"-1"-5"111"-16,-6 1 108 0,6 2-6 0,-6 5-22 16,0 7-17-1,0 2-30-15,8-2-51 0,-8 5-72 0,6 2-87 0,-6 1-87 0,6-1-78 0,-6 3-67 16,6 6-54-16,1-2-39 0,-7 1-32 0,7 3-23 16,-1 1-20-1,1 3-12-15,-7-5-7 0,6 6-4 0,0-5-7 0,2 0-10 0,4-3-12 0,-6 0-13 16,2-5-12-16,-2-2-13 0,0 3-10 0,1-3-8 15,-1-4-3-15,1-4 0 0,0 0-9 0,-1-4-11 16,0-4-3 0,2 1-6-16,-2-5-11 0,6-3-9 15,-5 1-1-15,-7-3 4 0,7 2 7 0,-1-4 12 16,1 0 20-16,-7-1 24 0,6 1 21 0,0-4 19 16,2 2 23-16,-2 2 12 0,0 0 18 0,0 2 18 15,2 2 16-15,-8 1 28 0,0 2 28 0,0 2 40 0,6-2 35 0,-6 9 36 0,0-1 33 16,0 4 13-1,0 4 0-15,0 3-18 0,0 3-30 0,0 5-35 0,0 11-37 0,0-1-32 0,0 9-30 16,6 2-21-16,-6 5-20 16,0-1-15-16,0 4-19 0,0 0-30 15,0 0-45-15,7-3-61 0,-7 2-104 0,6-6-128 0,-6 0-138 0,7-4-137 0,0-8-104 16,-7-4-80-16,6 2-73 0,-6-4-16 0,0-5 70 16,0-14 119-16,0 0 121 0,0 0 127 0</inkml:trace>
  <inkml:trace contextRef="#ctx0" brushRef="#br6" timeOffset="-122385.02">13859 1414 256 0,'0'-8'390'0,"0"2"54"0,0-2 19 0,0 1-67 16,0-1-67-16,0 1-51 0,0 0-39 0,0 3-33 16,0 1-19-16,0 3-19 0,0 3-21 0,0 1-13 15,0 6-10-15,7 2-3 0,-7 3-8 0,0 2-9 16,0 2 2-16,0 7 3 0,0 3 0 0,0 3-2 15,0 2-3-15,0 3 0 0,6-1-2 0,-6 5-9 16,0-2-16-16,0-5-7 0,6-5-5 0,-6-4-12 16,7-2-17-16,-7-6-12 0,0-5 4 0,0-1-3 15,7-5 1-15,-7 3 6 0,0-6 2 0,0-3 3 16,0-3-5-16,6-2-5 0,-6-2-9 0,0 0-9 16,0-4-6-16,0-4-1 0,0-3-1 0,0-1-1 15,7 2 3 1,-7-5 4-16,6-4-3 0,-6 0-8 0,0 1-3 15,0-1-13-15,6 1-5 0,-6-1-4 0,0 4 0 16,7 0 8-16,-7 0 0 0,7 3 15 0,-1 5 7 0,-6 3 0 0,6 4 3 0,-6 0-3 16,0 3 4-1,8 4-1-15,-2 0-4 0,0 4 4 0,-6 3 7 0,7 3 4 16,-7 5 1-16,6-1 4 0,1 5 16 0,-7 3-12 0,6 0 0 0,1 4-3 16,5-1-6-16,-4 5-10 0,-8-9-36 0,6 1-35 15,0-7-62-15,1 0-72 0,0-4-89 0,-1 0-84 31,1 4-72-31,-1 0-46 0,-6-5-56 0,6 1-82 16,-6-11 4-16,0 0 46 0,0 0 66 0,7-11 76 0</inkml:trace>
  <inkml:trace contextRef="#ctx0" brushRef="#br6" timeOffset="-122050.52">14399 849 150 0,'0'-14'387'0,"8"-1"62"0,-8-3 54 0,6 4-35 0,-6-1-113 16,0 1-72-16,-6 2-50 0,6 5-30 0,-8 7 29 0,8 0 5 15,-6 7 28-15,-6 7 19 0,12 13-1 0,-14 5-9 16,8 13-65-16,-1-1-47 0,-6-1-36 0,0 8-36 15,1 5-22-15,-2 2-26 0,1 5-13 0,0 6-7 16,0 4-6-16,0 7-7 0,6-2-2 0,1 6 2 16,6-4-4-16,0-3-11 0,0 0-5 0,6-4-19 15,8-6-36-15,-2-2-52 0,8-5-67 0,-1-5-69 16,1-4-73-16,6-4-62 0,1-4-46 16,-1-5-46-16,-1-5-80 0,1 0-33 0,0-7 19 15,1-9 50-15,5-2 66 0,1-3 90 0</inkml:trace>
  <inkml:trace contextRef="#ctx0" brushRef="#br6" timeOffset="-121486.2">16459 938 273 0,'0'-22'481'0,"-7"-4"113"0,1-4 117 0,0 5-38 0,6 3-52 0,-8 11 1 0,8 7-20 0,-6 4-45 0,6 4-56 0,6 3-19 0,-6 4-40 15,8 8-72-15,-2 2-48 0,0 9-31 0,7 10-32 16,1 8-32 0,-2 6-64-16,-4 16-163 0,4 8 0 0,1 9 0 15,-6 9 0-15,-1 6 0 0,-6 4 0 0,0 1 0 0,-6-5 0 0,-8 1 0 0,2-4-171 31,-8-4-409-31,-6-3-203 0,-1-5-177 0,-5-6-189 16,-7-8-34-16,0-11 95 0,0-3 169 0,0-11 202 16,6-8 196-16</inkml:trace>
  <inkml:trace contextRef="#ctx0" brushRef="#br6" timeOffset="-118019.77">13136 3004 52 0,'0'-4'344'0,"6"-4"53"16,-6 1 46-16,0-1-9 0,7 2-73 0,-14 2-37 15,7 0-25-15,0 1-25 16,0 3-9-16,0 0-22 0,0 0-24 0,0 3-31 0,0 5-27 16,0 6-15-16,0 1-29 0,0 6-20 0,0 6-16 15,7 6-11-15,-7 3-10 0,0 9-6 0,6-2-1 0,-6 5-3 16,0 3-3-1,7 0-5-15,-7 1-3 0,0 0-6 0,7-9-7 0,-7 1-6 0,6-8-6 16,-6-6-2-16,0-1-7 16,6-7 3-16,-6-7 4 0,0-1 9 0,0-3 11 0,6-7 1 15,-6-1 3-15,0 1 6 0,0-8-6 0,-6 1-8 16,6-1-17-16,0-7-2 16,0 0 1-16,-6-3-10 0,6-1 0 15,0-3-1-15,-6 0 2 0,6-5-4 0,6 5-6 16,-6-4 0-16,0 0 1 0,6 0 0 0,-6 4 33 15,6 0-6-15,2 0-6 0,-2 2-1 0,0 7-8 0,1-3-1 0,0 4-33 16,-1 5 9-16,7 3 11 0,-7 0 5 0,1 6 5 16,0 3 0-1,-7 1 8-15,0 5 1 0,0 0-13 0,0 3 11 16,-7 4 0-16,0 0 8 0,7 4-11 0,-6-1-8 16,-7-3 14-16,7-1-14 0,-1 2 0 0,0-4-3 15,1-1-20-15,6-4-38 0,-6-3-51 16,6-4-65-16,-8 1-77 0,8-8-88 0,-6 0-63 0,6-8-45 15,0 1-76-15,0-7-78 0,0-5-1 16,6 1 45-16,-6-8 66 0,8 5 77 16</inkml:trace>
  <inkml:trace contextRef="#ctx0" brushRef="#br6" timeOffset="-117804.99">13422 2900 370 0,'7'-6'466'0,"6"2"83"0,-7 4 79 0,1 4-67 0,-1 2-45 16,8 10-35-16,-8 2-28 0,8 11-35 0,-2 8-44 16,-6 11-38-16,8 2-42 0,-8 14-32 0,7-2-40 15,-13 6-37 1,6 7-41-16,-12 5-55 0,0-3-87 0,-7 0-123 0,-1-4-165 0,-4 0-168 0,-9-7-161 16,1-4-189-16,-6-3-112 0,-1-8 9 15,-7-3 102-15,8-7 135 0,-7-5 143 0</inkml:trace>
  <inkml:trace contextRef="#ctx0" brushRef="#br1" timeOffset="-49456.47">14231 2989 335 0,'0'-4'400'0,"6"4"50"0,-6 0 9 0,0 0-80 0,0 4-50 15,0 3-30-15,0 1-13 0,0 7-11 0,0 3-5 16,0 7-2-16,0 5-17 0,6 3-24 0,-6 4-28 15,7 3-21-15,0 4-34 0,-1 2-37 16,-6 7-26-16,6-10-22 0,1 5-16 0,0-8-25 16,-7 1-13-16,6-5-23 0,-6 0-49 0,7-7-61 15,-7-2-79-15,0-9-86 0,0-3-90 16,6-4-71-16,-6-8-69 0,0-3-96 0,0 0-5 0,0 0 46 16,-6-11 70-16,6-3 76 0</inkml:trace>
  <inkml:trace contextRef="#ctx0" brushRef="#br1" timeOffset="-49267.39">14146 3418 106 0,'0'-15'373'0,"0"4"59"0,-7 0 53 16,7 4-20-16,0 0-62 0,0 7-50 0,0-8-26 15,7 8-19-15,-1-4-19 0,0 1-16 16,2-1-34-16,4 1-33 0,8-1-40 0,-1-3-35 16,1-1-31-16,0 1-38 15,6-3-36-15,-1 2-31 0,1-4-52 0,-6 1-65 16,7 0-80-16,-1 0-76 0,-7 1-71 15,1-2-56-15,-8-3-37 0,-6 5-43 0,8-1-49 0,-8 1 11 0,1-2 43 16,0-2 54-16,-7-2 70 16</inkml:trace>
  <inkml:trace contextRef="#ctx0" brushRef="#br1" timeOffset="-49061.54">14484 2982 274 0,'0'-5'383'0,"0"-1"50"0,0 6 18 0,0 0-35 15,0 4-34-15,7 3-13 0,-7 3-3 0,0 5-5 16,0 3-21-16,7 5-43 0,-7 2-60 15,0 5-57-15,0-1-50 16,6 8-45-16,-6-1-30 0,7 5-23 0,-7-1-8 0,6-3-34 0,-6-1-43 16,6 1-58-16,2-3-70 0,-8-9-68 15,6 4-62-15,0-8-38 16,0-2-17-16,2-4 3 0,-2-1 13 0,0-3 0 16,1-4-14-16,6-3-23 0,-13-4-4 0,0 0 20 15,7 0 37-15</inkml:trace>
  <inkml:trace contextRef="#ctx0" brushRef="#br1" timeOffset="-37871.75">14895 3388 284 0,'7'4'320'0,"-1"-4"21"0,0 0-37 0,2 0-66 0,-2-4-56 31,0 0-31-31,0 1-18 0,-6-1-10 16,7-3-6-16,-7 4-6 0,7-5-4 0,-7 1-1 0,0 0 2 0,0 0-2 0,0-1 7 0,0 1 2 31,0-1 0-31,-7 2-5 0,0 1 1 16,1 2 0-16,0-1-5 0,0 4-9 0,-14 4-7 15,13-1-3-15,-13 2-11 0,8 5-16 16,-2-3-15-16,2 8-6 0,5-1-10 0,-6 1-12 0,0 3-3 16,0 1 2-16,6 4 3 0,-5-2 3 0,4-4 8 15,2 6 8-15,6-5 8 0,-6 1 2 16,6-1 2-16,0-4-2 0,0 6-3 0,0-3-8 16,6-2-3-16,0-1-2 0,2-6-1 0,-2-1 2 15,7-3-3-15,-7 0-1 0,7-8-8 0,0 0-4 16,1 1-11-16,-2-9-16 0,8 2-19 0,-14-1-20 15,7-5-21-15,1 2-30 0,-2-4-21 16,-4 0-12-16,-8-4-4 0,6 3 1 0,0 5 12 16,-6-4 24-16,6 3 23 0,-6 3 19 15,0 3 35-15,0-3 11 0,0 7 4 0,0 2 2 16,0 3 3-16,0 0 9 0,7 8-6 0,-7-1 12 16,7 4 14-16,-7 0 14 0,6 4 4 15,-6 3-4-15,7 0-5 0,-1 4-2 0,-6-3-10 16,6-1-15-16,2 0-13 0,-2-4-29 0,0 2-51 15,1-5-58-15,0-1-54 0,-1-2-48 0,0-4-44 16,1-4-46-16,-7 0-44 0,0 0-60 16,0 0-6-16,0-12 22 0,0-2 35 0,0 3 65 15</inkml:trace>
  <inkml:trace contextRef="#ctx0" brushRef="#br1" timeOffset="-37088.28">15064 3330 159 0,'7'11'363'0,"-7"0"45"0,7 7 37 0,-1 4-58 0,-6-1-84 16,6 5-58-16,1 3-39 0,0 1-34 0,-1 0-30 16,1-5-32-16,-1 4-30 0,0-2-25 0,2-2-20 15,-2-7-5-15,-6 0-11 0,6 1-10 16,0-5-2-16,-6-7-7 0,0 1 4 0,0-1-3 16,0-7 5-16,0 0 9 0,0-3-6 0,0-1 3 15,0-7-3-15,-6 0-2 0,6 0-6 0,0-4-15 16,0-3-1-16,0 0-12 0,0-4-9 0,0-1-15 15,0 2-9-15,0-1-4 0,6 0-2 16,-6 0 4-16,0 0 8 0,7 1 11 0,0 5 12 16,-1 3 12-16,1 1 17 0,-7 1 14 0,6 7 14 15,1 0 15-15,0 1 16 0,-1 6 20 0,0 1 14 16,0 3 14-16,2 5 13 0,4 2 15 0,-5 1 1 16,-1 0-4-16,1-1-14 0,0 4-14 0,-1-3-24 15,0 3-29-15,1-3-17 0,0-1-23 16,5 1-15-16,-5-3-24 0,-7-6-25 0,7 2-24 15,-1-4-31-15,1-4-28 0,-1 0-24 0,-6-8-12 16,0 0-9-16,6-1 0 0,1-3 9 0,-7-3 15 16,0 1 15-16,0-5 15 0,7 1 13 0,-7 0 14 15,0 0 9-15,0-1 12 0,0 2 14 16,0 5 19-16,0-3 22 0,0 4 21 0,0 3 24 16,0 1 23-16,0 7 31 0,0 0 27 0,0 7 26 15,0 1 24-15,0 7 19 0,0 3 9 16,0 0-1-16,6 5-9 0,-6 2-15 0,6 1-19 15,2-1-17-15,-8-3-21 0,12 3-18 0,-5-2-20 16,-1-1-15-16,1-4-14 0,6-3-9 0,-7-1-6 16,0-3-7-16,8-3-2 0,-8-1-3 0,1-4-4 15,6-3-11-15,-7-3-18 0,1-4-20 0,-1-4-22 16,1-4-23-16,0 1-23 0,-7-5-15 16,6-4-4-16,-6 2-2 0,6-1 4 0,-6-3 10 15,0-1 14-15,0 0 12 0,0 1 15 0,0-1 19 16,0 1 17-16,0 2 15 0,0 1 21 0,0 4 25 15,-6 4 24 1,6-1 27-16,0 8 24 0,0 3 28 0,0 0 27 16,0 8 21-16,0 0 23 0,6 7 17 15,-6 3 14-15,8 5 8 0,-8 6 4 0,6 5 3 16,0 3 4-16,1 3 1 0,-1 1 3 0,1 6-3 16,-1 2-11-16,1-1-21 0,-1-1-40 15,0 1-36-15,-6 0-37 0,8 0-33 0,-8-4-30 16,0-3-16-16,0-4-4 0,0-4-6 0,-8 1-3 15,2-9-4-15,0-1-1 0,-7-2-21 0,6-11-15 16,-6 0-24-16,1-3-41 0,-2-4-44 16,8-4-53-16,-8-3-39 0,1-4-63 0,7-7-53 15,0-1-38-15,-1 1-27 0,0-7-16 0,7-1-33 16,0-3-46-16,0 2-19 0,7-2 25 0,-7 4 46 0,7-5 57 0</inkml:trace>
  <inkml:trace contextRef="#ctx0" brushRef="#br1" timeOffset="-36774.24">15834 3341 71 0,'6'-18'364'0,"7"-1"71"0,-7 7 76 0,-6 2 21 0,7 3-18 0,-7-1-10 0,-7 8 13 0,7 0 15 0,0 5 9 0,-6 1-7 0,-7 5-26 16,7 4-40-16,-2 7-53 0,2 4-65 0,-6 3-66 31,5 3-76-31,-6 2-70 0,6-1-47 0,-6 0-34 16,13-4-23-16,-7 0-16 0,7-3-8 0,-6-7 2 0,6-1-2 0,6-7 0 0,-6-1 3 15,7-5 1 1,-7 2 2-16,7-7-3 0,6-4-1 0,-7-4-1 16,8-6-3-16,-8-1-5 0,6-6-4 15,2-2-3-15,-1 1-10 0,-7 1-6 0,8-1-8 16,-8 7-5-16,7 1-4 0,-6 6-5 0,-1 1 5 16,0 2 1-16,1 5 6 0,0 8 1 15,-7 0-7-15,0 6-30 0,6 1-67 0,1 6-110 16,-7-2-147-16,6 3-161 0,-6-8-146 0,13 6-127 0,-13-5-132 0,7-1 2 0,-1-3 95 31,-6 0 136-31,0-1 142 0,6-2 158 0</inkml:trace>
  <inkml:trace contextRef="#ctx0" brushRef="#br1" timeOffset="-34043.04">16843 3194 133 0,'7'-11'377'0,"5"4"59"0,-12 0 54 0,0 0-40 0,0 2-92 16,0 2-72-16,-6 3-61 0,-7 3-53 0,7 2-49 16,-1 4-43-16,-6 3-36 0,7 3-18 15,-8 4-11-15,8 2-6 0,0-3-6 0,-1 8-3 16,7-4 2-16,0 4 0 16,7-4-2-16,-1 3 1 0,0 1 0 15,8 1 0-15,-1-6-1 0,0 1-1 0,6 0 0 0,-5-4 0 0,5 3 9 16,0-5 25-16,1 2 2 15,-1-6 2-15,-5 1-1 0,-8-5 3 0,7 3-7 0,-13-5-21 0,7 2 1 16,-7-4-1-16,-7 4-1 16,1-1 0-16,-7-3-1 0,-1 2 2 0,2-1-5 15,-8-5-6-15,7 0-16 0,-7 0-26 16,8 0-31-16,-8-5-42 0,7 2-33 0,6 0-34 0,-6-5-25 0,7 1-13 16,0-1-9-16,6 0-23 0,-8-1-40 15,8-3-52-15,0-5-23 16,8 1 3-16,-2-2 21 0,0 0 49 0</inkml:trace>
  <inkml:trace contextRef="#ctx0" brushRef="#br1" timeOffset="-33824.24">16980 3278 140 0,'13'-6'323'0,"0"1"32"15,1 5 18-15,-8 5-58 0,7 5-77 0,-6 0-42 16,5 10-27-16,-5 2-13 0,6-1-11 16,-6 8-15-16,5-3-13 15,2 3-14-15,-2 0-12 0,2-2-16 0,-8-9-12 16,13 0-6-16,-5-3 0 0,-2-4 5 0,2-4 11 15,-1-7 6-15,0 0-1 0,6-7-7 0,-5-8-14 16,-2-3-16-16,-5-4-18 0,6-4-9 0,-6-7-5 0,-1 0-22 16,0 4-27-16,1-4-42 0,-7 0-53 0,0 0-55 15,0 4-57-15,-7 0-43 0,7 3-58 0,-6-1-69 16,0 7-32-16,6 1 10 16,-7 4 32-16,0 1 45 0</inkml:trace>
  <inkml:trace contextRef="#ctx0" brushRef="#br1" timeOffset="-33624.11">17319 2989 205 0,'7'-4'360'0,"-1"1"50"0,0-2 21 0,8 5-35 16,-14 5-49-16,6-2-24 0,1 4-15 15,-7 5-8 1,6 3-12-16,0 3-24 0,-6 7-38 0,7 1-35 0,-7 7-43 16,7 3-38-16,-7 5-35 0,6 3-31 0,0 0-17 0,2 4-15 15,-2-1-5-15,7 2-38 16,-7-11-61-16,8 3-84 0,-2-4-82 0,2-8-80 0,-2-3-71 0,2-9-59 15,-1-1-61-15,-1-5-13 16,2-7 33-16,-14-4 51 0,12-4 59 0</inkml:trace>
  <inkml:trace contextRef="#ctx0" brushRef="#br1" timeOffset="-33155.18">17626 3272 333 0,'-8'-19'504'0,"8"4"100"0,-12 4 100 15,-1 3-39 1,-7 8-45-16,7 5-63 0,-6 2-65 0,5 0-71 0,2 8-73 0,-8 4-80 15,7-2-85 1,-1 6-56-16,8-1-41 0,0 3-27 0,0-3-23 0,6 4-14 0,0-3-6 0,0-2-7 16,0-4-6-1,6 3 0-15,6-3-2 0,2-2 0 0,-1-4-3 16,0 0 2-16,6-7 1 0,1-4-1 16,0-4 2-16,6-4 2 0,-7-2 0 0,7-9-4 0,0 2-1 0,-6-5-12 0,-1-1-19 15,1-2-20 1,-7-1-6-16,0 1 1 0,0-1 0 0,-7 4 11 15,2-5 16-15,-8 10 22 0,0-2 8 16,-8 5 19-16,8-1 15 0,-6 7 7 0,0 6 6 16,-1 4 1-16,-6 3 4 0,6 5-6 0,-5 2-7 15,-2 5-5-15,2 2 3 0,5 3-2 0,-6 0-4 0,6 4-6 0,1-4-6 0,-1 0-4 32,7-5-6-32,-6 2-2 0,6-4-3 0,0-3 4 15,0-3 10-15,0-1 15 0,6-8 12 0,1 4 9 16,-1-8 5-16,1 1-4 0,-1-4-6 15,8-8-14-15,-8 3-12 0,7-5-9 0,-6 2-7 16,-1-4-6-16,7 1-1 0,-7 7-3 0,1-3-2 0,0 7-3 0,-1-1-5 0,0 4 4 0,-6 4-5 31,8 4-2-31,4 4 7 0,-6 2 2 0,-6 9 3 16,7-2-3-16,0 2-32 0,-1 3-54 0,1 0-96 16,5-3-108-16,-4-5-109 0,4 1-100 15,-6-5-61-15,8 2-33 0,-1-9-7 0,0-3-14 16,0-3-11-16,-7-5 42 0,2-6 62 15,4-5 72-15,-6-2 87 0</inkml:trace>
  <inkml:trace contextRef="#ctx0" brushRef="#br1" timeOffset="-32736.95">18127 2960 8 0,'6'-14'387'0,"1"2"89"0,0 1 80 0,-1 7 45 0,-6 1-78 0,0-1-71 0,0 8-58 0,0-1-48 16,0 9-47-16,6-2-38 0,-6 9-38 0,7 3-37 15,-7 0-27-15,7 7-37 0,6 0-29 0,-7 5-23 16,1-2-21-16,6 5-13 0,-7 0-15 16,8 3-1-16,-8-4-6 0,7 5-8 0,-7-5-4 15,7-3 3-15,-6 1-2 0,-1-5-1 0,1 0 7 16,0-7 0-16,-1 0 0 0,0-7-2 16,-6-1 15-16,0-7 17 0,7-3 11 0,-7 0 6 15,0-8 5-15,0-3 0 0,0-4-13 0,0-7-20 16,0-5-15-16,0 2-10 0,0-8-5 0,0-1-2 15,7 1-4-15,-7 0-2 0,6 0-6 0,7 0-6 16,-7 2-11-16,8 5-7 0,-2 0-6 0,2 3-1 16,-1 9 7-16,0-1 9 15,0 4 9-15,-1 7 7 0,2 0 9 0,-1 3 4 16,-6 8 5-16,-1 1 2 0,0 2 4 0,1 1 5 0,-7 2 17 16,-7 6-7-16,1-5-13 0,0 4-2 15,-1 0-6-15,0-3-3 0,-5 2-24 0,4-6-4 16,-4 0-24-16,-1-3-43 0,0-3-52 0,0-5-61 15,-1 4-58-15,2-4-58 0,5-4-37 16,0 0-26-16,1-4-9 0,6 0-5 0,-7-4-22 16,7 8-36-16,7-9-19 0,-7-8 21 0,0 3 41 15,13-1 54-15</inkml:trace>
  <inkml:trace contextRef="#ctx0" brushRef="#br1" timeOffset="-32171.64">18531 3132 108 0,'7'-7'398'0,"-1"3"80"0,-6 0 70 15,0 4 3-15,0 4-54 0,0 0-56 0,-6-1-43 16,6 8-45-16,-7 4-43 0,0 2-50 0,1 3-66 16,6 6-48-16,-6-1-41 0,-1 8-36 0,7-4-27 15,-7 5-19-15,7-5-8 0,0 3 1 0,0-6-9 16,7 0-5-16,0-9 1 16,-7 3-2-16,6-6 2 0,0-3-3 0,1-7 8 15,0-1 4-15,-1-3 4 0,7-7 1 0,-6-4-7 0,6-3-3 16,-7-6-4-16,0 3-8 0,2-4-6 15,-2-6-5-15,0 5-9 0,-6 0-2 0,6 4-3 16,1 0 11-16,-7 4 0 0,0-3 0 16,0 11 7-16,0 2 0 0,0 0 7 15,-7 8-2-15,7 3 0 0,-6 5 2 0,6 2 2 16,0 5 6-16,0 2-7 0,0-2-15 0,0-1-35 16,6 0-44-16,-6 2-46 0,7-11-55 0,0 3-41 15,-1-1-25-15,1-7-1 0,-1-2 11 0,8-2 21 0,-2-2 26 16,2-5 23-16,-2-5 20 0,1-3 24 15,1-4 23-15,-2 2 21 0,2-5 24 16,5 0 21-16,-6-4 19 0,0 1 14 0,0-1 19 16,0 0 23-16,-7 4 23 0,2 0 32 15,-2 5 39-15,-6-2 48 0,0 4 49 0,0 7 41 16,0 1 26-16,-6 3 10 0,-2 1 10 0,2 10-6 16,0 5-28-16,-8 6-33 0,8-4-35 15,0 5-35-15,-1-2-37 0,7 6-41 0,-6-2-10 16,6 5-5-16,0 0-1 0,6 0 7 0,1 0 37 15,-1 3-9-15,7-7-24 0,0 3-18 0,1-6-12 16,-2 3-14-16,1-4-44 0,-6 0 3 0,6 1 5 16,-7-5 2-16,0-3-2 0,2 0 3 15,-8-4 3-15,6 0 2 0,-12-3-1 0,6 0-2 16,-8 0 2-16,-4-4-21 0,-1-4-60 16,0 0-82-16,0-2-103 0,-1-6-108 0,2 1-107 15,5-3-82-15,-6-2-65 0,0-1-87 0,7-5 10 0,-1 3 61 16,0-6 80-16,7 4 86 0</inkml:trace>
  <inkml:trace contextRef="#ctx0" brushRef="#br1" timeOffset="-31969.6">19013 2967 271 0,'13'0'448'0,"0"4"72"0,-7 2 74 0,2 6-57 0,-2 3-73 15,0 2-73-15,1 6-71 0,-1 2-60 0,1 9-67 16,-1-2-66-16,1 9-53 0,-1 0-30 15,8-2-20-15,-2 2-13 0,2 0-29 0,-2-2-48 16,1-3-58-16,1-2-59 0,-8-5-49 0,8-3-49 16,-8-4-28-16,0-4-1 0,0-3-1 15,-6-1-18-15,7-5-32 0,-7-9-38 0,0 0-3 0,0 0 19 16,-13-5 45-16</inkml:trace>
  <inkml:trace contextRef="#ctx0" brushRef="#br1" timeOffset="-31817.25">19150 3432 30 0,'0'-19'332'0,"-6"-2"57"16,6 6 47-16,0-3-18 15,0 0-64-15,6 3-64 0,-6 1-47 0,6-1-36 16,7-4-33-16,1 1-31 0,-2 0-34 16,8-5-29-16,0 6-23 0,-1-2-18 0,1-2-13 15,0 5-12-15,-1-2-17 0,1 0-31 0,-8 6-40 0,2 2-46 16,-2 3-50-16,2-1-55 0,-8 4-50 16,1-3-50-16,-1 7-46 0,-6 0-41 15,0 0 0-15,0 0 30 0,0 0 45 0</inkml:trace>
  <inkml:trace contextRef="#ctx0" brushRef="#br1" timeOffset="-31668.25">19371 3098 194 0,'-6'8'347'0,"0"3"56"0,-2-3 15 0,8-1-19 16,-6 3-41-16,6-1-21 0,0 2-16 16,0 3-11-16,0-2-22 0,0-2-36 0,0 5-48 15,6-1-50-15,-6 1-44 0,8-1-31 0,-2 5-38 16,0-5-20-16,1 1-42 0,0 4-69 16,-7-4-86-16,6-5-98 0,1-3-88 0,-7-3-141 15,0-4-102-15,0 0-7 0,0 0 45 0,6-7 71 16,0-4 85-16</inkml:trace>
  <inkml:trace contextRef="#ctx0" brushRef="#br1" timeOffset="-31282.44">19489 3073 187 0,'6'0'433'0,"-6"0"76"0,0 4 74 0,0 3-14 0,0 1-75 16,0 3-67-16,6 3-72 0,-6-3-59 0,0 3-59 15,8 1-67 1,-2-1-53-16,0 3-42 0,8-3-19 0,-8 1-17 0,7-5-6 0,0 1-10 0,0-3-11 31,0-5-5-31,0 1 2 0,0-1-1 0,0-6-4 16,0 3 0-16,1-7-1 0,-8-1 4 0,0-3 1 15,1-3-2-15,-1-1-9 0,-6 0 3 16,0-3 3-16,0-1-3 0,0 1-2 0,-6 0-1 16,-1-4 4-16,1 7-1 0,-8-3 3 0,8 3 3 15,-7 5-2-15,0-1 1 0,0 4 5 16,0 7 1-16,0 0-4 0,0 7 3 0,0 4-4 15,7-1-4-15,-7 9 1 0,6 3 14 0,-6 0 7 16,7 3 12-16,6 9 28 0,-8-5 24 0,8 4 15 16,0-1-4-16,8 1 2 0,-8 4-8 15,6-8-22-15,7 0-23 0,0-3-20 0,0-4-8 16,0-3-12-16,6-4-9 0,1-5-2 0,0 2-3 16,-1-9-24-16,1-6-45 0,-1-1-69 0,1-7-84 15,6-3-89-15,-6-6-84 0,-1-1-58 0,1-5-37 16,-8 1-28-16,8-4-27 0,-14-5-14 15,8 5 32-15,-8-4 55 0,1 0 66 0</inkml:trace>
  <inkml:trace contextRef="#ctx0" brushRef="#br1" timeOffset="-31117.62">19906 2971 160 0,'6'-11'402'0,"-6"3"76"0,0 8 77 16,7 4-6-16,-7 3-46 0,0 1-39 0,0 6-29 16,0 5-34-16,0 7-31 0,6-1-50 0,-6 8-58 0,0 0-29 0,7 3-57 15,-7 1-45-15,7 3-44 0,-1-2-23 0,0-1-35 16,1-5-57-16,0 1-40 0,5-4-75 15,-5-2-91-15,0-6-100 0,6-4-81 0,-7 3-67 16,0-10-38-16,-6-3-32 0,0-7-59 0,0 0 14 16,0 0 48-1,-12 0 64-15,5-7 73 0</inkml:trace>
  <inkml:trace contextRef="#ctx0" brushRef="#br1" timeOffset="-30947.37">19762 3352 287 0,'-6'-4'487'0,"6"1"103"0,0 6 107 0,0-3 6 0,6 0-40 0,7 0-30 0,1 0-31 15,6-3-45 1,-2-1-65-16,9 1-93 0,5-5-97 0,-6 1-88 0,7 3-70 0,-7-3-61 0,0 7-61 31,1-3-92-31,-9 3-135 0,2 0-175 0,-7 0-172 16,1 0-157-16,-14 0-209 0,0 0-68 16,0 0 49-16,0 0 132 0,0 0 148 0,0 0 148 0</inkml:trace>
  <inkml:trace contextRef="#ctx0" brushRef="#br1" timeOffset="-30278.32">14192 4642 2 0,'6'7'335'0,"-6"1"56"0,6-6 47 0,-6 6 5 16,7-8-76-16,-1 7-55 0,1-7-36 0,-7 4-28 15,7 0-20-15,5 0-26 0,-5-4-34 0,6 2-35 16,-7-2-34-16,8 0-26 0,-1 0-23 0,-1 5-20 16,2-5-16-16,-2 0-34 0,2 0-55 15,-8 0-80-15,7 0-97 0,-6 0-128 0,-7 0-156 0,0 0-58 16,0 0 10-16,0 0 52 0,0 0 83 15</inkml:trace>
  <inkml:trace contextRef="#ctx0" brushRef="#br1" timeOffset="-30117.07">14263 4880 86 0,'6'14'375'0,"-6"-3"67"0,0 0 73 0,7-3 19 0,0-2-71 16,-1-2-59-16,1 0-54 0,5 0-55 0,-4-4-65 15,4 0-70-15,8 0-67 0,-7 0-42 0,7-4-32 16,-8 4-68-1,8-4-107-15,-14 4-139 0,-6 0-216 0,0 0-114 0,13 4-52 0,-13 3 25 16,0-7 82 0,-6 15 125-16</inkml:trace>
  <inkml:trace contextRef="#ctx0" brushRef="#br1" timeOffset="49936.46">14979 4521 98 0,'-6'7'412'0,"0"1"92"0,-1-6 87 0,1 6 29 0,-8-4-43 16,8-1-22-16,-6 1-8 0,4 0-5 0,-4-4-13 16,5 0-27-16,-6 0-50 0,6 0-63 15,1-4-70-15,-7 0-72 0,6 1-66 0,1-5-53 16,0 4-44-16,6-3-32 0,0-3-19 0,0 2-15 15,6-3-8-15,0 1-10 0,1 1-9 0,0-1 3 16,-1 0 0-16,7 5 2 0,0-7-1 0,0 9 3 16,1 0 8-1,4-1-5-15,-4 4-3 0,-1 4-1 0,-1-1 2 0,2 5 3 0,-1-1 0 16,-6 4 2 0,-1 0 3-16,-6 1 1 0,0 5 2 0,0 2-3 15,-6 3-2-15,-1 0-1 0,0 4-2 0,-5-5-2 16,-2 5 3-16,1-4-1 0,0-1 1 15,6-2-1-15,-5-1 1 0,6-3-4 0,6-4-3 16,-8 1 0-16,2-2 0 0,6-3-2 0,6-3-3 0,-6 0 2 0,8 0-1 0,4-4-3 16,-6 3 0-1,8-3-8-15,5-3-22 0,-5-1-40 0,5 0-58 16,-6-3-78-16,6 0-82 0,1 0-94 16,0-5-72-16,-1 1-49 0,1-4-27 0,0 5 6 0,-2-5 27 0,-4 1 50 0,5-1 54 15,1-4 48-15,-8 1 38 0,8 0 27 0,-7 0 23 31,1-5 28-31,5 1 29 0,-12-3 48 0,5-1 71 16,-5 4 90-16,6 0 75 0,-6 0 53 0,-1 3 42 16,7-2 29-16,-13 3 17 0,7-1 2 15,-1 5 16-15,-6 2 35 0,0 2 48 0,0 6 50 16,0-4 28-16,0 8 4 0,-6 0-18 0,6 0-24 16,-7 8-66-16,0 3-68 0,1 4-52 0,-7 7-35 0,0-1-35 0,6 8-37 0,-5 5-10 31,-2 3-7-31,8-1-17 0,0 1-13 0,-8 0-1 0,14-1-2 0,0 1-3 0,0-8-7 15,7 1-6 1,6-5 2-16,-7-3-1 0,1 0 1 0,0-8-3 16,5-3 5-16,2-7-6 0,-1-4 5 0,6-4 3 15,0-3 6-15,-5-3-2 0,5-2-1 16,-6-3 10-16,0-2-6 0,1 2-5 0,-8-3-3 16,0 3-1-16,1-4 0 0,-7 5 6 0,0-1 10 15,-7 5 22-15,7-2 35 0,-6 5 1 16,0 3-2-16,-2 0-4 0,-4 8-12 0,5 0-21 15,-6 3-36-15,0 0 1 0,1 4 0 0,4 4-2 16,-4-5-1-16,-2 5-3 0,8 0-31 0,0 1-53 16,-1-2-72-16,1-3-93 0,6 0-100 0,0-4-94 0,6 4-62 15,-6-7-33-15,13-1-32 16,-7 1-46-16,-6-4-4 0,14 0 46 0,-2-4 63 16,2-3 72-16</inkml:trace>
  <inkml:trace contextRef="#ctx0" brushRef="#br1" timeOffset="50119.82">15619 4627 299 0,'6'0'471'0,"0"-4"89"0,1 4 63 0,-7 0-82 0,6 0-105 0,-6 4-95 0,0-4-89 0,7 0-84 0,0 3-60 0,-1 1-44 0,0-4-31 0,8 4-16 0,-2 0-5 0,8-4-6 0,-1 3-22 0,1-3-53 0,-7 4-72 0,7-4-86 31,0 3-98-31,-8-3-156 0,2 0-99 0,5-3-12 15,-13-1 39-15,14 1 67 0,-7-1 85 0</inkml:trace>
  <inkml:trace contextRef="#ctx0" brushRef="#br1" timeOffset="50295.82">16094 4436 131 0,'6'0'438'0,"-6"-4"101"0,7 4 83 0,-7 0 17 31,0 4-81-31,7 3-75 0,-7 4-73 0,0 1-108 16,0 2-63-16,0 5-63 0,0 3-55 0,0-1-45 16,0 4-27-16,0 6 7 0,0-2-22 0,6 1-17 15,-6-1-37-15,6-4-65 0,1 0-92 0,0-2-91 16,-7-5-90-16,6-3-83 0,7-4-80 0,-6-1-83 16,-7-2-10-16,0-8 42 0,0 0 63 0,13-4 73 15</inkml:trace>
  <inkml:trace contextRef="#ctx0" brushRef="#br1" timeOffset="50640.34">16349 4499 365 0,'6'-7'508'0,"0"3"91"0,-6 4 78 0,0 4-65 0,0 3-79 16,0 3-62-16,-6 2-75 0,6 3-74 16,0 2-67-16,0 5-79 0,0-4-51 0,0 5-55 15,0 3-31-15,0-9-24 0,6 6-10 0,-6-5 4 16,13-3-7-16,-6 4-6 0,-1-10-2 0,7 3 26 15,-7-4-5-15,8-5-14 0,-8 1-1 16,8-4 6-16,-2-4-2 0,1-3-22 0,-6-4-4 16,6-3 7-16,-7-5-10 0,8 0-17 15,-8 1-3-15,7-3-5 0,-6-2 2 16,-1 2 4-16,1-2 12 0,-1 5 15 0,-6-1 9 16,6 8 4-16,-6 0 17 0,0 8 17 0,8-1 16 15,-8 4 20-15,0 4 25 0,0 6 22 16,0 5-1-16,-8 7-18 0,8 4-10 0,0 3-16 0,0 8-25 15,0-4-25-15,0 7-12 0,0 0-6 0,0-3-55 16,8 3-102-16,-2-3-130 0,0-3-135 0,-6-5-148 16,6 0-202-16,-6-3-61 0,8-4 36 0,-8-1 98 15,6-6 124-15,-6 0 139 0</inkml:trace>
  <inkml:trace contextRef="#ctx0" brushRef="#br1" timeOffset="51147.97">14198 5752 116 0,'6'6'389'0,"1"-1"54"0,6-1 37 0,-6-4-36 0,5 3-131 0,2-3-98 0,-2 0-69 16,8-3-52-16,-1 3-34 0,1-9-22 0,6 6-16 0,1-4-30 0,-1 0-44 0,-1-1-61 16,1-4-99-16,-6 2-155 0,0 3-82 15,-7-5-29 1,-1 5 21-16,2 4 47 0</inkml:trace>
  <inkml:trace contextRef="#ctx0" brushRef="#br1" timeOffset="51324.39">14367 5846 114 0,'0'11'383'16,"-6"1"58"-16,6-5 34 0,0-4-45 0,0 4-118 15,6-2-91-15,1-5-66 0,0 3-51 0,5-3-31 16,2-3-22-16,11-2-17 0,-5 2-12 0,12-1-21 16,-5 1-41-16,5-4-52 0,1-1-69 15,-7 4-117-15,6-3-127 0,-5-1-56 0,5 6-3 16,-6-6 29-16,7 1 56 0</inkml:trace>
  <inkml:trace contextRef="#ctx0" brushRef="#br1" timeOffset="51542.99">15228 5484 372 0,'6'-7'525'0,"0"3"108"0,1 1 84 15,-1 3-67-15,-6 3-77 0,0 1-68 0,0 6-66 16,-6 5-65-16,6 4-52 0,0-1-53 0,0 7-60 15,0 2-49-15,0 2-41 0,6 3-41 16,-6 1-34-16,7 1-19 0,0-1-15 16,-1-1-30-16,0-3-79 0,8 0-105 0,-8-2-112 0,7-5-123 15,0-4-114-15,0-3-111 0,0-5-103 16,-6-6 0-16,13-4 61 0,-8 0 94 0,1-7 103 16</inkml:trace>
  <inkml:trace contextRef="#ctx0" brushRef="#br1" timeOffset="51860.64">15423 5667 109 0,'-13'-7'475'0,"6"-4"115"0,1 8 100 16,-1-6 46-16,1 6-105 0,6-4-114 15,-6 3-109-15,6-3-103 0,6-1-88 0,0-2-69 16,7 3-54-16,0-5-35 0,6 4-20 0,1-2-10 16,6 3-8-16,-6-1-16 0,7 4-5 0,-8 1 2 15,0 3 0-15,-6 3 7 0,1 5 30 0,-2-1 38 16,-5 7 35-16,0 1 35 0,-7 7 28 15,0 4 13-15,0 0-10 0,-14 3-12 16,8 1-7-16,0 3-1 0,-8-4 1 0,8 0 1 0,6-3 1 16,-7-1-9-16,1-3-23 0,6-3-30 0,0-1-22 15,6-4-16-15,1-2-6 0,-7-5 0 16,12 1 2-16,2-2 5 0,6-6-4 0,-1 0-12 16,7-4-11-16,0-10-14 0,7 3-9 15,-1-3-7-15,1-1-4 0,5 0-9 0,-5 0-34 16,0-3-56-16,0 3-92 0,-1-3-145 0,1 3-183 15,0 1-167-15,-1 3-120 0,-6-4-114 0,0 5-85 16,-7 2 53-16,1 1 133 0,-7 7 149 16,0 0 138-16</inkml:trace>
  <inkml:trace contextRef="#ctx0" brushRef="#br1" timeOffset="52074.29">15573 6612 328 0,'-33'44'478'0,"7"-7"100"0,6-8 60 0,1-3-91 16,13-8-104-16,-8-3-66 0,14-8-35 0,7-7-37 16,6-3-7-16,6-5-6 0,1-10-28 15,13-1-44-15,5-3-43 0,2-3-61 0,5-4-47 16,8-4-33-16,-1-3-15 0,-1-1-6 0,2-1-39 16,-1-1-95-16,1 3-140 0,-8-6-143 15,7 2-157-15,-13 3-208 0,0 4-82 0,-13 11 34 0,0 4 108 16,-13-1 126-16,7 13 145 0</inkml:trace>
  <inkml:trace contextRef="#ctx0" brushRef="#br1" timeOffset="52227.23">16003 6656 51 0,'-13'33'478'16,"-1"-11"90"-16,8-4 52 0,0-7 32 0,6-6-152 16,6-10-159-16,14 2-124 0,-1-9-85 15,7-5-51-15,0-2-34 0,13-6-52 0,-6-1-91 16,6 0-124-16,-6 1-228 0,-1-1-119 0,1 0-60 15,-7 4-5-15,0 0 61 0,1 5 107 16</inkml:trace>
  <inkml:trace contextRef="#ctx0" brushRef="#br2" timeOffset="64972.14">13318 7964 26 0,'-6'0'357'0,"6"4"62"0,-7 0 53 0,1-1 1 0,-1-3-86 0,1 4-65 0,6-4-50 16,-7 0-42-16,0-4-40 0,7 4-44 0,0-3-40 15,0-1-36-15,0 0-28 0,0-3-20 16,0-1-10-16,7-2-5 0,-7 2-4 0,7 1-1 15,-1-1-2-15,1 0-1 0,-1 2-2 16,1-1 0-16,-1-1 3 0,1 0-3 0,-1 1 1 16,0 0 0-16,2 3 0 0,-2 1 0 15,7-5 0-15,-7 8 0 0,1-3-2 0,6-1 1 16,-7 4 4-16,1 0 3 0,0 7 11 16,-1-3 11-16,0 3 18 0,-6 4 16 0,7 0 21 0,-14 8 18 15,7-1 7-15,-6 1 5 0,0 6 2 16,-8-3-2-16,1 0-10 0,7 3-5 0,-7 0-5 15,0 2-8-15,-1-5-6 0,2 0-3 0,5 0-6 16,-6-3-13-16,7-4-10 0,-1-1-10 16,1-3-15-16,-1 3-11 0,7-3-7 0,0-3 4 0,0 2-5 15,7 1-1-15,-1-6 4 0,7 1 1 0,-6 2 3 16,12-5-6-16,-5-3 1 0,5 4 31 16,0-4-13-16,8 0-12 0,-8 0-6 0,0-4 0 15,1 1-18-15,7-1-84 0,-15 0-70 16,8-2-98-16,-7 1-104 0,-7-2-108 0,0 0-137 15,2 3-83-15,-2-3 9 0,-6 0 65 16,6-1 87-16,-6-6 101 0</inkml:trace>
  <inkml:trace contextRef="#ctx0" brushRef="#br2" timeOffset="65926.14">13644 7628 200 0,'7'0'325'0,"-1"-4"35"0,-6 4-20 0,6 0-51 16,-6-4-63-16,7 0-39 16,-7 4-28-16,0-3-16 0,0-2-12 0,0 2-8 0,0 0-6 0,0-2 6 15,0 2 3-15,-7-1 0 0,7 1 0 0,-6-2 5 16,6 2 6-16,-6-4-3 0,-1 3 0 0,0 1 7 16,-5-5 10-16,5 4 2 0,-6-3 2 0,0 0 3 15,0 0 3-15,-6 3 1 0,-1-3 0 16,7 0-1-16,-7 3-3 0,-6 1-10 0,6-1-10 15,1 4-6 1,-7 0-8-16,0 0-8 0,0 0-14 0,7 4-16 16,-8 3-15-16,1-4-21 0,0 4-16 15,6 5-20-15,-5-2-6 0,5 5-5 0,-6 0 1 16,6 3-1-16,-5 4-4 0,5 0-3 0,-6 4 7 16,-1-1-5-16,1 1-2 0,7-1-4 0,-1 5 3 15,8 3 4-15,-2 3-10 0,2 1 4 16,4 7 5-16,2 0 7 0,6 0 8 0,-6 0 8 0,12 4 9 15,-6 0 1-15,14-1 1 0,-2 1-3 16,2-1-6-16,5 0 1 0,1-2 10 0,6-1 11 16,0 0 11-16,-1-3 9 0,9-5 13 0,-2-4 4 15,7 2-3-15,0-9-1 0,7-2-4 16,-1-9-4-16,1-3 2 0,6-7-3 0,0-4-8 16,7-8-8-16,-7-7-10 0,7-3-6 0,-8-4-13 15,8-7-8-15,-13-8-7 0,6 1-4 16,-13-4-1-16,0-1-3 0,-6-7-2 0,-7 1-4 15,-6-1 3-15,-8-3 2 0,-5 0 0 0,-7 0 0 16,-7-4 2-16,1 3 1 0,-8 1-1 16,-11 0-16-16,5 7-32 0,-6-1-53 0,-6 5-79 0,5 4-108 15,-5 2-139-15,-1 5-140 0,1 7-121 16,-1 0-122-16,1 8-117 0,-1 3 9 0,1 4 83 16,-1 3 126-16,7 4 137 0</inkml:trace>
  <inkml:trace contextRef="#ctx0" brushRef="#br2" timeOffset="69455.42">24265 444 11 0,'7'-4'238'0,"-1"-4"23"0,1-3 6 0,-1 5-60 0,0-6-57 0,2 1-30 0,-2 0-13 0,0-1-6 0,8-2-6 0,-8-1 4 0,0-2 1 0,7-3 3 16,-6 2 0-16,0 4 0 0,-1-1-3 0,0-3 1 16,8 3 5-16,-14-3 4 0,6 0 4 0,0 4 3 15,1 2 2-15,-7 1-5 0,0 0-15 0,0 7-14 16,-7 0-21-16,1 4-15 16,-8 4-16-16,2 8-15 0,-1 2-5 0,0 4-7 0,-6 5-2 0,-7 6-6 0,6 3-4 15,-7 13-2 1,1-1-1-16,-6-1-5 0,5 8-4 0,1 1 47 15,1-1 27-15,5 3 17 0,0 2 8 0,8-5 12 16,-2-2 5-16,8-6-40 0,-1-2-31 16,7-2-12-16,7-9-6 0,-1 3-3 0,1-8-1 15,6-2 2-15,7-6 3 0,-8 3 0 0,8-10-2 0,7-3 2 0,-1 1-5 0,-7-4-2 0,7-1 3 16,-6-3-2 0,-1 0-3-16,1 4-1 0,-8-4 3 15,2 7-2-15,-8 5-1 0,0 2 3 0,-6 4 3 16,0 11-5-16,-6 8 2 0,0 6 1 0,-8 12 0 0,2 5-4 0,-1 5-4 0,-7 9 4 15,8-2-2 1,-8 6-1-16,0-1-2 0,1 0 0 0,-1 0 1 0,0 0 0 0,1-4-1 0,-1 0-7 16,8-2 2-1,-2-3 5-15,8-2 3 0,-8 0 2 0,8-7 2 16,6-4 11-16,0-4-2 0,0-3-3 16,0-4-1-16,6-4-6 0,1-3 2 0,0-5 0 0,5 2-1 0,-4-5-2 0,4 0 3 15,-6-3 5 1,1-1-4-16,6-2-2 0,-6 2 2 0,-7 4 2 15,6 1-2-15,-12 3 1 0,-1 7 0 16,1 8-4-16,-14 2-1 0,0 10-3 0,1 5 1 16,-13 6 0-16,-1 1 0 0,-6 2 1 15,0 2 1-15,0 2 1 0,-1-6-3 0,8 2 2 16,-7 0-2-16,13-5-2 0,-7 4-1 0,13-7 4 16,1 0 2-16,6-3-4 0,6-8 0 0,1-1 3 15,6-10-1-15,6 0-5 0,8-7 4 0,-1-8-3 16,6 1 4-16,0-5 1 0,8-2-2 0,-1-6 1 0,6 2-3 0,-5-1 4 15,5-4 14 1,1 5-8-16,-7 0 0 0,0 2 1 0,0 4-4 16,-7 5 3-16,1 3-14 0,0 0 6 0,-8 7 2 15,-5 1 3-15,6 7 4 0,-13 6-4 16,7 1 1-16,-7 11-4 0,0 0 1 0,-7 4-1 0,0 3-2 0,1 0 3 0,-1-2-4 16,1-2 1-16,0 4 0 0,6-4-1 0,-7-2-2 31,7-2-4-31,-7-3 3 0,7 1-1 0,0-5 7 15,7 1 3-15,-7-3 2 0,7-2 2 0,-7 1-1 16,0 0 1-16,6-4-4 0,-6 1 4 16,0-2-3-16,6 2 2 0,-6 0 1 0,0 3 2 15,-6-1-3-15,6 1-6 0,-6 3 0 0,-1 5 0 16,0-1 0-16,-5 8-4 0,-2-4-1 0,1 4 1 16,0 3 0-16,0-7 1 0,-7 4 0 0,8-1 3 15,-8-3-1-15,1 0-1 0,-1 4 2 16,7-1-6-16,-6 0-1 0,6 2 3 0,-1-2 2 15,2 0 4-15,-2-3 1 0,8 0 6 0,0-3 1 16,-1-5-6-16,7-7 1 0,-7 1-5 16,14-8 0-16,-7 0-3 0,7-4 1 0,-1-3-5 15,0-5-3-15,8 2 1 0,-8-5-2 0,0 3-2 16,8 2 3-16,-8-1 3 0,1 4 1 0,-7-1 3 16,6 4 4-16,-6 5 1 0,-6 6 3 0,6-1-1 15,-13 10-9-15,6 1 5 0,-6 2 2 16,-7 3 1-16,8 1 1 0,-2 2 0 0,1-4 7 15,1 5-7-15,-8 0-4 0,6 0 13 0,2-5-5 16,5 1-3-16,1-4 3 0,-1 1-2 16,7-5-1-16,7-2-14 0,-7-5 2 0,6-4 4 15,7 1-1-15,-7-4 2 0,8 0 4 0,-2-5 0 16,2 3-2-16,-1-6 2 0,7 7-2 16,-8-1-1-16,2 1-2 0,5 1-1 0,-12 1 3 0,6 2 0 0,-1 4 2 0,-5 4 2 0,0 0 1 15,-7 4 0-15,6 3-3 16,-12 1-1-1,6 3 0-15,-7-5 4 0,0 6-2 0,1-2-2 16,0 1 0-16,6 0 2 0,-7 0-3 0,1 0-4 16,6-1-1-16,0-1 1 0,0 1 3 0,6-6-1 15,1-1 2-15,-7-6 1 0,6-1 1 0,7-3-3 0,-6-1-4 0,5-6-7 0,2-5-7 16,-1 4-3 0,0-3-6-16,-7-3 0 0,7 2 1 15,1 1 8-15,-8-1 7 0,0 5 8 0,1-1 5 16,-7 3 4-16,0 10-1 0,0-3 1 15,0 6-3-15,0-2-2 0,0 5-1 0,-7 0-1 16,7-1 0-16,-6 0-3 0,6-2 4 0,0-1 1 16,0-5-2-16,0 2-1 0,0-4-3 15,6-4 1-15,1-4-10 0,-1 0-15 0,1 1-12 16,-1-5-16-16,1-3-16 0,6 0-17 0,-6-7-4 16,-1 3-3-16,0 0 0 0,1 0 11 0,0 0 18 15,-1 5 15-15,0-5 13 0,1 4 18 0,-7 0 12 16,0 0 9-16,0 4 5 0,0 0 2 0,0-1 2 15,-7 4 1-15,7 5 4 0,-6-2-3 16,0 2 2-16,-1 1 1 0,0 3 2 0,-5 2 0 16,5-1 2-16,7 2 0 0,-7 0-2 0,1 2-2 15,6 1-4-15,-7 1-4 0,7-1-3 16,0-1-3-16,0-3 0 0,0 2 1 0,0-3 0 16,7-2 2-16,-7 0 0 0,0-5 0 0,6-2-1 15,1 0-2-15,0-2 1 0,-7 1-6 16,6 2-1-16,0-6 1 0,1 3 0 0,0-1 1 0,-7 2-1 15,6 0 2-15,-6 4 2 0,0-1 1 0,0 6 5 16,-6 2 4-16,6-1-3 0,-7 6 4 16,0 0 7-16,1-2 0 0,0 1 6 0,-1 3-2 15,-6-2 6-15,6 2-4 0,-6 1-2 0,7 3 1 16,-1 1-6-16,7-1-5 0,-6 0-3 0,6-3 1 16,0-1-2-16,6-2-3 0,-6-6-1 0,7 2 1 15,-1-4-1-15,1-4-4 0,6-1-5 0,-7-2-5 16,8-8-11-16,-8 0-13 0,7-4-13 0,0-7-12 15,0 0-5-15,-7-7-4 0,8-1 2 0,-8-3 9 16,0 0 13-16,8-4 16 0,-14 0 9 16,6 1 10-16,-6 3 8 0,6-4 9 0,-6 8 4 15,0-4 6-15,-6 4 8 0,6 3 10 0,-6 4 6 16,6 0 6-16,-6 8 9 0,-2-1 0 16,8 4-3-16,-6 3-8 0,0 1-7 0,6-1-10 15,-7 5-7-15,7-1-7 0,-7 4-3 0,7 0-1 0,0-1-1 16,0 5 0-16,0-4-1 0,7 1 1 15,-7-2-2-15,0 2-1 0,0-2 2 16,0 1 1-16,7 0-3 0,-7 4 2 16,0 3 7-16,6 0 5 0,-6 5-8 15,0 2-1-15,0 1 13 0,0-1 4 16,0-2-6-16,0 2-4 0,0-7 6 0,6 5-3 16,-6-10-26-16,0-1-33 0,8 2-55 0,-8-6-77 15,0-1-142-15,-8 4-133 0,2-4-60 0,-7 4-11 16,0 0 34-1,-6-3 62-15</inkml:trace>
  <inkml:trace contextRef="#ctx0" brushRef="#br3" timeOffset="172751.2">14661 8298 74 0,'6'-8'274'0,"-6"1"30"0,0 3-19 15,6-3-49-15,-6 4-55 0,0-2-53 0,0 2-30 16,0-1-18-16,-6 4-11 0,6-4-6 0,0 4-8 16,6 0-8-1,-6 0-7-15,0 4-9 0,0 3-7 0,0-2-3 0,0 5-8 0,0 1-1 16,0 0-2 0,-6 8-1-16,6-2-4 0,0 2 0 0,0-1 1 0,0 4-3 0,-6 1 1 0,6 2 1 15,0 4 1-15,0 0-1 0,0 0 2 0,0 1 0 16,0-1 2-16,0 4 0 0,0 1 3 0,-7-1 3 31,7 3 2-31,0 1 3 0,0-1-1 0,-6 1 0 16,6-1-4-16,0 1-1 0,0 3-3 0,0-7-9 15,0 4 1-15,0-3 2 0,0-2 0 0,0 1-3 16,0-4 1-16,0 5 5 0,0-2-2 16,0-2-6-16,0 3 1 0,0-4-1 0,0 0-1 15,0 1 1-15,-7-1-2 0,7 4 4 0,0-4-2 16,0 1 2-16,0-1-1 0,0 1-2 15,0 2 1-15,0-6-5 0,0 3 2 0,0 0 0 16,0 1-2-16,0-1 2 0,0 0 1 0,0 4 7 16,0-3 2-16,-7 3-2 0,7-4 4 15,0 4-1-15,0 0 1 0,-6-4-2 0,6 0 1 16,-6 0 3-16,6-3 1 0,0 4 3 0,0-5-1 16,-8 0 1-16,8 4-1 0,0-2-2 0,0-1 0 15,0 3-1-15,-6-4 1 0,6 4 0 0,0-2 0 0,0 2 4 0,-6 0 4 0,6 0-1 16,0 4 0-16,0-3 0 0,0 3 1 15,0-1-3 1,0 5-3-16,0 4-1 0,0-5-1 0,0 0 0 16,0 5 0-16,-6-4 0 0,6 3 0 0,0-4-3 15,0 1 1-15,0 0-4 0,0-4-1 0,0 3-2 0,0-3-2 0,0 0 1 0,0 0-2 32,0 0 1-32,-7 0 1 0,7 1-2 15,7-2 3-15,-7 1-1 0,0 1 3 0,0-3 1 16,6 6 0-16,-6-3-1 0,6-1 1 0,0-1 3 15,2 2-2-15,-8-1-1 0,6 0 1 0,0 0 1 16,-6 4-1-16,7-5-1 0,0 1-2 16,-7 0 4-16,6-4-1 0,1 5-1 0,-7-5 2 15,6 0-5-15,0 0 1 0,1-3-3 0,0 0-1 16,-1 0 0-16,0-1-2 0,-6-4 2 0,7 2 0 16,-7 0 3-16,7-2 3 0,-1 1-2 0,-6-4 0 15,0-4-3-15,7 5 1 0,-7-4-2 16,0-1-7-16,0-3-5 0,0 5-8 0,0-7-15 15,0-1-29-15,0 0-31 0,0-1-39 0,-7-3-49 16,1-1-87-16,6-3-109 0,-7-3-41 16,-6-1-3-16,0-7 23 0,6-3 44 0</inkml:trace>
  <inkml:trace contextRef="#ctx0" brushRef="#br3" timeOffset="174855.75">14680 8294 125 0,'0'4'314'0,"7"-1"31"0,-7-3 13 0,6 5-70 0,0-5-83 0,1-5-47 16,6 5-34-16,-6-3-23 0,6 3-19 15,-7-4-14-15,7 0-12 0,1 0-13 0,5 1-7 16,0-1-8-16,-6 0-5 0,7 1-6 0,0 0-3 15,-1-2-3-15,1 2-1 0,0-1-1 16,5 4 1-16,-5-4 2 16,0 4-4-16,6-3 6 0,-7 3 0 0,7 0 0 15,-6-4 0-15,6 4 11 0,-7 0-5 0,1 0-11 0,6-3-4 0,-7-1-2 16,1 0-3-16,0 1-13 0,-1-1 6 0,1 0 3 16,-1 4 4-16,0-3 4 0,1-2 4 0,-7 5 3 15,7 0 0-15,0-2 3 0,-1 2-2 16,-6 0-3-16,6 0-5 0,-5 0-2 0,5 0-1 15,-6 0-1-15,6 0 2 0,-5 0-1 0,-2-4 1 16,8 4 0-16,0-4-1 0,-7 4 1 0,-1 0-2 16,8 0-1-16,-6-4 1 0,5 4 0 15,-6-3 0-15,0 3-2 0,0 0 0 0,0-4 0 16,7 4 2 0,-7 0 0-16,7-4 0 0,-8 4 0 0,1 0-1 15,0-4 1-15,0 4-1 0,1 0-1 0,-2-2 1 16,2 2-1-16,-2 0 2 0,1 0-1 0,1 0 0 15,-2 0 1-15,2 0-3 0,-2 0 2 0,-5 0 2 16,6 0 1-16,-6 0 0 0,5 0-1 16,-5 0 1-16,6 0 0 0,1 0-3 0,-8 2 2 0,7-2-1 0,-7 4 1 15,8 0 2 1,-2-4 1-16,2 0 0 0,-8 0-2 0,7 0-1 0,-6 0-2 0,6 0 0 0,-7 0-2 16,0 0 2-16,1 0 1 0,0 0 1 15,5 0 0-15,-5 0 0 16,0 0-2-16,-1 0-7 0,1-4 6 15,-1 4 0-15,1 0 1 0,-1 0 3 0,1 4 2 16,-1-4 6-16,0 0-5 0,2 0 0 0,-2 0-4 16,0 0-1-16,1 0 1 0,-1 0 0 15,7 0 2-15,-6-4-2 0,-1 4 1 0,8 0 1 16,-8 0 0-16,0 0-3 0,1-4 0 0,0 4 0 16,-1 0 0-16,0-2-1 0,1 2 2 15,-1 0 0-15,-6 0 2 0,7 0-2 0,0 0 3 16,-7 0-1-16,6 0-3 0,0 0 3 0,-6 0-2 15,8 0 5-15,-2 0 0 0,-6 2 1 0,6-2 4 16,0 0 0-16,1 0-2 0,-7 0-3 0,7 0-2 16,-1 0 0-16,1 4-2 0,-7-4-2 0,6 0 0 0,0 0 2 0,-6 4-2 15,8-4-1-15,-8 0 0 0,6 0 0 0,-6 0 1 16,6 0 3-16,-6 4 4 0,0-4 4 0,6 7 0 31,-6-7 1-31,0 8 0 0,8-6 0 0,-8 6-6 16,6-4-1-16,-6 3-2 0,0 1 0 0,0-5 0 15,0 4-3-15,0 1-2 0,6 0 1 16,-6-2 1-16,0 5-1 0,0-3 0 0,7-1 1 16,-7 4 2-16,0 0 1 0,0 1-1 0,0 2 4 15,0-3-2-15,0 3-1 0,0 2 0 16,0-2-2-16,6-3-1 0,-6 7-2 0,0-3 0 0,0 0 2 16,0-1 0-16,0 1 0 0,0-1 2 0,0 1 1 0,0 0-2 0,0 3 0 15,0 0 1 1,0 0 1-16,0-2-2 0,0 1-1 0,0 6 2 0,0-5 2 0,0 0-2 0,0 0-1 15,0 4 1-15,0-3-2 0,0 3 2 16,-6-3-4 0,6 2 0-16,0 1 0 0,0 0-1 0,0 0 3 0,0 0 0 0,0 4 4 0,0-4 1 15,0 3-4-15,0-3 5 0,0 0-2 0,0 0-2 16,0 1-2-16,0-2-1 0,0 2 2 0,0-2-2 31,0 1 1-31,0 0 0 0,6-3 0 0,-6-1 0 16,0 3 2-16,0-2-1 0,-6-1 1 15,6 4 4-15,6 1 2 0,-6 2 3 0,0-7-1 16,0 5 4-16,0-2-1 0,-6 1 1 0,6 0-5 0,0 0-1 0,0 4 1 0,0-1-5 16,0 1-7-1,6-4 0-15,-6 5 5 0,0-6 0 0,0 1-1 16,0 0 1-16,0 0 6 0,7 0-1 16,-7 3-3-16,0-3-1 0,0 4 0 0,7-4 0 15,-7 4 1-15,0-5 0 0,0 1 1 0,0 0 1 16,0-4-3-16,0 1-1 0,0-1 5 15,0 1-3-15,0-1 0 0,0 8 1 0,6-5 4 16,-6-2-1-16,0 3-2 0,0 0 1 0,6 0 0 16,-6 0-2-16,0 0-1 0,0 0 0 0,0-4 2 15,0 8-2-15,0-4-1 0,0-1-1 16,0 2 4-16,0-2-1 0,0 1-4 0,0 1-1 16,0-1 4-16,0 0 0 0,0 0-5 0,0 0-1 15,0 4 4-15,0-6 0 0,0 3-2 0,0 0 1 16,8-6 5-16,-8 5 0 0,0 0-5 15,0 1-1-15,0-5 1 0,0 3 2 0,0 2-4 16,0 2-2-16,0-3 8 0,0 0 2 0,0 1-2 16,0-2-6-16,0 5 4 0,0-4-2 0,0 3-3 15,0-2-1-15,0-1 3 0,0 3 2 0,0-6-2 16,0 2 3-16,0 1 9 0,0 0 4 16,0-3 2-16,0 2 4 0,6-2 0 15,-6 3-4-15,0-4 4 0,0 4-3 0,6-4-5 0,-6 0-4 16,0 2 3-16,0-3 4 0,0 2-9 0,6-1-2 15,-6 0 3-15,0 4 5 0,0-3 3 16,0-2 2-16,7 6 4 0,-7-4 0 0,0-1 2 16,0-4-3-16,0 4-8 0,0 1-5 15,0-3-1-15,0 1-3 0,0-3-4 0,0 5-2 16,0-1 14-16,0-2-11 0,0 1-3 0,0 2-3 16,0-5 1-16,0 4-1 0,0 1-12 15,0-4 9-15,0 3 6 0,0 0 1 0,0 0-1 16,0-3-1-16,0 3 2 0,0-7 2 0,0 5-3 15,0-7 2-15,0 3 0 0,0-1 4 16,0-3-6-16,0 3-2 0,0-4 3 0,0 0-4 16,0 0 1-16,0 5 0 0,0-5 6 0,0 0 2 15,0 4-6-15,0-4-5 0,0 4 6 0,7-4 0 16,-7 4-2-16,0 0-3 0,0-3 7 0,0 4 4 16,0-6-6-16,0-2-1 0,0 3-2 0,0-3-10 15,0 0-22-15,0-4-25 0,0 4-30 16,0-4-38-16,-7 3-40 0,7 1-40 0,0-1-34 15,-7 1-73-15,7-4-107 0,0 0-37 0,-6-4 6 16,0 1 26-16,0-1 45 0</inkml:trace>
  <inkml:trace contextRef="#ctx0" brushRef="#br3" timeOffset="175727.53">14732 12107 5 0,'-6'0'345'0,"6"-3"57"0,0 3 46 0,0-4-9 0,0 4-94 0,-7 0-81 0,14-3-65 16,-7 3-46-16,0 0-34 0,6-4-23 0,-6 4-17 31,7-4-4-31,-1 0-5 0,1 4-2 0,-1-3 0 16,0 3 0-16,8 0-2 0,-1 0-7 0,0 0-4 16,6 0 0-16,1 0-8 0,0 0-11 0,5 3-9 15,1 1-5-15,0-4-7 0,7 4-6 0,-7 0-3 0,7-1 1 0,6 1 1 0,-6-1-1 16,0 2-4-1,-1-3-2-15,7 6 0 0,-7-4-1 16,1-1-7-16,-1 1-3 0,1 0 6 0,-1-4-4 0,1 4 3 0,-1-4 2 0,2 2 13 16,-2-2-5-1,1 0-4-15,6 0 5 0,-7 0-5 16,1 0-4-16,-1 0-7 0,1 0 5 0,-7 5 2 16,6-5 0-16,1 0-1 0,-7 3 1 0,7-3 1 0,-7 0-1 0,6 0 2 0,-5 0 2 31,-1 0 0-31,0 0 4 0,0 0 2 0,-1 0-1 15,2 0 1-15,-1 0-2 0,-6 0 1 0,6 0-5 16,-7 0 1-16,1 0-2 0,0 0-1 0,-1 0-2 16,0 0 1-16,1-3-1 0,-7-2 0 0,7 3 7 15,-1-2-2-15,-6 0 5 0,6-3-5 16,-5 3 1-16,5-4 5 0,-6 1-11 0,0 4 1 16,7-1-1-16,-8-3 6 0,2 3 4 0,5 0-7 0,-5-3-10 0,6 4-17 0,-8-4-24 31,-6-1-32-31,8 1-46 0,-8-1-53 0,1 2-52 15,-1-3-74-15,-6 9-118 0,0 0-67 0,0-11-11 16,-6 0 26-16,6 0 49 0</inkml:trace>
  <inkml:trace contextRef="#ctx0" brushRef="#br3" timeOffset="177200.17">14784 10297 76 0,'0'0'292'0,"0"0"30"0,-6-3-10 0,6 3-50 0,0-4-59 0,-6 4-60 16,6 0-30-16,-8-3-27 0,8 3-3 0,0 0 5 15,0-5-6 1,-6 5-1-16,6-2-3 0,0 2 11 0,0 0-2 16,-6-4-7-16,6 4 5 0,0 0 3 0,0 0 0 0,0 0-6 0,0-4-7 0,0 4-5 15,0 0-13-15,0 0-13 0,6 0-5 16,-6 0-3-16,0 0 1 0,6 0-5 0,-6 0 5 15,8 0 6 1,-2 0 0-16,0 0-3 0,7 4-4 0,-6-4 0 0,-1 0-5 0,7 4-10 16,1-4-8-16,-2 0 0 0,2 2-6 0,-2 3-7 15,8-5 28 1,-7 3-11-16,7-3-5 0,6 0-8 0,-7 4-1 16,1-4 4-16,6 0-30 0,-7 0 9 15,1 0 8-15,6 0 7 0,-6 3-1 0,-1-3-4 0,7 0 4 0,-6 0 1 0,-1 0-2 0,1 0 2 31,0 0 2-31,5 0 1 0,-5 0-6 0,0 0 5 16,-1 0-4-16,1 0-3 0,-1 0 2 0,0 0-2 16,1 0 4-16,0-3-4 0,-1-1 4 15,1 4 2-15,0-3-2 0,-8-2 1 0,8 5 2 16,-7-2-1-16,7 2 0 0,-1-4 0 0,1 4-4 16,0 0 1-16,-1-4-4 0,0 4-3 15,-6 4 1-15,7-4 0 0,0 4 3 0,-8-4-1 16,8 2 5-16,-7-2 5 0,7 0 1 0,-1 0-6 15,-6 0-1-15,0 0 7 0,7 0-6 16,-8-2-3-16,8 2-2 0,-7-4 20 0,7 4-7 16,-7-4-11-16,0 0 5 0,7 4 0 0,-7-3-3 15,-1-1-19-15,8 0 12 0,-6-2 8 0,-2 1-3 16,8 2-4-16,-7-1 5 0,-1 0 5 0,2 1-2 16,-1-1 1-16,-6 4-1 0,6-4 4 15,-1 1-2-15,-5 3-3 0,6-4 0 0,0 4-1 16,-6 0 4-16,6-3 0 0,-7 3 0 0,7-4 0 15,0 4-2-15,-7 0 1 0,8-4-4 16,-1 4 0-16,0 0-1 0,6-3 1 0,-5 3 2 16,-2 0-1-16,2 0 3 0,-8 3-4 0,13-3 4 15,-5 0 1-15,-8 0-3 0,8 0-2 16,-2-3-7-16,-6-2-8 0,1 5-21 0,0-3-23 16,-1 0-24-16,1-1-30 0,-7 0-33 0,6 1-34 15,-6-2-48-15,6 2-90 0,-6 3-109 16,0 0-40-16,-12-4-1 0,12 4 29 0,-7 0 53 15</inkml:trace>
  <inkml:trace contextRef="#ctx0" brushRef="#br3" timeOffset="179279.73">14752 8173 108 0,'0'-3'257'0,"0"3"5"0,0-5-19 0,0 5-27 0,-7 0-36 0,7-3-39 0,0 3-34 16,7-4-18-16,-7 4-16 0,0 0-8 15,0 0-6-15,0 0-2 0,0 0-3 0,0 0-1 16,0 0-2-16,0 0 2 0,0 0-3 0,0-4 3 15,0 4-2 1,0-3 0-16,0 3 1 0,0 0 0 0,0 0 1 0,0 0 1 0,0 0-1 0,0 0 1 16,0 0-3-16,0 0-2 0,0 0-10 15,-7 0-3-15,7 0 0 0,0 0-6 16,0 0-3-16,-6 0-6 16,6 0 1-16,0 0-6 0,0 0-6 0,0 0 0 15,0 0-5-15,0-3 0 0,0 3-2 0,0 0-1 16,0-5 0-16,0 5-3 0,0-3 2 0,0-1-1 0,0 4 2 0,0-4 1 15,6 1-2 1,-6-1-1-16,7 1-3 0,-1-5 0 0,0 1 1 16,2 0 1-16,4 0-2 0,1-1 2 0,0-3 13 15,7 1-4-15,-1-2-3 0,1-3-5 0,-1 5 2 0,1-5 1 0,0 0-12 16,6 0 5 0,-1 1 1-16,-5-5 4 0,6 5-1 0,1-1 0 15,-8 3 0-15,0-1-1 0,8-3 0 16,-7 7 0-16,-2-3 1 0,-4 4 0 0,5-3 0 15,-5 0 0-15,4 4 2 0,-4 0-2 0,-1 0 1 16,7-5-3-16,-8 5-1 0,2 0 3 0,5 4-3 0,-6-1 1 0,0 0-4 0,0 0-1 31,6 1-3-31,-5-5-5 0,-1 5-4 0,0 0-2 16,0-6-3-16,-7 6 1 0,8-5 0 0,-2 5 2 16,2-5 1-16,-8 5 2 0,7-4 0 0,0 2 2 15,-6 2 2-15,5-4 2 0,-4 3 3 0,-2-3 2 0,7 3 2 0,-7 0 2 16,1 1-1-1,6-1 0-15,-7 1-1 0,0-1 0 0,2 1 2 16,-8-1 1-16,6 0 0 0,0-3-2 0,-6 7-2 16,7-4 2-16,0 1-4 0,-7-1 2 15,6 4-2-15,-6-3 3 0,0 3 4 0,0 0 1 16,0 3 1-16,0-3 0 0,0 0 1 0,0 4-2 16,0-4-4-16,0 3 1 0,-6-3 3 15,6 4-1-15,0-4 2 0,0 0 0 0,0 3 3 16,-7-3 2-16,7 4-2 0,0-4-2 0,-7 0-1 15,7 0-1-15,0 0 0 0,0 0-4 0,0 0 1 16,7 0 0-16,-7 4-1 0,0-4 3 0,0 0 1 16,7 4 1-16,-7-1-1 0,6 1 0 15,-6-1 2-15,6 1-5 0,1-1 3 0,-1 1 0 16,8 0-2-16,-8 3 1 0,7-3-1 0,0-4 4 16,0 4-1-16,0-1-2 0,0-3 1 15,7 0 0-15,-1 3 0 0,1-3-3 0,0 0-2 16,-2 0 3-16,2 5 5 0,0-5-1 0,-1 0 0 15,7 3-2-15,-6-3 2 0,-1 0 0 16,7 4-5-16,-6-4 3 0,0 3 0 0,-1-3 2 16,1 0-1-16,6 0-1 0,-7 0 1 0,1 0-1 15,0 0 1-15,-1-3-1 0,1 3 1 0,0-4-3 16,-1 4 1-16,0 0 0 0,1-3 1 0,-1 3 3 16,1 0 0-16,6-5 4 0,-7 5-4 15,1 0 0-15,-7 5-1 0,7-5-1 0,0 3-1 16,-2-3 1-16,-4 4 0 0,5-1-2 0,-5-3 3 15,6 4-2-15,-8 0 0 0,-6-4-6 16,8 0-4-16,5 3-5 0,-5-3-6 0,-2 0-3 16,2 4-1-16,-2-4 3 0,1 0 5 0,1 4 6 15,-2-4 6-15,8-4 3 0,-7 8 0 16,7-4 2-16,-1 0 1 0,0-4 0 0,-5 0 0 16,-1 1 2-16,6-1-3 0,0 0 0 0,-5 1-1 0,5-1 1 15,-6 1-1-15,6 3 1 0,1-5 3 16,0 2-3-16,-7 3 1 0,7 0-1 0,-8 0 0 15,8 0 0-15,-7 0 0 0,0-3 0 0,0 3 0 16,1 0 1-16,-2-4 0 0,2 4 0 16,-2 0-1-16,8 0 0 0,-7 0 1 0,0 0 0 15,0 0-1-15,-7 0-1 0,8 0 1 16,-1 0-8-16,-7 0 6 0,0 0-8 0,8-4 5 16,-8 4 1-16,0 0 2 0,8 0 8 0,-8 0-5 15,1 0 9-15,-1 4-4 0,1-4-2 0,0 0-1 16,-1 0-2-16,0 0 1 0,0 0 0 15,-6 4-1-15,8-4 0 0,-8 3 2 0,0-3 3 16,0 0-2-16,0 0-2 0,0 3 0 0,0-3-1 16,-8 5-2-16,8-2-1 0,-6 1 0 15,0-1 0-15,0 5 0 0,-1-5 3 0,-6 5 1 0,0 0 0 16,-1-1-2-16,2 4 1 0,-2 0-1 16,-5 3-2-16,-1 1-1 0,1-4 1 0,0 3 1 15,-8 5-1-15,8-5 1 0,-8 4-3 0,2 2 1 16,-7-3-2-16,5 2 0 0,1-1-2 15,0 1-4-15,0 2-3 0,-7 1-7 0,13-4-6 0,-6 5-8 16,1-5-7-16,-1 1-8 0,0 2-3 16,6-6-8-16,-7 4-8 0,9-2-8 0,-2-3-7 15,1 6-15-15,5-9-37 0,-6 3-52 0,8-3-60 16,-1 0-50-16,-7 0-18 0,8-4 6 0,-2 1 38 16</inkml:trace>
  <inkml:trace contextRef="#ctx0" brushRef="#br3" timeOffset="180611.58">17176 7818 234 0,'6'-4'280'0,"-6"-3"-13"0,6 3-33 0,-6 0-41 0,7-3-47 0,-7 3-47 16,7-3-28-16,-7 4-13 0,0-1-7 0,6 4-1 16,-6-4 7-16,0 0 11 0,0 1 3 0,0 3 4 15,7-5 7-15,-7 5 4 0,0-3 4 16,0 3-6-16,0 0 6 0,0 0-5 0,0 0-7 16,-7 3-11-16,7-3-7 0,0 5-10 0,0-2-14 15,-6 1-3-15,6 4-8 0,0-1-8 16,-7 0-4-16,7 4-3 0,-7 4-4 0,7-1-2 15,0 4 2-15,-6-3-2 0,6 3-2 0,-6 1-4 16,6 3-3 0,-6-3 1-16,6 6-3 0,-8-3 1 0,8 3 4 15,-6 1 3-15,6-1 2 0,-6 2-1 0,6-2 1 16,0 0 0-16,-7 2 0 0,7-2-1 16,0 4-2-16,-6-7 6 0,6 4-3 0,0 0-3 0,0-1 1 0,0-3 3 0,0 0-4 15,0 4-5 1,0-4 3-16,0-1 2 0,0-1 1 15,0 1-1-15,0 1 4 0,0 0 0 0,0 0-1 16,0-4-1-16,0 5-8 0,0-6 5 0,-7 5 0 16,7-3 1-16,0 3 2 0,0-4-1 15,-7 4 6-15,7-4-4 0,-6 4 2 0,6-3-1 16,0 0-2-16,0 2-1 0,-6-3 1 0,6 4 2 16,0-4-2-16,-7 5-2 0,7-1 0 0,0-4 2 15,0 4-2-15,0 0-3 0,-7-4 3 16,7 4 2-16,0-4-1 0,0 5 3 0,-6-2 9 15,6-2 3-15,0 3 1 0,0 0 1 0,0-4 3 16,0 5-1-16,0-6-2 0,0 5-3 0,-6-3-2 16,6-2 0-16,0 2-3 0,0-4-4 15,0 4-5-15,6-2 3 0,-6 3 4 0,0-3 1 16,0 5 8-16,6-3 8 0,-6-2 5 0,0 6 1 16,0-5 0-16,0 4-2 0,0-3-5 0,7 3-5 0,-7-1-6 0,0-2-3 0,0 4-5 31,0-6 3-31,0 4-3 0,0-1-4 0,0 1 0 15,0-2 4-15,0 2-1 0,0-2-7 0,0 2 1 16,7 2 2-16,-14-1 0 0,7-1 2 0,0 2 3 16,0-1 5-16,0 0 0 0,0 3-10 15,7-2 7-15,-7-2 0 0,6 2 1 0,-6-2-2 0,6 2 1 0,-6-1 12 0,0-5-5 16,0 2-3-16,7 3-3 0,-7-8-2 0,0 5-1 31,0-1 7-31,7 1-5 0,-7-5-4 0,0 5 1 16,0-1 1-16,0 0-1 0,0 0-10 0,0-3 4 15,0 0 2-15,0-1 0 0,6 5-1 16,-6-4 2-16,0-1-2 0,0 1 2 0,0 4 1 16,0-5 0-16,0 3 2 0,0 2-1 0,0-8 3 15,-6 3-4-15,6 6-2 0,0-6 0 0,0 0-2 16,0 1-1-16,-7-1 1 0,7 1 2 16,-7 0 2-16,1-1 1 0,6-2 1 0,-6 2-2 0,6-2-2 15,-7 6 1-15,7-3 1 0,0 3-2 16,0 0-1-16,-7-4 2 0,7 5 2 0,0 0 1 15,0-2 0-15,0 3 2 0,0-3 7 16,-6 2 1-16,6 3 6 0,-6-5 3 0,6 2 9 16,-7 3 5-16,7-3-2 0,0-1-3 0,0 0-3 15,-7 1-8-15,7-1-11 0,0-4-5 16,0 5-5-16,0-5-1 0,-6 2 0 0,6-3 1 0,0 3 0 0,0 1 2 0,0-2 4 16,-7-1-5-16,7 2 2 0,0-2-1 0,0 1 1 15,0-5-2 1,0 5-6-16,0-3 3 0,-6-2-4 15,6 2 1-15,0-5 1 0,0 3 4 0,0-5 0 0,0 2 0 0,0-3 3 0,0 3 1 16,0-4-3 0,0 1-1-16,0 0-2 0,0 3-3 0,0 0 2 15,0-2 0-15,0 1 2 0,-6 2 1 0,6-5 2 16,0 5 2-16,0-2-1 0,-7 2-3 16,7-1-4-16,0 1-10 0,0-4-11 0,-7 4-12 0,7-6-14 0,0 6-21 0,0-4-27 15,-6 0-27 1,6-1-31-16,0 1-34 0,-6 3-31 15,-2 0-22-15,8 1-47 0,-6 0-37 0,0-2-59 16,-1 2-24-16,-6 3 7 0,7 1 26 16,-1-6 66-16</inkml:trace>
  <inkml:trace contextRef="#ctx0" brushRef="#br3" timeOffset="181139.75">16556 12104 167 0,'0'8'321'0,"-6"-6"25"0,6 6-25 0,-6-4-60 0,6-1-83 0,0 1-60 0,0 0-36 16,-7-4-17-16,7 0-4 0,0 0-5 0,0 0-2 15,0 0-3-15,0-4-6 0,0-3-3 16,0 3-7-16,0-6 0 0,7 2 7 0,-7 1 10 16,0-5 16-16,6 2 14 0,0-1 16 15,2-5 7-15,-2-2 6 0,6 0 0 0,2-3-6 16,-8-6-12-16,14-2-16 0,-1 0-15 0,1-8-14 16,-1-3-17-16,7-4-9 0,0 1-7 15,-6-6 0-15,13 2-4 0,-7 2-1 0,6 2-1 16,1-5-5-16,-7 9-6 0,0-2-43 0,1 0-1 15,-2 4-10-15,1 6-14 0,-6-4-19 0,0 6-20 16,-8 1 14-16,1 1-27 0,1 5-23 16,-8 5-25-16,0-2-34 0,1 4-64 0,-7 1-98 15,7-1-38-15,-7 4-3 0,-7-4 21 0,7 5 45 16</inkml:trace>
  <inkml:trace contextRef="#ctx0" brushRef="#br3" timeOffset="182100.67">14614 10206 143 0,'0'4'288'0,"0"3"16"0,-6-3-24 0,6-1-41 0,0 1-54 0,0 0-56 31,0-4-36-31,0 3-26 0,0 1-15 0,0-4-10 15,6 0-9-15,-6 0-6 0,0 0-3 16,0 0 0-16,0-4-2 0,0 4-1 0,0-3 1 0,0-1-1 0,8 0-4 0,-2 1 0 0,7-1-6 31,-6-3 0-31,-1 0-2 0,7-4-4 16,-7 0 0-16,8-1-1 0,-2 2 2 0,-5-2-4 16,13-3 0-16,-7 1-2 0,0-1 0 0,7 1 0 15,-1-4-1-15,0-1 1 0,1 1-2 0,-1-1 0 16,1 1 2-16,-1 0-3 0,-5 0 1 0,6-1-1 15,-2 1 2-15,2 0 2 0,-1-4 1 0,1 3-1 16,0 1 0-16,-7-4 0 0,7 8-1 16,-8-5-2-16,2 4-4 0,-2 1-1 0,2 3-7 15,-1-1-7-15,-1 3-6 0,2-7-7 0,-2 5-4 16,-5 1-5-16,6-2-2 0,-6 1 1 16,6-4-2-16,-6 5 1 0,5-1-1 0,2-5 2 15,-2 7 4-15,-5-7 5 0,6 5-3 0,-6 4 1 16,-1-5-12-16,7 6-22 0,-13 2-27 15,7 0-36-15,-1 1-34 0,-6 3-56 0,0 0-19 16,0 0 4-16,0 0 21 0</inkml:trace>
  <inkml:trace contextRef="#ctx0" brushRef="#br3" timeOffset="183003.42">15267 9612 7 0,'0'5'268'0,"6"-3"32"0,-6-2-7 0,0 5-41 0,0-5-56 0,6 0-72 0,-6 3-39 16,0-3-24-16,7 0-12 0,-7 4-10 0,0-4-6 15,7 0-2-15,-7 4-3 0,6-4-1 0,-6 0-5 16,6 0 0-16,1 4-3 0,0-4 0 0,-1 0-4 16,7 0-6-16,0-4-1 0,-6 4-1 15,5-4-1-15,8 4-1 0,-7-4-1 0,0 4-1 16,0 0-4-16,1 4 0 0,-2-4 2 0,8 4 1 15,-7-4-4-15,7 4 1 0,-8-1 1 0,2-3-1 16,5 0-2-16,-6 4-1 0,0-4 4 16,7 3-1-16,-7 1 0 0,0-4 1 0,6 0 0 15,-5 0 1-15,5 0-1 0,-6 0 0 0,0-4 1 16,7 4-1-16,-8-3-1 16,2-1 0-16,5 4 2 0,-6-3-1 0,7 3 0 15,-7-4 0-15,7 4 1 0,5 0-1 16,-11-4-2-16,5 0-1 0,0 4 2 0,-5 0-1 15,5 0-1-15,-6 0 2 0,6 4 2 0,-5-4 3 0,5 4-4 0,1-4 2 16,-8 0 1-16,8 0-3 0,-6-4 2 16,-1 4-1-16,6-4 5 0,-6-4-24 0,0 6 10 15,0-5 6-15,7 3 2 16,-7 0 3-16,-1 0-4 0,8 0 21 0,-7 0-8 0,7 1-5 0,-7-1-5 16,0 2-2-16,7 2 3 0,-8-5-2 0,1 5 1 15,7 0-2-15,-6-3 2 0,-2 3 0 16,1 0-2-16,0-4 1 15,0 4 0-15,1-5-1 0,-2 5-1 0,2-3 1 16,-2 0 0-16,1-1 2 0,1 0-1 0,-2 1 2 16,8-5 0-16,-7 4-3 0,0 1 0 15,6-1-1-15,-5 1 0 0,-2 3 0 0,2 0-3 16,-1 0 4-16,0 0 1 0,0 0 2 0,-7 0-1 16,8 0-1-16,-2 3 1 0,1-3 0 0,-6 0-5 15,6 0 3-15,-7 0 0 0,8 0 0 0,-2 0 0 16,2 0 0-16,-8 0 3 0,7 4-2 15,0-4-2-15,-6 0 0 0,5 0 2 0,-4 0 1 0,4 0-2 0,-5 3 0 16,6-3 3 0,0 0 0-16,-1 4-4 0,-4-4 2 0,4 0 0 0,-5 5 0 0,6-5-3 15,-7 0 1-15,1 3 2 0,6-3-1 16,-6 3-2-16,-1-3 0 0,0 0 4 16,2 0-2-16,-2 0 0 0,0 0 0 15,-6 0 2-15,7 0-1 0,-1 0-2 0,1 0 2 16,-1 4 0-16,1-4-1 0,-7 0-4 0,6 4-5 15,-6-4-7-15,6 0-17 0,-6 0-22 0,0-4-36 16,0 4-62-16,0 0-86 0,0 0-65 16,0 0-26-16,-12 0 0 0,5-4 27 0</inkml:trace>
  <inkml:trace contextRef="#ctx0" brushRef="#br3" timeOffset="183494.95">16420 10140 144 0,'-6'7'305'0,"-2"1"31"0,2-2-22 0,0 2-47 0,-7 4-57 0,6-1-48 15,0 0-29 1,1 0-13-16,-6-1-6 0,4 1 0 0,2 0-4 16,6 0-7-16,-6 0-5 0,6-3-14 0,-7-2-13 15,7-1-19-15,0-2-16 0,7 1-13 0,-7-1-5 0,0-3-1 0,6-3 0 0,0-1 2 31,8 1 5-31,-8-4-2 0,14-1 0 0,-7-7-3 16,-1 4-4-16,8-7-6 0,0 0-2 16,-1-4-2-16,1 0-1 0,6-4-4 0,0-3-4 15,1-4 3-15,5 3-2 0,1-7 3 0,-1-2-1 16,-6 3 1-16,7-6 1 0,-1 2 0 0,1 1 2 16,-7 1-6-16,6 1-4 0,-5 5-3 0,-1-1-1 15,-1 4 2-15,1-5-5 0,-6 9-7 16,6-4-5-16,-7 6-9 0,1 2-12 0,0-2-10 15,-7 6-7-15,0 3-3 0,-6 2-8 0,5 1-9 16,-5 3-13-16,0 2-27 0,-1-3-17 0,0 2-45 16,-6 7-67-16,0 0-79 0,0 0-30 0,0 0 9 15,0 0 12-15</inkml:trace>
  <inkml:trace contextRef="#ctx0" brushRef="#br3" timeOffset="184509.03">14772 12048 218 0,'0'5'248'0,"0"-2"-9"0,0 1-24 0,0 0-28 0,0-4-31 0,0 0-36 16,0 0-33-16,0 4-19 0,0-4-11 0,0 3-8 15,0-3-5-15,0 0-1 0,0 0-4 16,6 0-6-16,-6 0-4 0,0 0-2 0,0 0-4 15,0-3-2-15,0-1-4 0,6 4-3 0,-6 0-3 16,0 0-1-16,0-4 4 0,7 4 0 16,-7-4 0-16,6 1 1 0,1-2 0 0,-7-2 0 15,6-4-5-15,1 4-4 0,6-4-1 0,-6-4-2 16,-1 5-3-16,7-5 0 0,0 0-1 0,-7 5-1 16,7-5-1-16,1 1 0 0,6-1 1 0,-8-1 1 15,1 1-3-15,0 1 2 0,0-1 1 16,1 1-1-16,5-4 1 0,-6 0-3 0,6-1 4 15,1-4-11-15,-7 6 4 0,6-5-5 0,-5 3-3 16,5-2-2-16,-5 2-6 0,4 1 7 16,-4 4-3-16,-1-2 3 0,0-2 1 0,-6 3 2 15,5 1 6-15,2 3 0 0,-8-4 2 0,0 4-1 16,7 0 2-16,-6 1 2 0,0-1 2 0,5-5-1 16,-5 6-1-16,6-2-4 0,-7 3-1 0,8-7-4 15,-8 5-2-15,7 1-1 0,-7-6 0 0,1 6 0 16,0 2 0-16,-1-3 0 0,0 3-2 15,2 6-2-15,-2-6-3 0,0 8-4 16,1-4-8-16,-7 4-12 0,0 0-27 0,0 4-34 16,0-4-48-16,0 0-59 0,0 0-51 0,0 0-15 15,0 0 12-15</inkml:trace>
  <inkml:trace contextRef="#ctx0" brushRef="#br3" timeOffset="185124.32">15358 11379 34 0,'0'3'311'0,"0"-3"43"0,0 0 27 0,0 0-36 0,0 4-69 0,0-4-57 15,0 0-40-15,0 0-26 0,0 0-20 0,0 0-23 16,0 0-20-16,0 0-23 0,0 0-21 0,6 0-18 15,-6 0-14-15,0 0-11 0,6 0-7 0,-6 0 1 16,0 0 2-16,8 0 1 0,-8 0 0 0,12 0 4 16,-5 0 0-16,-1 0-1 0,7 0-3 15,0 0 0-15,1 0-1 0,-2-4 0 0,2 4-1 16,5-3 0-16,-6 3 2 0,0-4-2 16,7 0 7-16,-7 1-3 0,6-1 1 0,-6 0-2 15,7-4-2-15,0 6 0 0,-1-6-6 16,1 4 2-16,-1-4 2 0,0 5 1 0,1-3 0 15,-1-2 0-15,7 4 2 0,1-4-3 0,-7 1-1 0,-2 3 2 16,9-2-1-16,-7-2 1 0,6 4 2 0,0-3 2 16,-7 3-1-16,1-3-1 15,0 3 1-15,-1 1 1 0,1-5-3 16,-2 5 1-16,9-2 0 0,-1 5 1 0,-6-2 2 0,6-2 1 0,-7 0-4 16,1 4 1-16,6-4-1 0,-7 4 0 15,7-3 1-15,-6 3-3 0,6 0 5 0,-7 0-3 16,1 0 3-16,0 3 2 0,-1-3-3 0,1 0 2 15,6 4-3-15,-6-4 2 16,-1 0-1-16,1 4-3 0,0-4 2 0,-2 0-1 16,-4 0 2-16,5 0 8 0,1 0-2 0,0-4-1 0,-8 4-6 0,8-4-1 15,-7 1 0-15,-1-1-9 0,2-4 3 16,-1 6 4-16,0-6 3 0,0 4 0 0,0-4-1 16,6 5 0-16,-5-5 0 0,5 2-1 15,-6 1 1-15,0 2-4 16,-7-1 3-16,8 0 1 0,-1 1-3 0,-7-1-8 15,1 4-6-15,-1 0-7 0,1 0-16 0,-1 0-20 16,-6 0-23-16,0 4-27 0,6-4-32 0,-6 3-56 16,-6 1-80-16,6-4-83 0,-6 4-28 0,6 4 4 0,-13-6 24 0</inkml:trace>
  <inkml:trace contextRef="#ctx0" brushRef="#br3" timeOffset="185937.76">15443 7766 76 0,'0'-3'365'0,"0"3"57"0,0-5 50 15,-8 5-19-15,8 0-88 0,0 0-65 0,0 0-44 16,-6 0-38-16,6 0-34 0,0 0-36 0,-6 5-39 16,6-2-35-16,0 1-25 0,0 4-22 0,0-1-14 15,0 0-8-15,-7 4-9 0,7 0-32 16,0-1-41-16,0 5-53 0,-6 0-59 0,6 3-63 16,0-3-76-16,0 6-92 0,-7-1-58 0,7 1-1 15,0 5 32-15,-6-4 50 0</inkml:trace>
  <inkml:trace contextRef="#ctx0" brushRef="#br3" timeOffset="186097.23">15423 8323 103 0,'0'14'341'0,"6"1"44"0,-6-3 33 15,0-2-59-15,0 1-92 0,0-3-71 0,0 3-49 16,0-4-38-16,0 1-32 0,-6-1-27 16,6-4-20-16,0 4-16 0,0 1-20 0,-7-1-21 15,7 5-29-15,0 2-28 16,0 1-34-16,0-1-39 0,0 5-56 0,0 3-65 15,-6 0-64-15,6-1-17 0,0 4 10 0,0-2 28 16</inkml:trace>
  <inkml:trace contextRef="#ctx0" brushRef="#br3" timeOffset="186221.76">15423 8832 206 0,'0'19'308'0,"0"-1"22"16,0 4-28-16,0-4-56 0,0 1-70 0,-7-5-54 0,7 5-34 0,-6-4-26 16,-1-1-20-16,7-3-15 15,-6 3-8-15,-1 1-10 0,7 4-8 16,0-5-6-16,-6 1-13 0,6 4-16 0,0-2-22 0,0 2-33 0,0-1-44 15,0 0-62-15,0 1-68 0,-6-4-41 16,6 2-9-16,0-2 19 0</inkml:trace>
  <inkml:trace contextRef="#ctx0" brushRef="#br3" timeOffset="186409.75">15370 9440 255 0,'0'20'330'0,"0"-6"30"0,0 3-36 15,0-2-63-15,0 4-67 0,0-5-48 0,-6 1-34 0,6 0-25 16,-6-1-25-16,6 1-19 0,0-1-14 15,-7 1-14-15,7 0-11 0,0-1-7 0,0 5-10 16,-7 0-18-16,7-5-28 0,-6 9-27 0,6-6-33 16,0 4-43-16,-6 2-48 0,6 3-40 15,0 0-43-15,-7-5-16 0,7 8 8 0,0-2 34 16</inkml:trace>
  <inkml:trace contextRef="#ctx0" brushRef="#br3" timeOffset="186549.05">15351 10122 180 0,'7'18'294'0,"-7"1"15"0,-7-2-22 0,7-1-39 16,0 2-50-16,0 0-45 0,0 0-27 0,-7 1-19 15,7-2-13-15,0 2-8 0,0-4-14 16,-6 4-14-16,6-5-14 16,0 4-13-16,0-3-10 0,0 4-10 0,0-5-4 15,0 4-4-15,0 0-8 0,0 1-17 0,0 4-28 0,0-2-34 0,0 1-44 16,0 0-64-16,0 3-71 0,0 1-77 0,0 0-22 16,-6-1 8-16,6-3 31 0</inkml:trace>
  <inkml:trace contextRef="#ctx0" brushRef="#br3" timeOffset="186850.52">15325 10917 277 0,'0'22'339'16,"7"-4"31"-16,-7 0-36 16,0 1-66-16,0-1-71 0,-7 0-41 0,7 0-26 15,0 1-15-15,0-1-8 0,0 1-11 0,0-1-8 0,-6 4-15 0,6-3-13 16,0 3-10-16,-7-1-16 0,7 2-13 0,-7-2-11 16,1 1-6-16,0 4-3 15,-1-3-2-15,-6 6 1 0,7-8 0 16,-1 5-1-16,7-4-1 0,-7 1-1 0,7-2-1 0,0-4-2 0,0-1 0 15,0-5-2-15,0 0-8 0,0-3-10 16,7-5-7-16,-7 4-4 16,0-3-3-16,0-1 3 0,7 1 9 0,-7 0 10 15,0 0 9-15,0-1 3 0,0 1 7 0,0 3 5 16,0-4 5-16,0 5 1 0,0-1 9 16,0 0 3-16,-7 4-2 0,7-3-3 0,-7 3-5 15,7 0-4-15,-6 0-20 0,6 0-34 0,-7-4-51 16,7 1-108-16,-12-1-144 0,4-4-75 0,8-3-27 0,0 0 7 0,0-3 41 15</inkml:trace>
  <inkml:trace contextRef="#ctx0" brushRef="#br3" timeOffset="188188.74">17130 9503 111 0,'0'-4'268'0,"-7"4"10"0,1 0-30 0,6-3-51 16,-6 3-56-16,-1 0-54 0,7-5-36 0,-7 5-15 0,7 0-12 0,-6 0-2 0,6-2 0 31,-6 2 4-31,6 0 1 0,0-4 3 0,-7 4 5 16,7 0 5-16,0-4 4 0,0 4 7 0,0 0 6 15,0 0 1-15,0 0 0 0,0-4-7 16,0 4-4-16,0 0-14 0,0-3-10 0,0 3-9 16,0 0-7-16,0 0-1 0,0 0-6 0,0 0 1 15,0 0-1-15,0 3 0 0,0-3-1 16,0 0 0-16,0 4 0 0,0-4 0 0,7 4 1 0,-7 0-1 16,0-2 2-16,0 3 0 0,0-5 3 0,0 0-3 15,0 3 0-15,0-3-2 0,0 0 1 16,0 0-4-16,0 0-2 0,0 4-3 0,0-4-7 15,0 0-6-15,0 0-14 0,0 0-9 0,0 0-10 16,0 0-6-16,0 0 0 0,6 0-2 16,-6 0 5-16,0 0 4 0,0 0 12 0,6 0 9 15,-6 0 5-15,0 0 12 0,0 0 9 0,0 0 4 16,0 3-3-16,0-3 0 0,-6-3-18 0,6-1-29 16,-6 4-40-16,-1-3-47 0,7 3-62 0,0 0-52 15,0 0-12-15,0 0 13 0</inkml:trace>
  <inkml:trace contextRef="#ctx0" brushRef="#br3" timeOffset="189087.76">16465 10312 67 0,'0'-3'293'0,"7"-1"31"0,-7 0 3 0,7 0-52 0,-7 1-74 31,0-1-57-31,0 4-36 0,6 0-25 0,-6-3-19 16,0 3-16-16,6 0-16 0,-6-5-13 16,0 5-9-16,8 0-8 0,-8-2 0 0,0 2-4 15,6 0-15-15,-6-4-17 0,6 4-26 16,-6 0-41-16,0 0-70 0,0 0-96 0,0 0-55 0,0 0-15 15,0 0 7-15,0 0 32 0</inkml:trace>
  <inkml:trace contextRef="#ctx0" brushRef="#br3" timeOffset="189259.25">16609 10239 135 0,'6'-4'319'0,"-6"4"34"15,7-3-8-15,-7 3-64 0,0 0-91 0,7-4-67 16,-7 4-48-16,0 0-33 0,6-4-20 0,-6 4-13 15,6 0-4-15,-6 0-7 0,6 0-9 16,2 0-17-16,-2 4-18 0,-6-4-34 0,6 0-54 16,7 4-77-16,-13-4-76 0,0 0-30 15,0 0-5-15,0 0 21 0</inkml:trace>
  <inkml:trace contextRef="#ctx0" brushRef="#br3" timeOffset="189423.13">16947 10130 201 0,'8'-5'309'0,"-2"5"21"16,0 0-41-16,-6 0-72 0,0 0-81 16,7 0-57-16,-7 5-34 0,0-3-23 0,6 2-21 15,-6 0-15-15,0-4-17 0,0 4-37 0,7-1-52 16,-7 1-68-16,0-4-68 16,0 0-32-16,0 0-7 0,0 0 23 0</inkml:trace>
  <inkml:trace contextRef="#ctx0" brushRef="#br3" timeOffset="189562.07">17150 10096 86 0,'12'0'306'0,"-4"0"30"0,-2 0 2 15,-6 0-63-15,6 4-87 0,-6-4-68 0,6 0-48 16,-6 3-28-16,7 1-21 0,-7-4-16 0,7 4-14 16,-7-4-21-16,0 0-33 0,0 0-57 15,0 0-87-15,0 0-77 0,0 0-36 0,0 0-6 16,0 0 20-16</inkml:trace>
  <inkml:trace contextRef="#ctx0" brushRef="#br3" timeOffset="190229.23">17300 9437 220 0,'-7'0'332'0,"0"3"33"0,-6 0-17 0,7 2-56 0,6-1-66 0,-14-1-33 15,14-3-17-15,-6 5-3 0,0-5-4 16,0 2-2-16,6 2-8 0,0-1-21 0,-7 2-23 16,7-5-26-16,-7 3-26 0,7-3-23 0,0 0-20 15,0 0-12-15,0 4-4 0,0-4-4 16,0 0-2-16,0 0-1 0,7 4-1 0,-7-4 1 16,0 6 0-16,7-1 0 0,-1-2-15 0,0 1-24 15,-6-4-28-15,6 3-36 0,2 1-43 0,-2-4-45 16,0-4-37-16,7 4-55 0,-13 0-74 0,7-3-55 15,0-1-5-15,5 4 18 0,-5-3 41 16</inkml:trace>
  <inkml:trace contextRef="#ctx0" brushRef="#br3" timeOffset="190396.15">17397 9485 173 0,'0'0'323'0,"6"0"31"16,-6 4-16-16,0-4-61 0,8 0-85 0,-8 2-61 15,6-2-44-15,-6 0-31 0,6 0-22 16,-6 0-16-16,7 0-7 0,-7 0-5 0,6 0-4 15,-6 0-1-15,7 5-2 0,-7-5-5 0,7 0-14 16,-7 0-21-16,6 0-21 0,0 0-33 16,0 0-52-16,2 0-58 0,-8 0-65 0,0 0-38 15,12-5-8-15,-5 5 17 0</inkml:trace>
  <inkml:trace contextRef="#ctx0" brushRef="#br3" timeOffset="190546.9">17645 9474 37 0,'13'0'272'0,"-7"-5"28"0,1 2-15 15,-1 3-46-15,1-4-59 0,0 2-65 0,-1 2-44 16,0-5-26-16,1 5-17 0,0-3-10 0,-1 3-10 16,0 0-1-16,1 0-3 0,-1 0-12 0,8 0-17 15,-8 0-36-15,0 0-51 0,2 0-73 16,-8 0-74-16,12-4-32 0,1 4-5 0,0-5 23 16</inkml:trace>
  <inkml:trace contextRef="#ctx0" brushRef="#br3" timeOffset="190697.26">18049 9414 165 0,'7'0'240'16,"5"0"-5"-16,-6 4-26 0,2-4-38 0,4 0-40 0,-5 5-40 16,0-5-44-16,-1 0-45 15,1 3-47-15,-1-3-57 0,-6 0-72 0,0 0-62 16,0 0-26-16,0 0 3 0</inkml:trace>
  <inkml:trace contextRef="#ctx0" brushRef="#br3" timeOffset="191675.96">17371 9455 118 0,'-6'5'291'0,"-1"-3"31"0,1 2-20 0,-8-4-50 0,14 3-57 0,-6 2-50 31,0-5-26-31,-1 3-15 0,7 1-7 0,-7 0-2 0,1-4-2 0,6 4-1 16,-6-4-1-16,6 2-7 16,0 3-8-16,0-5-11 0,0 0-10 15,0 3-5-15,0-3-3 0,0 4 4 0,6-4 3 16,-6 3 6-16,6 1 7 0,8-4 0 0,-8 4-4 16,7-4-6-16,7 0-3 0,-8 4-4 15,8-4-9-15,0 0-6 0,6 0-8 0,-1 3-5 0,2 1-11 0,-1-4-3 0,6 0-7 0,-5 0-4 31,5 0 0-31,1 0-2 0,-1 0 1 0,1-4 0 0,-1 4 0 0,2-3 6 0,4 3 1 32,-5-4-1-32,-1 0 0 0,1-3 2 0,-1 3-1 15,-5 1 0-15,5-2-3 0,1 5 2 0,-7-2-2 16,0 2 0-16,7-4 1 0,-7 4 3 0,0 0 4 16,-7-4-5-16,7 4 1 0,0 0 1 15,-6 0 0-15,6 0-4 0,-7 0-1 0,1 4 1 16,6-4 3-16,-7 0-4 0,8 4 4 0,-8-4 2 15,0 0 0-15,1 0-4 0,6 0 3 16,-6 0-2-16,-1-4-7 0,7 4 2 0,-6 0 0 16,7 0 2-16,-9 4 3 0,2-4 2 0,0 0 6 15,5 0-7-15,-5 2-2 0,0-2 1 0,-1 5-5 16,7-2 2-16,-12-3 0 0,11 4 0 16,-5-4 2-16,0 3 2 0,-1-3 0 0,7 4-9 15,-6-4 2-15,6 4 4 0,-7-4 1 0,7 0-1 16,-6 0-1-16,6 0 6 0,-7 0-5 0,1 0-3 15,0 0 3-15,-1-4-1 0,1 4 1 16,0-4 0-16,-1 1 5 0,1 3-1 0,-8 0-6 16,2 0 3-16,-2 0-3 0,2 0-3 0,-8 0-3 15,7 0-13-15,-7 0-23 0,-6 0-36 16,8 0-41-16,-8 0-51 0,0 0-58 0,-8 0-71 16,2 0-96-16,6 0-66 0,-13 0-12 0,0 3 25 0,0-3 45 0</inkml:trace>
  <inkml:trace contextRef="#ctx0" brushRef="#br3" timeOffset="192738.61">16655 10217 205 0,'0'0'293'0,"6"-3"12"0,-6 3-43 0,0-4-69 0,0 4-71 16,6 0-45-16,-6 0-25 0,7 0-13 15,-1 0-5-15,1 0-1 0,0 0 0 0,-1 0 1 16,0 0 2-16,8 0 3 16,-8 0 4-16,7 0 3 0,-6 0 0 0,6 4 3 0,-1-4-3 0,2 0-4 15,-2 0-6-15,2 0-8 0,-1 0-6 16,0 0-8-16,6 3-6 0,-5-3-1 0,-2 0-5 15,8 0-2-15,-1 4 1 0,7-4-3 16,-6 3 7-16,0 1-5 0,-1-4 1 16,7 4 2-16,-6-1-3 0,6-3 1 0,-7 0-15 0,1 0 6 15,0 0 5-15,5-3 1 0,-5 3 3 0,0 0 0 16,6-4 7-16,-7 0-4 0,1 4-3 0,6 0-2 16,-7-3-2-16,1 3-4 0,0 0-1 0,5 0-1 15,-5 0-4-15,0-4-4 0,-1 4-5 0,1-3-5 16,6 3-2-16,-6-4-8 0,-1 0-2 15,1-4-3-15,-1 2-3 0,7-2-2 0,-6 5 0 16,0-5 3-16,5 4 2 0,-5 1 2 0,6-4 6 16,0 3 6-1,0 0 6-15,1 0 3 0,-9-3 5 0,9 7 4 0,-1-4 3 0,0 0 2 0,0 4 4 16,-7-2 2-16,7-3-1 0,-6 5 0 16,-1-3 0-16,1-1 0 0,6 1 0 0,-6 3 0 15,-1-4 1 1,1 0 3-16,6 0 0 0,-7 1-2 0,7-1-5 15,-6 1-6-15,0-1-4 0,5 1 3 0,-5-1 2 16,0 0-1-16,6 0 2 0,-7 1 1 0,1 3 0 16,-1-4-1-16,1 4-1 0,0 0 8 0,6 0 4 0,-7 0 6 0,1 0 2 15,0 0-2 1,-1 0-1-16,1 0-2 0,-8 0-3 0,8 0-1 0,-7 0 1 0,7 0 4 0,0 0-3 16,-8-4-2-16,8 4-4 0,-1-3-3 15,-5 3-5-15,-2 0-6 0,8-4 1 0,-7 0 1 16,0 0-10-16,0 1-22 0,0-2-30 0,0-1-24 15,0 3-26 1,-6 3-28-16,-7 0-33 0,0 0-27 0,0 0 1 0,0 0 15 0</inkml:trace>
  <inkml:trace contextRef="#ctx0" brushRef="#br3" timeOffset="193277.76">19203 9474 147 0,'6'-5'284'0,"0"5"12"0,-6-3-25 0,0 3-46 0,6 0-51 16,-6-4-55-16,-6 4-34 0,6 4-21 0,0-4-15 15,-6 0-9-15,0 0-9 0,6 8-1 16,-14-5-2-16,8 9-3 0,-1-2-2 0,-6 1 6 16,0 4-2-16,0-1-1 0,-6 5-4 0,-1 4-2 15,-6 2-2-15,-1 0-4 0,2 4-3 16,-8 5-2-16,0-2-2 0,1 5 2 0,-1 0-2 15,1 3-2-15,-1 1-1 0,1-5-1 0,-1 0-1 16,7-3-5-16,6 0-3 0,-5-4-8 0,11-3-14 16,-5 0-16-16,6-4-20 0,0-4-36 0,6-7-61 15,-6-1-88-15,7 2-65 0,6-12-24 16,0 0 1-16,0 0 24 0</inkml:trace>
  <inkml:trace contextRef="#ctx0" brushRef="#br3" timeOffset="194259.96">19098 9544 59 0,'6'-5'251'0,"1"1"14"0,0 1-15 0,-7-1-28 16,6 1-20-16,0-4-46 16,-6 3-46-16,7 0-25 0,0-3-15 15,-7 3-7-15,6 1-6 0,-6-2 1 0,0-1 1 0,6 2-1 0,-6 0 0 16,7 1-1-16,-7-2 0 0,0 5 0 0,0 5 2 15,6-5 2 1,-6 0-5-16,0 0 4 0,0 0-4 0,-6 0 2 0,6 0 0 0,0 0 0 16,6 0 4-16,-6 0-4 0,0 3-1 0,7-3-8 15,-7 4-8-15,0 0-6 0,0 0-7 0,0 3-8 16,0-4-3-16,7 4-5 0,-7 5-1 16,0-2-4-16,0 6 0 0,0-2 2 0,6 1-5 15,-6 2 3-15,0 3-1 0,0-3-2 0,0 5-4 16,6-3-2-1,-6 7 2-15,0-5-1 0,0 1-4 0,8 4 3 0,-8 0 3 0,0 0 4 0,0-1-5 16,0-4 3-16,6 2 2 0,-6 3-3 16,6-5-2-16,-6-2-4 15,0 3 6-15,6 0-2 0,-6-1-1 0,0 2 0 16,7-1 3-16,-7 0 0 0,0-1-2 0,0 1 2 0,0-3 4 0,7 3-1 16,-7-4-4-16,0 1 0 15,0-1 3-15,0 0-4 0,6 4 3 16,-6-3 1-16,0-2 1 0,0 2-4 0,0 0-3 15,0 1 3-15,0-1-5 0,0 4 2 16,0-5 3-16,0 0 5 0,0 5-4 0,0-5-1 16,0-4 1-16,7 5-3 0,-7-2 2 15,0 2-2-15,0-1 4 0,0 1 2 0,0-2 0 16,0 6 1-16,0-4-6 0,0 2 4 0,0-2-1 16,0 3-3-16,0-5 0 0,0 6-2 0,0-4 1 0,0 2-2 0,0-2 2 15,6-1 3-15,-6 0-2 16,0 0 1-16,0 1-3 0,0-1 1 0,0 1-3 15,0-5 2-15,0 5 1 0,0-2 0 16,0 2-1-16,0-1-1 0,0-3-10 0,0 3 3 16,0-4 0-16,0 6 7 0,0-6 4 0,0 4-1 0,0-4 13 0,0 2-5 15,0-2-1 1,0 1-4-16,0-1-3 0,0 2 0 0,0-1 1 16,0-5 1-16,0 1-2 0,0-1-3 0,0 2 3 0,0-1-2 15,-6 0 0-15,6 0 0 0,0 3 0 0,0-3 3 0,0 1-1 16,0 2 1-1,0-3 0-15,0 3 1 0,0-2 5 0,0 3 0 16,0-5 1-16,0 6 3 0,0-2 2 16,0 1 1-16,0-1-5 0,0-3-2 0,0 1 1 0,0-3 1 15,0 7-5-15,6-9-3 0,-6 4 0 16,0-4 2-16,0 4 0 0,0-3 2 0,0-1-3 16,0 1 0-16,0-1 1 0,6 0-1 0,-6 0-6 15,0-3-4-15,0 0 5 0,8-1 1 16,-8 2-2-16,0 1-4 0,0-3 1 0,0 1-18 15,0 0-18-15,0 0-17 0,0 0-19 0,0 0-25 16,0-4-35-16,0 3-26 0,0-3-37 16,-8 0-80-16,8 0-110 0,0 0-38 0,-6-3 1 0,0-5 25 0,-1-4 44 0</inkml:trace>
  <inkml:trace contextRef="#ctx0" brushRef="#br3" timeOffset="195614.82">16531 11976 232 0,'-7'3'333'0,"0"-3"29"0,7 0-34 0,-6 0-61 0,6 4-71 0,-6-4-49 15,6 0-31-15,0 0-18 0,-6 0-12 16,6 0-10-16,0 0-12 0,0 0-11 0,0 0-9 15,0 0-7-15,0 0-9 0,0-4 0 0,6 4 0 16,0 0 7-16,-6-3 7 0,6-1 11 0,-6 0 9 16,7 4-1-16,0 4 0 0,-1-4-5 15,7 4-12-15,1-1-11 0,-2 1-7 0,8 0-9 16,-1 0-7-16,1-2-4 16,6 2-1-16,0-4-1 0,0 4-4 0,7-4 1 0,-1 4 1 0,1-4 0 15,-1 0-2-15,7 0 0 16,-6 0 2-16,7 0 4 0,-8 3-2 15,7-3-1-15,-7 4-1 0,1-4-2 0,-1 0 0 0,1-4-5 0,-1 4 0 16,-5 0 2-16,5 0 1 0,-6 0 2 0,7 0 0 16,-7-3-2-1,7 3 1-15,-7-4-3 0,0 4 0 0,7-4 1 0,-7 0-2 0,0-2-8 16,-1 2-8-16,8-3-5 0,-7-1-4 0,0 1-3 16,7 0-3-1,-7-4 1-15,6 3 3 0,1 1 1 0,-1 0 2 16,-6-1-2-16,7 1 4 0,-1-1 2 0,-5 1 4 15,5 3 2-15,1-3 4 0,-7-1 3 0,0 2 1 16,0 2 4-16,1-3 0 0,-9 3 0 16,9 0-3-16,-7 0-3 0,6 1 0 0,-7-1-4 15,7 1 1-15,-6-1-1 0,0 4 1 0,-1 0 1 16,7-3 1-16,-6 3 2 0,-1-4 5 16,0 4 1-16,1-4 4 0,-1 4 2 0,1 0 0 15,0-4 0-15,-7 1 0 0,7-1 0 0,-8 0-2 0,2-2 0 0,5 2 0 16,-6 0 2-16,6-3 0 0,-5 3 0 0,5-3 0 15,-6 3 1-15,6 0-1 0,-5-3 0 0,5 7 0 16,-6-5 0-16,7 5 0 16,-7 0-2-16,7 0 1 0,-8 0 2 15,1 0 1-15,1 0 0 0,-2 0 1 0,2 0 0 16,-2 0-2-16,2 0-2 0,-8-3-1 16,1 3-1-16,-1 0-5 0,7-3-4 0,-6 0-5 15,-1 3-4-15,0 0-5 0,2 0-9 0,-2 3-9 16,0-3-11-16,1 3-10 0,-7 0-16 0,6 2-19 0,-6-5-38 0,7 0-53 15,-7 0-66 1,0 0-56-16,0 0-19 0,0 0 4 0,0 0 39 16</inkml:trace>
  <inkml:trace contextRef="#ctx0" brushRef="#br3" timeOffset="197219.68">17078 11250 17 0,'0'4'246'0,"-7"-4"26"0,7 0-11 0,0 0-30 0,0 0-42 0,0 0-46 15,0 0-47-15,0 3-36 0,7-3-20 0,-7 0-17 16,0 0-8-16,0 4-3 0,7-4-5 16,-7 4 2-16,6-4-1 0,0 3-1 0,1 1-1 15,-7 0 1-15,13-1-3 0,-7-3 3 0,-6 5 0 16,7-3 2-16,0 2 0 0,-1-4-1 0,1 0 2 0,5 0-2 0,-4 4 0 15,4-4-2 1,-6 4-1-16,8-4 2 0,-8 0-2 0,7 3-1 16,-6-3-1-16,6 0-1 0,-7 0 0 15,8 0-2-15,-8 0-1 0,0 0-1 0,7 0-1 0,-6 0 2 16,0 0 1-16,5 0-1 0,-5 0 1 16,6 4 2-16,-7-4 0 0,8 0-11 0,-8 0 4 15,7 0 4-15,0-4 1 0,-6 4-2 0,5-3 2 16,2 3 9-16,-1-8-1 0,-7 8-5 0,8-6-1 15,-2 1-1-15,-6 2-1 0,8-5 0 16,-1 5 0-16,-6 3 0 0,6-4 0 0,-7 0 0 16,7 4 0-16,-6 0 0 0,5 0 0 0,-5 0 1 15,6 0 0-15,-6 0-1 0,6 0 0 16,-7 0-1-16,1 0 0 0,5 0 0 0,-4-3-1 0,-2 6 2 16,0 1-1-16,7-4 1 0,-6 4 0 15,-1-4 1-15,1 0-2 0,6 0 1 0,-6-4-1 16,-1 4 0-16,7 0 0 0,-6 0 0 0,5-4 1 15,-5 4 0-15,-1-3 0 0,8 3 0 16,-14-4 0-16,12 1-1 0,-4 3 1 0,-2-4-1 16,0 4 1-16,0-4 0 0,1 4 21 0,0 0-8 15,6 0-6-15,-7 0-2 0,0 0-4 0,2 0-1 16,4 4-21-16,-6-4 9 0,8 0 4 16,-1 4 2-16,-7-4 2 0,8 0 4 0,-8-4-1 0,8 0 1 15,-8 4 1-15,0-3 1 0,7-2-1 16,-6 5-1-16,-1 0 0 0,1 0-1 0,5-2 1 15,-4-2 0-15,4 0 1 0,-6 0 1 16,8 4-2-16,-8-3 2 0,7 3-1 0,1 0 1 16,-8-4-1-16,6 4-1 0,2 0 1 0,6-4 0 15,-7 0 0-15,-7 2-4 0,7-4-5 0,0 4-4 16,0-2-8-16,-6 1-8 0,-1-2-8 16,7 2-7-16,-13-1-11 0,7 0-13 0,-1 0-17 15,1 2-13-15,-7-3-19 0,6 2-19 16,0-1-13-16,-6 4-8 0,8-4-4 0,-8 4 6 15,0 0 10-15,12 0 12 0,1-3 6 0</inkml:trace>
  <inkml:trace contextRef="#ctx0" brushRef="#br3" timeOffset="197822.64">18557 10181 294 0,'7'-8'327'0,"-7"4"20"0,6 1-51 0,1-2-95 0,-7 3-84 0,0-2-51 16,6 0-30-16,-6 4-18 15,0-4-9-15,6 1-8 0,-6-1-3 0,8 4-5 0,-2-4-6 0,-6 0-8 16,0 4-3 0,6 0-1-16,-6-2-2 0,6 2 4 0,-6 0 3 0,7 2 9 0,-7-2 5 0,0 4 7 15,0 0 4 1,7-4 4-16,-7 7 4 0,0 1 5 0,0-2 1 0,-7 2 2 0,7 4-1 15,0-1 1-15,0 3 1 16,0 4 0-16,0 1 3 0,0-1-1 16,0 3 2-16,0 6-1 0,7-6-1 0,-7 9-4 15,0-1-5-15,0 0-1 0,0 4-3 0,6 1-8 0,-6-1-7 0,7-4-14 16,-7 4-20-16,6-7-32 16,-6-1-58-16,0 1-79 0,0-4-80 15,0 0-36-15,0 0-5 0,-6-4 19 0</inkml:trace>
  <inkml:trace contextRef="#ctx0" brushRef="#br3" timeOffset="198023.34">18629 10950 296 0,'6'4'337'0,"-6"-1"25"0,7 0-43 0,-7 5-73 16,0-4-72-16,6 3-44 0,-6-3-28 0,0-1-19 15,7 5-18 1,-7 3-16-16,0-4-11 0,7 4-14 0,-7 3-11 0,6-3-8 0,-6 1-4 15,0 2-8 1,0 1-14-16,0 0-21 0,0-4-22 0,0 3-29 16,0 1-47-16,-6-1-54 0,6 1-71 0,-7 0-58 15,0-3-21-15,1-2 11 0,-7 1 34 0</inkml:trace>
  <inkml:trace contextRef="#ctx0" brushRef="#br3" timeOffset="198181.75">18603 11272 38 0,'0'0'305'0,"0"4"37"0,0-4 11 0,0 0-50 0,0 0-77 0,0 0-79 16,0 0-55-16,0 0-37 0,0-4-27 0,6 4-16 16,-6-4-18-16,0 4-20 0,0-3-28 31,0 3-48-31,0-4-68 0,0 4-97 0,0 0-49 16,0 0-15-16,0 0 9 0,0 0 37 0</inkml:trace>
  <inkml:trace contextRef="#ctx0" brushRef="#br3" timeOffset="199728.96">18830 11789 192 0,'0'4'246'0,"0"3"1"0,0-4-10 0,0 1-22 16,0 0-28 0,0-1-26-16,0-3-27 0,0 4-15 0,0 0-10 15,0-4-11-15,-6 4-4 0,6-4-5 0,0 0-3 0,0 3-6 0,0 1-10 0,0-1-5 31,6-3-13-31,-6 0-9 0,0-3-8 0,0 3-8 0,0-4-3 0,-6-3-5 0,12 3 1 16,-6 0 1 0,8-3 2-16,-2 3 5 0,0 1 8 0,1 0 1 0,-1-1 4 0,1-4 2 0,-1 1-3 31,7 0-8-31,1-5-10 0,-2 1-3 0,2-3-7 16,-1-5-6-16,-1-3-2 0,8 1-1 0,0-5 0 15,-1-3-2-15,1 4 1 0,6-5-1 0,-7-3-7 16,1 4-4-16,6 0-3 0,-6 0-1 15,-1 2-7-15,1 1-1 0,0 5 1 0,-8 3 3 16,8-5 3-16,-7 9 9 0,-1-1 3 0,-4 1 0 16,4 2 2-16,-6 1 1 0,2 4-2 15,-2-4-12-15,7 4-1 0,-13 2-5 0,6-1-9 16,-6 2-9-16,7-3-5 0,-7 3-3 0,0 0-4 16,0 0 4-16,7 4 8 0,-7-2 4 0,0 2 4 15,0 0 7-15,0 0 7 0,0 0 3 0,0-6 0 0,0 6 6 0,0 0 3 16,0 0 0-16,0 0 1 0,6 0 3 0,-6 0 0 15,0 0-1-15,0 0 2 0,6 0 2 0,-6 0-1 16,0-2-2-16,6-2-1 0,-6 1 0 0,0-2-1 31,8 5 3-31,-8-3 0 0,6-1-1 0,-6 0 5 16,0 0 3-16,0 2 0 0,0 2 2 0,6 0 6 0,-6 0 8 0,0 2 4 0,0-2 2 31,0 0 0-31,-6 0 0 0,6 0-20 0,0 0 4 0,-6 4 2 0,-2 0 3 0,2 0-1 0,0-1-3 31,0 5 13-31,-8-2-9 0,8 6-10 0,-7-1-5 16,-1 3-2-16,2 2-2 0,-2 2 0 0,-5 3-1 16,-1 6-1-16,2-2 1 0,-2 1-5 15,-7-1 4-15,8 8-1 0,-7 0-2 0,0 1-3 16,0-2 1-16,0 2-1 0,0-2-3 0,-1-2-6 16,1-1-8-16,7 1-7 0,-1-5-11 15,0-4-13-15,1-1-13 0,6 1-14 0,0-6-20 16,1-4-28-16,-2 0-48 0,14 0-58 0,0-11-82 15,0 0-41-15,0 0 0 0,0 0 17 16,0 0 52-16</inkml:trace>
  <inkml:trace contextRef="#ctx0" brushRef="#br3" timeOffset="200092.17">18707 11064 161 0,'-7'-4'281'0,"1"0"8"0,6-4-32 0,-6 4-50 0,-2 2-55 16,2-3-55-16,0 5-34 0,6-2-24 15,-6 2-18-15,-1 0-18 0,0 0-23 16,1 0-35-16,6 0-44 0,-7 0-52 0,1 2-41 0,6-2-61 15,0 0-22-15,0 5 10 0,-7 1 33 16</inkml:trace>
  <inkml:trace contextRef="#ctx0" brushRef="#br3" timeOffset="202402.9">17312 11163 142 0,'0'0'353'0,"0"0"48"0,0 0 30 0,7 0-46 0,-7 0-70 16,0 0-47-16,0 0-36 0,0 0-33 15,0 0-45-15,0 2-34 0,7-2-34 0,-7 0-30 16,6 0-26-16,0 4-16 0,1-4 1 0,0 4-7 15,6 0-5-15,-7-1-3 0,7 5-4 16,6-2 0-16,1 0-1 0,0 0 1 0,-1 2 1 16,1-1-10-16,0-3-15 0,-1 2-24 0,7-1-26 15,7 2-31-15,-7-3-29 0,6-1-25 0,1-3-10 16,6 4-1-16,-7-1 2 0,8-3 15 0,-1 0 18 16,-1 4 23-16,-5-4 26 0,7 0 21 15,-1 4 27-15,-7-4 20 0,1 0 21 0,-1 3 16 16,-6 1 15-16,1-4 13 0,-1 0 11 0,0 0 11 15,-7 0 7-15,1 0 4 0,0 0 0 16,5-4-1-16,-12 4-8 0,7-3-8 0,-1-1-13 16,-5 4-11-16,5-4-12 0,-6 1-6 0,6 3-6 15,-5-4-7-15,5 4-2 0,-6 0 0 0,6 4-10 16,-5-4-14-16,6 3-16 0,-8-3-14 16,1 4-14-16,7 3-10 0,0-3-2 0,-8 3 1 15,2-2 6-15,5-3 11 0,-5 2 10 16,4-4 10-16,-4 4 10 0,-1 0 12 0,0-4 10 0,0 0 12 15,7 0 6-15,-8 0 7 0,1 0 5 16,1 0 3-16,5-4 2 0,-6 0 1 0,0 4 1 16,0-4-1-16,0 2 0 0,0 2 1 0,0-5 4 15,7 5-2-15,-7 0 2 0,0 5 2 16,-7-5 1-16,7 6-1 0,1-6-3 0,-2 8-1 0,2-8-2 16,-8 3-2-16,7 1-1 0,0-4 0 15,0 4-2-15,-7-4 2 0,8 0-2 16,-1 0-3-16,0 0-2 0,0 0-6 0,-1 0-1 15,-4 0-4-15,4 0-3 0,1 0-1 0,-6 0 1 16,6 0-4-16,0 0-1 0,0 0-2 0,0 0 1 16,0 0-1-16,0 4-1 0,-7-4 0 15,8 2 1-15,-2-2-1 0,2 6 1 0,-8-4 2 0,7-2 0 16,-6 4 1-16,6-1 1 0,-7 2 0 0,8-2 0 16,-8-3-2-16,0 0 1 0,0 4 7 15,2 0 12-15,-2-4 18 0,0 0 26 16,1-4 22-16,-1 4 30 0,1 0 27 0,0 0 30 0,-1 0 23 15,0 4 6-15,-6 0 0 0,6-4-17 16,-6 2-25-16,8-2-38 0,-8 5-43 0,6-5-31 16,-6 3-46-16,-6-3-62 0,6 0-94 0,0 4-108 15,-8-8-139-15,8 4-175 0,-6-3-71 0,-6-2-1 16,5 3 57-16,0-2 92 0</inkml:trace>
  <inkml:trace contextRef="#ctx0" brushRef="#br3" timeOffset="202515.26">19351 11309 40 0,'-12'0'234'0,"-8"0"-107"0,1 0-60 0,-1 0-112 15,0-4-119-15,8 4-70 0</inkml:trace>
  <inkml:trace contextRef="#ctx0" brushRef="#br3" timeOffset="207924.64">14283 13752 178 0,'0'-7'355'0,"0"4"43"0,-14 6 38 0,8 8-75 0,-7 4-71 0,6 3-30 15,-5 11-3-15,-2 4 4 0,-5 8 16 0,-1 6 24 16,8 1 18-16,-2 7 10 0,1-1 0 16,7 5 0-16,6 0-16 0,-7-1-39 0,7-2-36 15,7-5-37-15,-1 0-41 0,7-7-40 0,1-7-33 16,-2-5-25-16,2-5-21 0,5-6-18 15,1-5-8-15,-8-3-3 0,8-5-4 0,0-8-1 16,-1-4-1-16,-5-4-4 0,4-6-2 0,-4-4 0 16,5-4-5-16,-5-4 3 0,-2-3 0 0,-6-4 0 15,8 0 11-15,-8 0-16 0,7 0-9 0,-6 0-14 16,0 0-8-16,-1 4 2 0,0 0-14 16,0 7 15-16,-6 0 16 0,0 3 35 0,0 9-3 15,0-2-8-15,0 9 2 0,0 3-1 16,0 3-3-16,0 9-25 0,-6 2 13 0,6 8 12 15,-6 0-2-15,6 11 7 0,0-1 7 0,0 5 7 0,0 4-1 16,0 0-2-16,0 2 4 0,6 1-5 16,0 0-5-16,-6-4-6 0,8 1-3 0,-2-1-6 15,0-7-3-15,8-1-8 0,-1-5-18 0,-7-2-29 16,0-6-36-16,8-1-38 0,-8-7-38 16,0 0-31-16,-6-4-20 0,0 0 0 0,0-7 0 0,0 0 5 15,0-4 1-15,-6-3 6 0,6-3 10 16,-6-2 7-16,0-5 17 0,-8 2 23 0,8-7 25 15,-1-1 25-15,1 1 18 0,-8-3 24 0,8-1 17 16,0-3 17-16,-2-1 8 0,8-3 10 16,-6 4 5-16,6 0 2 0,0 0 1 0,0-1 1 15,6-3 1-15,-6 8-1 0,8-4 1 0,-2 3 0 16,7-1 0-16,-6 6-1 0,6-1 2 0,7 4 0 16,-8 3 4-16,2 4 9 0,-2 0 17 0,1 4 21 15,1 3 27-15,-8 4 39 0,6 4 28 0,-12 3 27 16,8 4 24-16,-8 4 24 15,0 3 14-15,-8 0-3 0,2 8-6 0,-6-1-17 0,5 5-29 16,-6-4-38-16,0 3-42 0,-1-2-29 0,2-2-29 16,-2-3-21-16,2-1-18 15,5-3-29-15,-6-3-49 0,6-1-88 0,7 1-95 16,-6-3-118-16,0-2-123 0,-2 1-201 0,8-11-72 16,0 0 19-16,0 0 60 0,0 0 105 15,0 0 119-15</inkml:trace>
  <inkml:trace contextRef="#ctx0" brushRef="#br3" timeOffset="211687.68">19645 9664 285 0,'0'-8'337'0,"0"1"24"0,0 4-31 16,0-4-108-1,6-1-79-15,2 4-49 0,-2-4-30 0,0 1-19 16,1 5-13-16,6-2-8 0,-7 0-6 16,1 0-4-16,-1 4 3 0,1 0 8 0,0 4 15 0,-1 0 16 0,0 0 19 0,1 5 17 15,0 3 16 1,-7-1 11-16,6 3 8 0,-6 5 3 0,0 6-2 0,0 1 1 0,0 4 0 0,-6-1 4 31,6 4-5-31,0 0-1 0,0 0-6 0,0 0-8 0,0 0-17 0,0-1-21 0,0 1-17 16,6 0-17-1,0-7-15-15,1 0-14 0,-1-4-1 0,1 0-7 16,0-7 1-16,-1-1-5 0,0-3-1 0,8 0-2 0,-8-3-6 0,7-1 1 0,0-3-5 16,-6-1 3-16,5-3 3 15,-4 0 2-15,-2-3 0 16,0-1-3-16,8 0 0 0,-14-4 1 0,6 5-2 15,-6 0-2-15,-6-5 4 0,6 5-8 16,-7-2 8-16,0 5 5 0,1 5 5 0,0 2 2 16,-8 0 1-16,8 8 15 0,-7-1-8 0,6 8 2 15,0 4-2-15,1 7 0 0,0 0 8 0,0 7 13 16,6 4 16-16,-8 4 10 0,8 0 12 16,8 6 8-16,-8 2 4 0,6 2-1 0,0-3-10 15,-6 0-13-15,6-3-12 0,1-6-4 0,0 3-12 16,-1-9-9-16,-6 0-2 0,0-7-7 15,0 0 6-15,0-7 1 0,-6-5 1 0,-1 1 4 16,0 0 3-16,1-8 3 0,-6 2-3 0,-2-1-4 16,1-4-4-16,6 0-6 0,-6-4-11 15,1 0-7-15,5 0 2 0,0-3-7 0,-5 0-34 16,5-1-57-16,7-3-68 0,-7-3-80 0,7-5-87 16,0 1-76-16,0-7-50 0,7-2-54 0,-7-5-75 15,7-1 5-15,-1-1 41 0,0-2 61 0,8 0 69 16</inkml:trace>
  <inkml:trace contextRef="#ctx0" brushRef="#br3" timeOffset="212105.33">20069 10324 280 0,'0'-8'412'0,"0"1"58"0,0 3 33 0,-7-4-88 0,7 5-86 0,0-1-56 0,0 1-40 31,0-4-29-31,7 3-19 0,-7-4-12 0,6 1-18 0,8 3-22 0,-8-2-21 0,6 1-19 31,2-2-20-31,-1 0-15 0,-7 3-6 0,8-3-5 16,-2 7 3-16,2 0 2 0,-2 0 15 0,-5 3 6 0,6 1 8 0,-6 0 20 0,-1 3 16 16,0 0 22-16,1 4 9 0,-7 0 13 0,0 1 4 15,0 2 1 1,-7 1 0-16,1 2-1 0,-7 2-3 15,7 0-1-15,-8-1 2 0,2 1-6 0,5 2-14 0,-6-3-15 0,0 4-16 0,6 1-14 0,1-9-23 32,-1 5-15-32,7-5-9 0,-6-3-8 0,6 0-6 15,0-4-8-15,0 0-2 0,0-3-4 16,6 0-5-16,1 0-6 0,6-4-6 0,-6 0-10 16,5-4-22-16,2 0-40 0,-2 0-67 0,2 1-85 15,-1-4-121-15,-1 3-126 0,2-3-106 16,-2-1-76-16,2 1-41 0,5-1-31 0,-6-2-29 15,-6 3 31-15,5-5 72 0,2 5 86 0,-1 0 91 16</inkml:trace>
  <inkml:trace contextRef="#ctx0" brushRef="#br3" timeOffset="212858.56">20557 10305 238 0,'0'-8'399'0,"7"1"73"0,-7-1 61 0,0 2-12 0,0 2-14 0,-7-3 23 16,7 3 34-1,-6 0 22-15,0 4 7 0,-8-4-25 16,8 2-50-16,-7 4-81 0,7 2-81 0,-8 0-81 16,8 3-74-16,-8 5-63 0,8-2-39 0,0 5-29 15,-7-1-16-15,6 5-14 0,1 3-9 16,6 0-2-16,-7 4-9 0,7-4-3 0,0 4-5 16,7-1-4-16,-7-3 0 0,6-1 0 0,1-2-1 15,-1-4-2-15,1-1-4 0,5 1-1 16,2-8-5-16,-1 1-13 0,0-4-20 0,0-1-32 0,0-6-39 15,0 3-52-15,0-12-58 0,0 5-57 0,-7-8-55 16,8 1-39-16,-1-5-27 0,-7 2 2 16,8-2 12-16,-8-3 27 0,0 3 45 15,0-3 52-15,1 4 56 0,0-1 49 0,-7 2 44 0,0 3 39 16,0-3 28-16,0 4 21 0,0-3 25 16,0 9 26-16,0 0 33 0,0 0 33 0,0 3 47 15,0 4 43-15,0 0 36 0,0 4 33 0,0 3 22 16,0 0 16-16,0 4 5 0,0 1-5 0,0 6-15 15,0 0-26-15,0 1-30 0,0 2-38 0,0 5-52 16,0-3-31-16,0 3-31 0,0-5-25 16,0 1-19-16,6 0-12 0,-6-4 4 0,7-3-10 15,-7 0 3-15,0-4-9 0,6-4-5 16,-6-3 2-16,7-1-5 0,-7-3 4 0,7-3-10 16,-1-5 5-16,-6-3 3 0,6-4-3 15,0 4 1-15,-6-7-7 0,8 0-10 0,-2 0-14 0,-6-1-15 0,6 2-12 16,1-2-11-16,-7 1-11 15,0-1 0-15,6 4 8 0,-6 1 15 0,7 3 12 16,-7 0 14-16,7 3 4 0,-7 4 17 16,0 4 12-16,6 0 2 0,-6 4 11 0,6 4 5 15,-6 3 13-15,6 3-2 0,-6 1 8 0,8 6 11 16,-8-1 2-16,6 1 6 0,0-2 4 0,1 3-3 0,0-4-6 16,-7 0-13-16,6 0-9 0,1-7-7 15,-7 1 0-15,6-1-1 0,0-8-4 0,-6 1 0 16,8-4-3-16,-8-4 0 0,6 1-7 0,0-8-2 15,0-1 1-15,2-2-1 0,-8-8 0 0,6 3-7 16,7 2-1-16,-7-6 3 16,1 5-6-16,0 4 0 0,-1-2 2 0,0 2 2 15,8 3-6-15,-8 3 9 0,0 1 7 0,1 4 5 16,0 3 9-16,6 7 15 0,-7 0 37 0,0 8 11 16,1 4 5-16,0-1 0 0,-1 7-2 15,0 0-20-15,1 5-40 0,6-1-70 0,-6-3-108 16,-1 0-151-16,1 3-195 0,-1-4-176 0,1-2-175 0,-1 2-150 15,0-2-11-15,-6-2 90 0,8-2 161 16,-8-1 160-16,6-3 182 0</inkml:trace>
  <inkml:trace contextRef="#ctx0" brushRef="#br3" timeOffset="-207784.82">16400 12444 62 0,'-6'8'365'0,"-1"3"48"0,-6 7 36 0,-6 5-23 0,5 2-113 16,-5 8-79-16,12 3-51 0,-6-2-32 16,7 2-20-16,-7 1-17 0,13-4-18 0,-7-4-25 15,7-4-15-15,7 1-13 0,0-8-12 0,-1 1-9 16,7-5-4-16,0-3-4 0,0 0-8 0,7-6-13 16,-8-2-18-16,2 1-30 0,5-8-42 15,-5 4-42-15,-2-3-41 0,8-5-35 0,-7 0-47 16,0 1-53-16,0 0-75 0,1 0-18 0,-2-1 14 15,-6 1 28-15,8-1 53 0</inkml:trace>
  <inkml:trace contextRef="#ctx0" brushRef="#br3" timeOffset="-207054.59">16700 12634 335 0,'0'-13'415'0,"6"-3"67"0,-6 2 35 16,0 7-51-16,-6-1-40 0,6 1-24 0,-6 7-23 15,-1 0-28-15,7 4-43 0,-7 7-52 16,1 1-51-16,6 5-56 0,-7 4-40 0,7 2-60 15,0 3-13-15,0 3-15 0,7-3-17 16,-1-5-2-16,8 4-8 0,-2 2 25 0,2 2-10 0,-2-3-7 16,2-4 2-16,5 3 1 0,-6-6 3 15,6 0-5-15,-5-5-4 0,-8-3 0 16,7 0 3-16,-13-4 0 0,7 0 1 0,-7-3 2 16,0 3-3-16,0-3 2 0,-7-1 1 0,-6-3-2 15,7 5-4-15,-8-5-6 0,8 0 6 16,-7 0-1-16,6 0-4 0,-5 0 1 0,5 0-1 0,1-5-4 15,-1 5-12-15,0 0-13 0,7-3-18 16,0 3-24-16,0-4-18 0,0 1-18 0,7-1-16 16,0-4-13-16,-1 1-9 0,1 0-6 0,-1 0-2 0,7-4 3 15,0-3 5-15,1-1 9 0,-2 0 16 16,8-3 20-16,-7-1 23 0,-1 1 19 0,8-4 22 16,-6 4 20-16,5-1 20 0,-6 1 24 15,0 4 26-15,-7-2 29 0,8 5 36 16,-8 4 38-16,1 4 38 0,-1 3 24 0,1 0 12 0,-1 3 7 0,-6 8-7 15,7 0-20-15,-1 4-21 0,0 3-30 16,2 1-22-16,-8 2-38 0,6 2-30 16,0-6-19-16,1 6-30 0,0-1-8 15,-1-4-19-15,7 0 2 0,-7 1-2 0,8-8-18 0,-8-1-14 0,7-2-29 16,-6-1-27-16,5-7-23 0,-5 0-18 16,6-3-4-16,-6-1 2 0,5-7 22 15,-4-3 23-15,4-1 26 0,-6 1 30 0,1-5 16 16,0 0 12-16,-1-3 4 0,-6 4 6 0,7 0 1 0,-7-1 6 15,0 4 26-15,0 1 35 0,-7 7 32 0,7-4 25 16,-6 6 16-16,6 3 6 16,-7-2-6-16,0 8-18 0,1-2-22 15,0 3-14-15,6 6-10 0,-6-4-10 0,6 4-8 0,0 1-4 0,0 2-4 16,0 1-5-16,0-1-2 0,6 4-5 0,0-4-8 16,7 2-6-16,-6 2-4 0,6 0-6 15,-7-3-4-15,8 3-4 16,-2 1 1-16,-6-2 9 0,2-2-2 0,-2-1 2 0,0 3 1 0,-6-3-5 15,7-3 2-15,-7-4-17 16,-7 4 1-16,7-4-2 0,-6-3-1 16,6 0-5-16,-6-4-7 0,-2 0-30 0,2-4-45 0,-6 0-59 15,12-3-71-15,-7 0-65 0,0 0-70 16,1-5-38-16,6 1-22 0,-7 0-4 0,7-3-9 16,7-1-28-16,-7-4-46 0,6 5 7 0,-6-4 34 0,7-1 47 15,0-3 68-15</inkml:trace>
  <inkml:trace contextRef="#ctx0" brushRef="#br3" timeOffset="-206887.28">17332 12778 158 0,'13'-11'398'0,"-6"7"85"0,6 0 83 16,-13 4-11-16,6 0-47 0,-6 8-31 15,6 0-30-15,-6 1-41 0,7 7-51 0,-7-1-56 0,0 0-61 0,7 2-58 16,-7 5-52 0,6 0-44-16,0 0-31 0,-6 4-29 0,8 0-28 0,-8-4-44 0,6 0-57 0,0-5-66 15,-6-2-75 1,7-3-79-16,-7-2-66 0,6-1-43 0,-6-6-15 0,0-3-22 0,0-3-31 15,0 3-25-15,0-12 22 0,-6-2 47 0,-1-6 54 16</inkml:trace>
  <inkml:trace contextRef="#ctx0" brushRef="#br3" timeOffset="-206738.81">17411 12730 378 0,'6'-18'471'0,"0"3"103"0,-6 1 55 16,7 2-46-1,-7 5-43-15,0 0-50 0,6 4-54 0,-6-1-84 16,0 0-73-16,7 0-78 0,-7 4-70 0,7-3-53 15,-7 3-49-15,0 0-45 0,6 0-80 16,-6-5-89-16,-6 5-102 0,6-2-99 0,-7 2-86 0,0-5-106 0,1 5-90 0,-7-2 4 16,-7-2 52-16,7 0 78 0,-6 0 84 0</inkml:trace>
  <inkml:trace contextRef="#ctx0" brushRef="#br3" timeOffset="-206569.96">17000 12605 269 0,'-13'0'465'0,"6"0"80"0,1 0 71 0,6 0-45 15,-7-3-80 1,7 3-69-16,7-4-65 0,-1-3-64 0,1 4-67 0,6-5-64 0,-1 1-55 16,2-1-51-1,6 5-35-15,-1-5-49 0,1 4-62 0,-1 1-85 16,7 3-87-16,-6 0-89 0,0 3-90 0,-2-3-116 0,2 9-61 0,0-6 17 0,-1 8 51 16,7 0 71-16,1 1 90 0</inkml:trace>
  <inkml:trace contextRef="#ctx0" brushRef="#br3" timeOffset="-206393.02">17638 12746 119 0,'13'2'448'0,"0"5"111"31,-6-3 114-31,-1 4 49 0,1-4-57 0,0 3-60 16,-1-3-62-16,0-2-82 0,1 3-119 0,-7-5-86 16,13 3-83-16,-7-3-67 0,1 0-52 15,-1 0-59-15,1-3-59 0,0 3-117 0,-1-5-123 16,0 3-119-16,2 2-111 0,-2-4-84 0,-6 4-85 15,0 0-17-15,0 0 54 0,0 0 83 0,0 0 92 16,0 11 104-16</inkml:trace>
  <inkml:trace contextRef="#ctx0" brushRef="#br3" timeOffset="-206252.53">17768 12972 155 0,'0'15'421'16,"0"-5"84"-16,-6-2 86 0,6-1 2 0,0 0-69 0,-6-2-60 0,6-3-64 0,0-2-65 0,0 0-78 31,0-2-78-31,6-3-69 0,8 2-84 15,-8-8-57-15,6 3-85 0,-5 1-95 0,6 0-98 16,0 0-104-16,1-1-119 0,-2 5-106 0,2-5-6 16,5 5 49-16,1-5 78 0,6 4 90 0</inkml:trace>
  <inkml:trace contextRef="#ctx0" brushRef="#br3" timeOffset="-205833.41">18427 12771 267 0,'-7'-4'562'0,"1"0"147"16,-7 0 141-16,0 0 42 0,-1 1-80 16,2-1-104-16,-2-3-109 0,8 4-118 0,-7-9-122 15,13 5-107-15,-6-7-83 0,6-1-57 0,0 0-41 16,6 1-25-16,0-1-19 0,1 1-10 16,-1-1 10-16,8 3-11 0,-2 3-2 0,2 1-5 15,-1-4-4-15,0 9 2 0,0-1-5 0,-1 4 7 16,8 4-1-16,-6-1 0 0,-2 9 5 15,1-2 0-15,-6 5-14 0,0-1-1 0,-1 5 7 16,0 3 3-16,-6 0-2 0,0 3 0 0,0 1 2 16,-6 4-1-16,0-5-7 0,-8 5-5 0,8-5 1 15,-7 0-3-15,0 2 1 0,0-5-3 0,-1-1 5 16,2-2 2-16,5-4 3 0,1-1 0 0,-7-3 4 16,6 0 1-16,1-8-1 0,6 4 2 15,0-3-2-15,0 0-1 0,0-4-5 0,0 4 2 16,6-4 4-16,-6 0 0 0,13 0-4 0,-6 0 3 15,6 0 3-15,7-4-4 0,-8 4-7 0,8-4-10 16,-7 4-18-16,7-4-46 0,-8 4-76 16,2-2-95-16,-2-3-110 0,2 2-117 0,-1-1-108 15,-7 1-74-15,8-1-52 0,-8-4-77 0,0 1 7 16,0 4 70-16,1-4 97 0,0-1 100 16,-1 4 120-16</inkml:trace>
  <inkml:trace contextRef="#ctx0" brushRef="#br3" timeOffset="-205431.77">18779 12415 277 0,'-7'-11'488'0,"0"4"87"0,-5 0 64 0,5 0-53 0,0-5-130 0,7 1-107 15,-6 5-91-15,12-6-80 0,-6 5-63 0,14-5-43 16,-8 6-28-16,7-6-16 16,-6 5-14-16,6 0-6 0,-1-1 1 0,8 5 3 0,0-1 6 0,-1 0 8 15,-6 4 10-15,0 0 21 16,1 8 20-16,-8-5 19 0,7 5 13 0,-6-1 4 0,-7 5 7 16,6-2 2-16,-6 5-4 0,0-2-5 15,-6 3-8-15,6 3 4 0,-7-1-1 16,0 3-26-16,1 1 7 0,-8-3 3 0,8-1 10 15,0-3-3-15,-1 0-1 0,7-1 11 0,-6 1-21 0,6-8-13 16,0 0-14-16,0 1-6 0,0-5-6 0,6 1-6 16,-6-4-4-16,13 0-6 15,-7-4-10-15,8-2-11 0,-1 1-19 0,7-2-32 16,-8 0-63-16,8 3-91 0,0-3-119 0,-7 3-124 0,0-3-115 16,0 3-88-16,-1 4-95 0,-12 0-69 0,14 0 32 15,-8 0 82-15,7 7 103 16,0 1 105-16</inkml:trace>
  <inkml:trace contextRef="#ctx0" brushRef="#br3" timeOffset="-205214.72">19045 12807 279 0,'-6'4'461'0,"0"0"83"0,6-4 75 0,-7 3-49 15,7-6-83-15,0 3-61 0,7-4-58 0,-7 0-63 16,12-3-64-16,-4 3-68 0,4-3-54 0,1 0-49 15,0 3-36 1,0 1-34-16,7-1-46 0,-7 4-62 0,0-4-76 16,-7 4-83-16,7 0-87 0,-6 0-80 0,0 0-98 0,-7 0-74 0,0 0 4 15,0 0 45-15,6 4 69 0,0 3 84 0</inkml:trace>
  <inkml:trace contextRef="#ctx0" brushRef="#br3" timeOffset="-205047.99">19104 12932 74 0,'-6'7'407'0,"-1"0"77"0,7 1 68 16,-6-5 15-16,6 1-95 0,6 0-90 16,-6-4-78-16,0 0-60 0,0 0-65 0,7-8-53 0,-1 5-50 15,8-5-56-15,-8 1-67 0,7 0-76 16,0 0-76 0,0-1-82-16,0 0-105 0,-6 2-127 0,5-1-48 15,2-1 13-15,-2 0 44 0,2 1 63 0</inkml:trace>
  <inkml:trace contextRef="#ctx0" brushRef="#br3" timeOffset="-204579.9">19717 12492 127 0,'7'-11'510'0,"-7"5"154"16,0 1 162-16,6-2 107 15,-6 4-34-15,0-2-58 0,0 2-87 0,0-1-102 0,-6 4-125 0,6 0-129 0,-7 4-106 31,7 4-89-31,-7-1-58 0,1 3-47 0,-1 5-32 0,-6 4-19 0,0-1-17 0,7 7-5 16,-8-3-12 0,2 4-6-16,-1-1-3 0,0 2-4 15,6-6 0-15,-6 1-8 0,6 0 1 0,7-3 0 16,-6-5-1-16,6 1 1 0,0-4-2 0,6 0 0 16,-6-4-8-16,7 1-20 0,0-8-29 0,6 3-45 15,-7-6-64-15,1 3-90 0,-1-4-88 16,7-4-90-16,1-2-81 0,-8-1-57 0,7-1-18 0,-7-1 24 0,7-3 45 0,-6-2 66 15,-1 0 77 1,1-5 77-16,0 6 70 0,-1-5 58 16,0-1 50-16,-6 5 42 0,0 0 39 0,0-1 33 15,0 1 32-15,0 3 32 0,0 0 32 0,0 5 40 16,0 3 41-16,0-1 48 0,0 4 53 16,0 4 52-16,0 0 47 0,0 4 32 0,0 4 42 0,0 3-2 0,0 0-17 0,0 7-31 15,0 0-38-15,0 0-40 0,0 8-67 0,0 4-41 16,0 3-47-1,-6-4-42-15,6 3-35 0,-6 1-31 0,6 1-21 16,0-1-21-16,0-1-38 0,0-3-54 16,0 0-90-16,6-6-114 0,-6 0-130 0,6-9-118 15,1 1-81-15,0-8-44 0,-1-4-22 0,-6-3-21 16,13-3 24-16,0-1 68 0,0-3 83 16,1-1 80-16,4-3 103 0</inkml:trace>
  <inkml:trace contextRef="#ctx0" brushRef="#br3" timeOffset="-204317.93">20101 12650 322 0,'0'-16'555'0,"0"3"154"0,-6 1 154 0,0 1 23 0,-1 4-37 0,0-4-51 15,1 4-72 1,-1-1-105-16,-6 5-125 0,0 3-118 16,1 0-106-16,4 0-90 0,-4 3-68 0,-1 5-47 15,-1 3-30-15,8 1-15 0,-7 5-12 0,6 2-4 0,1 3-3 0,0-1 0 0,6 4-2 16,0-2-1-1,0 0 1-15,6-2 2 0,0-4-2 0,8 3-3 16,-2-3-1-16,2-5-10 0,-1 2-19 16,7-6-33-16,-2-1-52 0,2 0-81 0,-7-7-112 15,7 0-120-15,0-3-117 0,-8-4-102 0,8-5-55 16,-7-2-11-16,7-4 22 0,-8-1 32 16,2-2 20-16,-8 1 50 0,7-5 63 0,-7 4 70 15,1-5 80-15</inkml:trace>
  <inkml:trace contextRef="#ctx0" brushRef="#br3" timeOffset="-203843.05">20271 12533 224 0,'0'-8'414'0,"0"1"80"0,0 0 59 16,0 7-6-16,0 0-41 0,0 3-35 0,0 4-35 16,0 1-38-16,0-1-47 0,-6 4-50 15,6 1-60-15,0 2-59 0,0 4-44 0,0 0-36 16,0 5-33-16,0-5-32 0,0 3-24 0,6-2-4 16,-6 0-11-16,0-5-8 0,6 1-6 15,1-5-8-15,-7 1-5 0,6 1-8 0,1-8-6 16,-7-1-9-16,6 1-8 0,1-4-13 0,-7-7-17 15,6-1-28-15,0 0-34 0,2-5-29 16,-2-3-25-16,0 1-13 0,1-3 8 0,0 0 23 16,-1 3 33-16,1 1 33 0,-7-2 42 0,6 7 36 15,0-3 24-15,1 4 24 0,0 5 28 0,-7-1 34 16,6 4 30-16,0 4 33 0,-6 3 33 16,8 1 21-16,-8 0 7 0,6 6-3 0,-6-3-5 15,6 0-10-15,-6 3-17 0,7 1-24 0,-7 0-25 16,0-1-21-16,0-3-24 0,6 0-26 0,-6-4-18 15,0 0-10-15,7-3 14 0,-7 0-13 0,6 0-3 16,-6-4-4-16,7 0-1 0,-7-4 0 16,6 0-18-16,0-3 10 0,2 1-2 0,-2-2-10 15,0-4-18-15,1 1-24 0,0 1-26 0,-1-5-24 16,7 8-21-16,-7-5-10 0,8 5 6 16,-8 0 17-16,7 0 22 0,-6 3 19 0,5 4 61 15,-5 0 8-15,0 0 6 0,6 4 4 0,-7 0 9 16,0-1 16-16,2 4-19 0,4 0 28 15,-6 1 14-15,1 3 6 0,0-1-5 0,-1-1-5 16,1 1-16-16,-1-3-17 0,1 1-15 0,0-4-31 16,-7-1-55-16,6 2-89 0,0-10-94 0,-6 2-94 15,6-5-131-15,-6 1-128 0,14-7-30 0,-8-5 37 16,7-3 71-16,7 0 84 0</inkml:trace>
  <inkml:trace contextRef="#ctx0" brushRef="#br3" timeOffset="-203498.93">21040 12071 278 0,'-13'0'586'0,"-1"-3"146"0,2 3 122 0,-2 0 10 0,2 0-113 16,5-4-130-16,1 4-137 0,6-8-132 16,0 5-111-16,6-2-83 0,1-2-58 0,-1 0-38 15,0 3-23-15,8-3-8 0,-2 3 9 0,2 1 15 16,-1-1 19-16,0 0 15 0,0 1 22 0,-1 3 11 15,2 0 1-15,-1 0-3 0,-7 3-5 16,7 1-9-16,-6 3-14 0,-1 1-10 0,-6 4-15 16,7 2-12-16,-7 1-7 0,0 2-7 15,0-2 5-15,0 7 9 0,0-3 15 0,0 2 10 0,-7-3 7 16,7 0 3-16,0-2-2 16,0 3 2-16,7-9-1 0,-7 1-86 0,7-3-3 15,5-6 0-15,-5-2 0 0,6 0 0 0,0-2 0 0,0-2 0 16,0 0 0-16,1-3 0 0,-2-1 0 15,1 4 0-15,-6-3 0 0,6 4-26 16,-7-1-459-16,0-3-223 0,-6 7-178 0,8-4-185 16,-8 4-98-16,0 0 38 0,0 0 137 0,0 0 203 15,-8 11 189-15</inkml:trace>
  <inkml:trace contextRef="#ctx0" brushRef="#br3" timeOffset="-202111.95">14888 14397 315 0,'-6'0'549'0,"-1"0"122"0,1 0 104 0,6 0-11 16,0 0-70-16,0 0-67 0,0 0-72 0,6 0-84 16,-6 4-81-1,13-4-81-15,-6 0-86 0,6 0-82 16,1 0-60-16,-2 0-38 0,8-4-18 0,-1 4-17 0,-5 0-16 0,-2 4-27 0,8-4-79 0,-7 0-111 31,-7-4-135-31,8 4-125 0,-8 4-112 16,0-1-79-16,-6 1-48 0,0-4-39 0,0 0 39 15,-6 12 84-15,0 2 91 0,-1-3 92 0</inkml:trace>
  <inkml:trace contextRef="#ctx0" brushRef="#br3" timeOffset="-201969.84">14960 14558 270 0,'-6'12'427'0,"-1"-10"76"0,0 6 59 0,7-1-27 16,-6-3-36-16,6-4-10 0,6 4 8 15,-6-4 2-15,7-4-23 0,6 4-51 0,-6-4-71 16,13-3-77-16,-8-1-85 0,2 6-79 0,5-6-81 16,1 1-119-16,-8-1-165 0,8-3-183 15,-7 4-191-15,0 3-228 0,0 1-95 0,-13 3 26 16,14 3 111-16,-8 1 155 0,0 0 177 0</inkml:trace>
  <inkml:trace contextRef="#ctx0" brushRef="#br7" timeOffset="-191489.15">15240 8342 153 0,'7'-15'306'0,"-7"-4"33"0,0 5 2 0,6-1-54 16,-6 5-49-16,-6-2-27 0,6 1-4 15,-7 8 4-15,1-1 1 0,0 4-5 0,-8 4-9 16,2-1-8-16,-8 8-14 0,0 1-21 0,-5 5-26 16,-2 9-23-16,-5 4-24 0,-8 2-27 15,8 9-19-15,-7 0-17 0,-6 9-7 0,5 1-5 16,1 1-3-16,0 3-2 0,7 0 0 0,-1-7-5 15,7-1-5-15,6-4-10 0,0-6-30 16,8-3-40-16,5-9-48 0,1-2-52 0,6-9-51 16,6-7-52-16,1-3-50 0,5-12-80 0,2-7-52 15,5-2-2-15,1-12 29 0,6 0 46 0</inkml:trace>
  <inkml:trace contextRef="#ctx0" brushRef="#br7" timeOffset="-191266.12">15344 8306 109 0,'7'0'369'0,"0"2"53"0,-14 5 49 0,0 9-34 16,-5 2-101-16,-8 7-74 0,1 5-47 0,-14 6-41 15,1 9-36-15,-8 6-29 0,1 3-27 0,-6 5-20 16,-7 3-20-16,6 0-15 0,0 5-11 16,0-1-11-16,7-8-6 0,1-3-6 15,11-4-15-15,1-7-26 0,6-7-39 0,8-7-44 16,-1-8-51-16,13-7-50 0,0-9-60 0,6-6-70 15,1-4-61-15,5-10-6 0,8-4 21 16,6-12 40-16</inkml:trace>
  <inkml:trace contextRef="#ctx0" brushRef="#br7" timeOffset="-191060.98">15488 8352 19 0,'6'-7'360'0,"-12"7"60"0,-1 4 50 16,-5 7 8-16,-8 7-107 0,-6 8-82 0,-13 10-55 15,-1 9-32-15,-5 6-26 0,-7 11-21 0,0 11-17 16,-6 7-19-16,-1 5-23 0,-6 7-23 0,-1-1-28 16,7 1-24-16,1-4-17 0,6-1-15 15,6-5-18-15,7-13-33 0,7-3-44 16,5-11-46-16,15-7-48 0,-2-12-41 0,8-10-33 0,6-4-29 16,6-12-30-16,0-10-54 0,14-3-21 0,-6-9 14 15,11-9 29-15,1-8 49 0</inkml:trace>
  <inkml:trace contextRef="#ctx0" brushRef="#br7" timeOffset="-190831.82">15501 8623 11 0,'7'-14'361'16,"-7"3"61"-16,0 11 54 0,-7 3 9 0,-6 9-102 16,-13 10-91-16,-1 7-64 0,2 11-50 0,-15 7-48 15,2 13-38-15,-8 5-30 0,0 12-21 0,-6 0-17 16,1 4-12-16,-8 3-6 15,13 0-7-15,1-3-6 0,-2-1-2 16,15-6-14-16,6-5-21 0,13-13-29 0,0-10-28 16,13-5-31-16,0-11-34 0,7-5-24 0,5-14-21 0,8-7-16 0,7-11-38 15,-2-8-58-15,7-7-34 0,8-7 0 16,-1-12 22-16,0-2 35 0</inkml:trace>
  <inkml:trace contextRef="#ctx0" brushRef="#br7" timeOffset="-190599.58">15950 8543 22 0,'7'-15'385'0,"-7"8"80"16,-7 3 75-16,-5 12 39 0,-1 7-86 0,-13 10-75 15,-7 8-61-15,-7 11-53 0,2 14-53 0,-7 9-35 16,-8 9-50 0,-6 9-41-16,1 11-34 0,-1-2-24 0,-6 12-25 15,6 1-37-15,-6 2-1 0,7-2-3 0,-1-5-3 0,13-7 0 0,7-7-15 16,6-14-28-16,14-8-36 0,6-15-47 0,0-11-33 15,13-7-53-15,7-14-35 0,-1-12-16 0,14-11-12 16,-1-14-1 0,13-11-4-16,1-11 8 0,7-9 0 0,5-9-21 0,1-5-43 0,-1-2-20 0,1-5 10 15,5 0 22-15,2-3 44 0</inkml:trace>
  <inkml:trace contextRef="#ctx0" brushRef="#br7" timeOffset="-190196.09">15944 8957 347 0,'20'-33'434'0,"-8"12"74"0,2 2 37 16,-14 11-44-1,-6 8-44-15,-8 12-25 0,-6 9-18 16,-5 9-26-16,-8 7-41 0,-6 11-44 0,0 6-51 0,-7 4-57 0,1 12-54 0,-1 3-47 0,-6 4-34 16,0 7-27-16,7 4-14 15,-2 1-14 1,9-6-5-16,-2-2-2 0,15-8-22 0,-2-10-25 16,14-8-45-16,7-12-36 0,-1-6-39 0,7-11-36 0,7-4-14 0,-1-11-3 0,7-4 11 15,6-10 10-15,1-5 11 0,6-10 4 0,1-8 3 31,5-6-7-31,1-5 0 0,6-11 0 0,7 0-1 16,-8-6 3-16,8-1 7 0,0-3 10 16,6-2 13-16,-1 6 17 0,-4-2 23 0,5 1 31 15,-13 9 27-15,6 0 33 0,-13 7 33 0,2 5 33 16,-9 5 40-16,-11 7 44 0,-2 4 45 0,-5 10 45 16,-7 8 33-16,-7 8 23 0,-5 6-1 0,-8 8-23 15,1 11-37-15,-15 4-45 0,2 11-46 16,-7 3-46-16,-6 4-30 0,5 11-23 0,1 0-6 15,1 7-12-15,-2 1 2 0,7-4 5 0,1-5-5 16,13-7-14-16,-1-6-30 0,7-8-30 16,6-12-40-16,7-3-28 0,7-9-37 0,0-9-15 15,5-8-8-15,8-10-1 0,6-8-2 0,1-7-5 16,5-11-11-16,7-3-29 0,0-6-38 0,0-4-46 16,0-2-12-16,0 0 8 0,0-3 34 15</inkml:trace>
  <inkml:trace contextRef="#ctx0" brushRef="#br7" timeOffset="-190094.99">16290 9547 317 0,'19'-12'387'0,"-13"5"51"0,1 7-3 0,-14 11-73 16,1 8-81-16,-7 6-66 0,-7 9-55 0,-6 13-51 16,-6 0-42-16,-1 9-44 0,-6 6-53 15,0-1-64-15,0 6-82 0,-6-5-150 0,-2 5-104 16,2-6-43-16,6 6 3 0,0-5 36 0</inkml:trace>
  <inkml:trace contextRef="#ctx0" brushRef="#br7" timeOffset="-189483.4">15071 10606 162 0,'13'-30'327'15,"0"5"39"-15,0 3 7 0,0 0-40 0,-7 3-50 16,-6 5-19-16,8 7-2 0,-16-1 6 0,2 5 6 15,0-2-24-15,-1 10-39 0,-6-2-45 16,-6 12-43-16,-1-1-40 0,0 5-43 0,-5 6-14 16,-1 8-9-16,-1-1-5 0,1 10-4 15,-6 1-1-15,5 2-6 0,-5 2-2 16,6-3-4-16,6 0-9 0,-5-4-11 0,11-3-14 0,1-8-17 0,0-3-21 16,13-5-12-16,-6-6-15 15,12-8-19-15,1-2-16 0,6-10-14 16,7-5-7-16,-1-12-16 0,7-4-5 0,0-7 1 0,6-7 6 15,1-4 1-15,-1-4-7 0,1 1-11 16,0-5-13-16,-1 1 1 0,1-1 13 0,0 5 36 0,-8 0 69 16,1 3 97-16,1 7 81 15,-1 3 66-15,-14 9 53 0,8 2 34 0,-13 10 3 16,-7 6-24-16,0 10-18 0,-7 4-14 0,-5 12-24 16,-8 6-29-16,0 8-28 0,-6 4-26 0,-7 11-25 15,1 3-22-15,-1 3-8 0,-6 6-15 0,1 5-10 16,-2 1-4-16,1 0-3 0,0-4-6 0,7 1-21 15,-1-9-34-15,7-2-10 0,6-8-22 0,1-8-28 16,12-6-23-16,1-9-17 0,6-5 12 16,0-6-17-16,6-6-27 0,7-8-36 15,6-6-50-15,1-6-42 0,6-5-11 0,7-9 12 16,-1-3 40-16</inkml:trace>
  <inkml:trace contextRef="#ctx0" brushRef="#br7" timeOffset="-189292.04">15469 10481 116 0,'25'-25'361'0,"-11"2"48"0,-8 12 37 0,-6 7-56 0,-6 8-99 16,-8 11-75-16,-5 7-59 0,-13 12-38 0,-1 5-32 16,-7 12-24-16,-5 5-20 15,-1 6-14-15,-5 7-6 0,-2 4-6 0,-5 8-9 0,5-4-7 16,-5 3-5-16,6-3-15 0,6 4-20 16,7-7-25-16,0-8-25 0,13-3-24 0,0-9-34 15,12-10-29-15,8-8-44 0,6-14-59 16,6-3-66-16,2-12-22 0,4-10 9 0,14-13 29 0</inkml:trace>
  <inkml:trace contextRef="#ctx0" brushRef="#br7" timeOffset="-189074.37">15605 10679 85 0,'14'-26'343'16,"-8"8"41"-16,0 7 33 0,-12 15-61 0,-14 7-98 15,8 7-81-15,-15 14-55 0,-5 9-39 0,-1 7-29 16,1 7-20-16,-14 6-11 0,7 2-4 0,-7 10-7 15,7 1-5 1,-7 2-1-16,1 5-4 0,6 0-2 0,-1-4-7 0,1 0-8 0,7-11-15 16,12-4-22-16,7-10-22 15,7-13-24-15,0-9-24 0,12-4-29 0,7-15-36 0,0-8-36 0,13-14-45 16,0-7-37-16,0-12-6 0,6-10 19 16</inkml:trace>
  <inkml:trace contextRef="#ctx0" brushRef="#br7" timeOffset="-188839.68">15846 10657 179 0,'20'-40'380'0,"-7"10"57"0,-7 11 41 0,-12 12-56 16,0 11-79-16,-14 14-63 0,-7 8-54 0,2 15-48 15,-8 6-47-15,0 12-37 0,1 3-31 16,-7 7-23-16,0 8-19 0,-7 3-8 0,7 9-9 16,-7 7-9-1,1-2-13-15,6 2-5 0,-1-1-26 0,8-11-28 0,6-6-27 0,13-17-30 0,0-5-28 16,6-13-26-16,14-13-2 0,0-12 5 0,12-15 10 15,1-10 13-15,-1-15 3 0,14-7-5 16,-1-11-11-16,7-4-17 0,-6-8-16 0,7-2-20 16,5-1 2-1,-6-8 22-15,7 1 42 0</inkml:trace>
  <inkml:trace contextRef="#ctx0" brushRef="#br7" timeOffset="-188572.35">15873 11144 165 0,'38'-59'240'0,"-5"4"53"0,-7 8 27 0,-6 3 10 0,-1 11-6 15,-5 4-17-15,-8 10-7 0,-6 4 7 16,0 11 2-16,-6 8-13 0,-8 11-33 0,1 7-44 15,-7 8-51-15,-6 6-49 0,1 12-46 16,5 2-31-16,-12 6-18 0,5 9-13 0,-5 6 14 0,-1 2-22 0,7 7-10 0,-6-2-13 31,5 2-23-31,8-6-29 0,0-9-52 0,-1-9-16 16,13-5-20-16,7-15-11 0,0-7-5 0,7-7 8 0,-1-11 8 16,8-11 12-16,5-7 6 0,0-8 10 15,1-11 11-15,13-6 5 0,-7-5 10 0,13-7 12 16,-7-4 8-16,1-4 5 0,6-2 7 15,0 4 14-15,0-5 12 0,-6 3 16 0,-1 4 19 16,1 4 23-16,-7 7 23 0,-6 8 27 0,-7 4 37 16,0 10 34-16,-13 11 30 0,6 8 17 15,-12 11 2-15,-7 10-18 0,-7 12-32 0,-6 7-51 16,-6 14-69-16,-2 5-80 0,-4 10-94 0,-8 8-160 16,0 3-118-16,8-3-50 0,5-1 1 0,1-3 34 15,12-11 67-15</inkml:trace>
  <inkml:trace contextRef="#ctx0" brushRef="#br7" timeOffset="-187954.11">17221 10433 209 0,'0'-11'371'0,"0"4"51"0,-6 3 31 0,-1 1-59 0,1 6-68 0,-8 1-42 0,-4 7-27 16,-2 3-21-16,0 8-23 0,-6 4-25 16,-7 10-27-16,1 1-28 0,-1 8-27 0,1 2-26 15,-1 1-27-15,0 3-23 0,7-3-15 0,0 0-18 16,7-5-25-16,-1-3-30 15,8-7-31-15,4 0-34 0,8-7-36 0,0-7-27 0,8-5-18 0,4-6-7 16,1-5 0-16,7-6 7 0,6-9 11 16,0-3 10-16,7-3 7 0,-1-7-1 15,1-5-7-15,6-3-16 0,0-7-31 16,-6 0-37-16,-1-1-13 0,1 1 14 0,-1 0 29 0</inkml:trace>
  <inkml:trace contextRef="#ctx0" brushRef="#br7" timeOffset="-187770.17">17397 10481 106 0,'20'-22'345'0,"-7"10"54"16,-7 2 31-16,1 3-31 0,-14 7-91 0,1 3-60 15,-7 8-45-15,-1 4-34 0,-5 11-25 0,-7 3-21 16,0 8-13-16,0 3-19 0,-7 8-19 0,1 2-16 16,-1 5-18-16,7 1-15 0,-6-2-13 15,-1 2-12-15,7-6-14 0,0-2-18 0,7-8-21 16,5-3-24-16,2-12-31 0,12-2-22 0,0-5-20 16,0-11-7-16,12-2-4 0,2-10 6 0,-2-6 7 15,15-7-4 1,-8-4-15-16,14-7-29 0,-8-7-42 0,8-5-54 15,0-3-19-15,0 1 7 0,-1-9 32 0</inkml:trace>
  <inkml:trace contextRef="#ctx0" brushRef="#br7" timeOffset="-187586.14">17677 10389 313 0,'20'-17'400'0,"-7"5"58"16,0 7 8-16,-19 14-80 0,-1 1-78 0,-6 13-63 0,-13 6-59 16,0 7-43-1,-7 9-36-15,1 9-24 0,-14 5-17 0,7 10-9 16,-6 6-1-16,-8 0-12 0,1 10-11 0,-7-1-9 15,8 1-11-15,-2-1-19 0,1-4-20 0,7-2-22 16,12-8-22-16,1-12-25 0,5-3-30 0,14-15-22 0,0-6-16 0,13-9-13 16,0-7-12-1,13-14-16-15,7-8-29 0,6-7-46 0,0-15-66 16,7-3-18-16,5-11 7 0,1-4 28 0</inkml:trace>
  <inkml:trace contextRef="#ctx0" brushRef="#br7" timeOffset="-187385.45">17971 10507 248 0,'12'-14'381'0,"-12"9"43"32,-6 12 13-32,-13 5-78 0,-7 10-93 0,-7 10-68 15,-7 9-43-15,-5 7-28 0,-1 10-22 0,-5 4-2 0,-2 7-13 0,-5 6-12 0,5 5-8 16,-5-3-17-16,6 3-19 0,0-2-26 16,6-2-17-1,7-2-15-15,0-9-19 0,13-6-21 0,6-4-25 16,7-15-27-16,7-3-20 0,6-11-20 0,0-8-18 0,6-7-13 0,7-11-14 0,1-11-23 15,12-7-29-15,-1-13-49 0,8-7-22 0,6-3 3 32,0-10 27-32</inkml:trace>
  <inkml:trace contextRef="#ctx0" brushRef="#br7" timeOffset="-187173.59">18023 10682 59 0,'13'-14'359'0,"-7"3"48"0,-12 11 38 16,-1 11-34-16,-13 7-108 0,2 11-87 0,-15 5-67 15,1 10-39-15,-8 2-33 0,-5 9-19 16,5 8-15-16,1-1-12 0,0 4-9 0,0 0-9 16,0 4-8-16,0-5-8 0,13-1-11 0,-1-3-9 15,8-9-19-15,6-5-21 0,7-2-20 0,6-13-14 16,0-2-8-16,6-12-7 0,7-7 7 16,6-7 9-16,1-8 5 0,6-7-3 0,1-7-15 15,5-7-26-15,7-5-39 0,-7-3-45 0,15-7-51 16,-9-5-19-16,1-2 9 0,7 0 32 0</inkml:trace>
  <inkml:trace contextRef="#ctx0" brushRef="#br7" timeOffset="-186950.45">18224 10972 90 0,'20'-18'365'0,"-7"3"64"0,0 7 49 15,-13 8-21-15,0 8-71 0,-6 7-62 16,-1 6-49-16,-12 9-41 0,-1 2-44 0,-6 5-21 16,0 7-18-16,0 3-13 0,-6 9-15 0,-2-1-16 15,2 4-6-15,-7-1-27 0,7 4-26 16,5-7-23-16,1-3-23 0,7-9-23 0,6-6-23 0,6-7-25 15,1-5-17-15,6-10-14 0,6-5-5 16,1-6-1-16,-1-8 1 0,8-3 5 0,6-3-6 0,-8-5-11 16,8-7-18-16,-1 0-21 0,7-7-24 15,0-1-28-15,1-2-47 0,-1-2-73 0,0-2-75 16,-1-1-22-16,8-4 13 0,-7 5 31 0,0 0 63 16</inkml:trace>
  <inkml:trace contextRef="#ctx0" brushRef="#br7" timeOffset="-186872.42">18427 11214 99 0,'0'17'319'15,"0"9"21"-15,-7 7 10 0,-6 4-78 0,-6 7-109 16,-7 4-94-16,6 0-100 0,-6 3-146 0,0 0-91 16,0 1-47-16,0-1-21 0,6-4 6 0</inkml:trace>
  <inkml:trace contextRef="#ctx0" brushRef="#br7" timeOffset="-179749.17">15143 8744 398 0,'0'-14'505'0,"-6"-1"91"0,-2 0 86 15,2 8-74-15,-7-4-52 0,0 11-31 0,-6-4-22 16,5 4-30-16,2 0-31 0,-8 4-41 0,7 4-50 15,0-1-60-15,6 0-53 0,-5 8-39 16,4 0-46-16,8 2-41 0,-6 2-27 0,6 3-15 16,6-3-18-16,-6 2-22 0,8 2-6 0,4-6-3 15,-5 2-6-15,6-1-5 0,0-3 0 0,-7-4 2 16,8-4-4-16,5-3 17 0,-6-1-10 0,0-10-1 16,-6 4-5-16,6-8-4 0,-1-4-3 15,2-4-13-15,-8 1 6 0,7-3-2 0,-13-2 2 16,7-2 5-16,-7 3 0 0,0-4 0 0,0 3 0 15,0 2 3-15,-7 3 0 0,0 3-2 0,-5 0-1 16,-2 5-1-16,8 2-1 0,-7 1 0 16,0 7 1-16,-6 0 0 0,5 7-3 0,2 1 4 15,-8 6 1-15,7 5 1 0,0-2-2 0,6 6 1 16,1 3 6-16,0 0-2 0,-2-1-3 0,8 0 0 16,0 0-1-16,0-6 1 0,8 3-1 0,-2-7-2 15,7-4-3-15,0-3 2 0,-7-5-6 16,7-3 5-16,1-3-2 0,5-9 3 0,-6-2-7 15,0-1 3-15,0-7 7 0,0-4-2 0,-7 1 2 16,8-1-4-16,-8-3 9 0,0 2-2 16,1 2-4-16,-7 0 0 0,0 3-1 0,0 4 1 15,-7-1 0-15,1 5 3 0,-6 2 2 0,-2 5 0 16,1 3 1-16,0 8-2 0,0 0 0 16,-7 7 1-16,8 3-2 0,-2 9-1 0,1-2-2 15,1 5 4-15,-2 0 6 0,8-1-6 0,0 1-2 16,6-4-3-16,-8 0 0 0,8-4-22 0,0 1-60 15,0-5-110-15,0 1-179 0,0-4-218 16,0 1-250-16,0-12-205 0,0 0-64 0,0 10 51 16,-6-3 147-16,6 8 205 0,-6-1 241 0</inkml:trace>
  <inkml:trace contextRef="#ctx0" brushRef="#br7" timeOffset="-178335.82">14922 10858 187 0,'6'-7'409'0,"0"-5"72"0,0 2 72 0,-6 3-25 31,0-1-49-31,0 1-26 0,0 0-16 0,0 3-7 0,0-3-18 0,7 3-33 0,-7 4-56 16,0-4-59-1,0 4-57-15,0-3-61 0,0 6-20 0,0-3-54 16,0 0-30-16,0 4-12 0,0 0-9 16,7 3-2-16,-7 0-32 0,6 8 21 0,-6 0 16 15,7 0 5-15,-7-1 7 0,6 4 0 0,-6 1 0 0,6-4-3 0,2 2-12 0,-2-5-10 32,0-1-5-32,8-1-2 0,-2-2-3 0,1-8-6 0,1 3 5 0,-2-6 1 0,2-5 1 15,-2-2-5 1,2-5 5-16,-1-3 6 0,-1-4-6 0,2-4-5 15,-2 1 10-15,-5-1 7 0,0-3-9 16,-7 3-8-16,0-4 7 0,0 8 6 0,0-4-9 16,-7 5-4-16,-6-2 10 0,7 9 22 0,-8 0 17 0,2-1 17 0,-1 7 18 0,-1 1 22 31,2 7 3-31,-2 7-5 0,-5 1-8 0,6 7-9 0,-6 3-8 0,5 4-6 0,-6 0-10 0,8 7-10 31,-1 0-11-31,-1 1-11 0,8-1-12 0,0 0-8 16,0 0-5-16,6-6-3 0,-8-1 0 0,8-4 4 0,0-4 1 0,8 1-5 0,-8-7 0 31,12-2 1-31,-6-6-1 0,1 0-3 0,6-6-1 16,0-5 4-16,-7-8 2 0,2 1-1 0,4-3-5 15,-5-10 11-15,6 2 0 0,-7 0-4 16,1 0-1-16,-1-1 1 0,1-3 6 0,-7 8-11 16,0-1 1-16,-7 1 1 0,1 6 3 0,-1 1 2 15,1 3 3-15,-7 7-3 0,6 5 6 0,-5 3 7 16,-2 3 4-16,1 9 4 0,-7 2 0 0,14 9 4 15,-6-1-1-15,-2 7 0 0,8 0 0 16,-1 1 2-16,0-1 1 0,7 4 1 0,0-8-3 16,0 4-4-16,0-3-6 0,14-4-6 0,-8 1-6 15,8-9-5-15,-2-3 0 0,1 0 0 16,7-7 0-16,0-4-3 0,-8-4 2 0,8-3-1 16,-1-8-1-16,-5-3-1 0,5-5 2 0,0-2 2 15,-5-1-3-15,-1 0 0 0,-1 1 1 0,-4 0 0 16,-2-2 4-16,-6 9-2 0,6 0 3 0,-6 3 6 0,0 5 2 15,0 6 3-15,-6 0-4 16,0 12 1-16,-2-1-2 0,2 7-6 0,-7 8-6 16,7 0-6-16,-8 8-34 0,2-4-78 0,-2 6-147 15,2-6-210-15,-2 3-233 0,1-7-285 16,1 0-153-16,5-3-24 0,0-2 96 0,7 2 184 16,0-8 219-16</inkml:trace>
  <inkml:trace contextRef="#ctx0" brushRef="#br7" timeOffset="-171040.97">16732 8715 114 0,'7'4'407'0,"0"-1"85"0,-7-3 76 0,6 0 14 0,-12 0-48 0,6 0-37 0,0 0-28 16,0-3-30-16,-7 3-38 15,0 0-53-15,7 0-61 0,-6 3-55 0,6 1-45 0,-6 0-41 16,-1 2-25-16,0 2-16 0,1-1-11 0,6 5-9 15,-6 3-9-15,-1-1 5 0,7 5-3 0,-7 2-8 16,7-2-4-16,0 2-5 0,7-2-12 0,-7-1-14 16,7-3-12-16,-1 0-2 0,0-1-7 15,1-3-9-15,6-4 0 0,0 0-1 0,0-3 4 16,0-8-3-16,0-3 0 0,0 0 3 0,-7-4-3 16,8-3-3-16,-1-5-4 0,-7 5 2 0,1-8 0 15,-1 3 0-15,-6 1 2 0,0-1 4 0,0 2-1 16,-6-2-3-16,-1 0 3 0,1 5 1 15,-7 3 8-15,7-1 10 0,-8 6 14 0,1 2 16 16,0 4 12-16,-6 8 11 0,5 2 4 16,2 5-4-16,-2 4-11 0,2-1-13 0,-2 4-15 0,8 3-15 15,-7-3-13-15,7 4-11 0,-2 3-35 0,8-7-81 16,0 0-142-16,-6-4-188 0,6 1-198 0,6-5-215 16,-6-3-177-16,0 1-29 0,0-1 80 15,8-4 161-15,-2 0 182 16,0 4 212-16</inkml:trace>
  <inkml:trace contextRef="#ctx0" brushRef="#br7" timeOffset="-168771.24">18948 10430 340 0,'0'-4'479'0,"0"0"96"0,0 0 81 0,0 1-14 0,0-1-14 0,-6 1 5 15,-1 3 4-15,7-5-12 0,-6 3-32 0,-1 2-57 16,0-4-76 0,7 4-88-16,-6 0-85 0,0 0-75 0,-2 4-61 15,2-2-52-15,6 3-36 0,-6 2-25 0,-1 4-9 0,7 3-5 0,-6 2-2 16,-1 2 1-16,7 3-2 0,-6 2 0 0,6-2-4 16,0 1-9-16,0 0-8 0,0 1 0 15,6-5 0-15,1 1 0 0,-1-5 0 0,1-3 0 16,5-4 0-16,-4-3-3 0,4-1-5 0,2-3 7 15,-1-7 1-15,-1 0 2 16,-5-4 1-16,6-7 3 0,-7 3-5 16,8-3-1-16,-8-1 0 0,1 0 0 0,-1-2 0 15,-6 3 0-15,0-1 0 0,0 2 0 16,-6 0 0-16,-1 3 0 0,1 3 0 0,-1 0 0 0,0 8 0 0,1-1 0 0,-7 8 0 16,0-1 0-1,0 8 0-15,7 5 0 0,-8 2 0 0,8 0 0 16,0 3 0-16,-2 6 0 0,2-2 0 0,6 5 0 15,0-5 0-15,0 1 0 0,0-4 0 0,6-4 0 0,8 0 0 0,-1-6-1 0,0-6-1 32,0-2 1-32,7-4 0 0,-8-7 2 0,8-8 0 15,0 1 1-15,-7-8-1 0,-1 0-1 0,2-4 0 16,-8 1 0-16,-6-1 0 0,0 0 0 0,-6 4 0 0,0 0 0 0,-2 5 0 0,-4 0 0 31,-1 8-7-31,-7-2-57 0,0 6-84 0,-6 10-152 16,1-2-221-16,-1 0-255 0,-1 9-296 0,8-1-125 15,-8-1-6-15,8 9 109 0,-7-9 200 16,13 5 246-16</inkml:trace>
  <inkml:trace contextRef="#ctx0" brushRef="#br7" timeOffset="-159378.34">15534 9210 197 0,'6'3'412'0,"1"-3"49"0,-1 0 33 15,-6 5-72-15,7-5-126 0,-7 0-101 0,0 2-64 16,0-2-50-16,0 0-32 0,0 4-22 0,0-4-17 15,0 4-25-15,0 0-41 0,0-1-53 0,0 5-71 16,0-2-120-16,-7 2-109 0,7 7-42 0,-6-1 1 16,-1 5 35-16,7 0 63 0</inkml:trace>
  <inkml:trace contextRef="#ctx0" brushRef="#br7" timeOffset="-158967.47">15560 11672 375 0,'0'0'478'16,"0"0"48"-16,-7 0 27 0,1 4-130 15,-1-4-141-15,7 3-109 0,-6 0-68 0,6 5-50 0,-6-1-30 0,6 1-15 16,6-5-16-16,-6 4-35 0,6-3-45 16,7-4-56-16,0 3-94 15,-6-3-159-15,13 0-76 0,-8 4-17 0,2-4 19 0,11 0 45 0</inkml:trace>
  <inkml:trace contextRef="#ctx0" brushRef="#br7" timeOffset="-157099.63">15253 8924 105 0,'0'-7'390'0,"7"3"61"0,-7 0 49 0,0 1-19 0,0 0-105 0,-7 3-83 0,7 0-63 16,0-5-53-16,-6 5-44 0,6 0-41 15,-7 0-34-15,7 0-26 0,0 0-19 0,0 0-17 16,0 0-26-16,0 0-38 0,-6 5-48 0,6-2-56 16,0 0-61-16,-6 5-95 0,6-5-117 0,-8 9-39 15,2-2 9-15,0 5 36 0,0-1 52 0</inkml:trace>
  <inkml:trace contextRef="#ctx0" brushRef="#br7" timeOffset="-156650.95">15032 10994 181 0,'0'7'381'0,"0"0"39"0,-7-3 25 0,7 3-86 0,-6 1-120 0,6 0-88 0,0-6-59 16,-6 5-38-16,6-3-27 0,-7 0-16 0,7 0-5 15,0-4-14-15,7 4-27 0,-7-4-45 16,0-4-81-16,0 4-145 0,0 0-80 0,0 0-30 0,6-8 3 15,7-3 32-15</inkml:trace>
  <inkml:trace contextRef="#ctx0" brushRef="#br7" timeOffset="-156112.97">17000 8946 234 0,'-7'7'287'0,"-6"1"-16"0,0-1-107 0,1 1-204 0,-2-2-129 0,1 2-69 15,0-5-31-15</inkml:trace>
  <inkml:trace contextRef="#ctx0" brushRef="#br7" timeOffset="-150379.71">15638 11719 67 0,'0'-7'348'0,"0"0"52"0,0-1 49 0,6 1-36 0,-6-1-88 15,0 2-78-15,0-2-34 0,0-3-23 0,7 4-24 16,-7-4-8-16,0 2-7 0,7 0 14 16,-7 1-6-16,6 0 5 0,-6 1 7 0,0 3 6 15,6 2 10-15,-6 2 12 0,0-5 22 0,0 5 27 0,7-3 36 16,-7 6 33-16,0 2 21 0,7 1 8 16,-1 5-18-16,-6 4-38 0,6 7-52 0,1 0-57 15,-7 3-50-15,0 4-44 0,7 0-29 0,-7 5-20 16,0-5-17-16,0 0-9 0,6 0-5 0,-6-3-4 15,7-3-8-15,-7-1-2 0,0-1-2 0,0-6-6 16,6-3-31-16,-6-2-50 0,0-6-59 16,0-1-62-16,0-6-70 0,0-1-68 0,0-6-40 15,6-2-16-15,2-6-3 0,-2-4 18 0,-6 1 37 16,6-6 49-16,0 2 47 0,1-1 48 0,-7 0 50 16,7 1 42-16,-7-1 32 0,6 0 29 15,1 1 22-15,-7 3 20 0,0 4 14 16,0 3 18-16,0 0 21 0,0 3 24 0,6 6 35 15,-6 3 39-15,0 3 63 0,7 3 22 16,0 1 14-16,-7 7 16 0,6 3-1 0,-6 9-13 16,6-2-69-16,-6 8-13 0,6 1-16 0,2 3-40 15,-8 4-27-15,6-5-27 0,-6 5 5 0,6-4-24 16,1 0-17-16,-1-3-4 0,-6-5-7 0,7 0 3 16,-7-2-7-16,7-9 2 0,-7 1 4 15,6-4-4-15,-6-8-10 0,6 2-13 0,-6-10-11 16,7 2-21-16,0-8-22 0,-1 0-9 0,0-7 3 15,-6-1 0-15,0-3-1 0,0-4 5 0,-6-3 10 16,6 0 7-16,-6-1 4 0,6 1 6 0,-7 0 16 16,7 0 17-16,-7 0 11 0,7 7 7 0,0-1 5 15,-6 9 8-15,6 2 4 0,0 5 0 16,0 0 1-16,0 11 4 0,6 3 2 0,-6 4-1 16,7 4 1-16,-7 7 0 0,0 0 3 0,7 3 4 15,-7 1-8-15,6 0-5 16,0-1-3-16,1 2 2 0,0-2-7 0,-7-4-8 15,6-6 1-15,1-1 5 0,-1-2 20 0,-6-1-5 16,0-8-2-16,6 1-1 0,-6-8-3 0,7 1-2 16,-7-8-23-16,0-1 1 0,7-5 0 0,-7-5 4 15,0 3 6-15,0-3-3 0,-7-4 12 0,7 5 1 16,-7-2 2-16,1 6 1 0,0 2-1 16,6 1 19-16,-7 6-3 0,7 8 15 0,-6 0 17 15,6 8 14-15,0 6 7 0,0 4-8 0,-7 4 1 16,7 3-10-16,0 8-16 0,-7 1-17 15,7 6-36-15,0-4-77 0,7 1-131 0,-7 4-143 16,7-5-213-16,-7-3-158 0,6-1-57 0,1-5 27 16,5 2 97-16,2-7 132 0</inkml:trace>
  <inkml:trace contextRef="#ctx0" brushRef="#br7" timeOffset="-149220.97">17906 11763 325 0,'6'-18'435'0,"0"-1"71"0,2 1 43 0,-8 0-59 0,0 4-17 16,0-1-26-16,0 0 7 0,0 8 5 0,-8-2 6 16,8 3-9-16,0 6-55 15,0 4-50-15,-6 3-74 0,6 4-76 16,0 7-50-16,-6 4-45 0,6 7-28 0,0 4-2 15,0 4 0-15,0 4 3 0,6-1-17 0,-6 0-11 0,0 1-11 0,6-1-12 0,-6-4-14 16,8-6-2 0,-8-1-2-16,6-4-4 0,-6-3-7 0,6-8-11 0,0 3 11 0,-6-11-2 15,7 1-4 1,0-7 4-16,-1 0 3 0,1-11 6 0,-7-3-5 0,6-1 6 0,0-6-5 16,2-6-2-1,-2-2-4-15,-6 0 0 0,6-5-4 0,0-2-8 0,-6 3 2 0,8-4 0 0,-8 5 2 16,0-5 4-1,0 8-1-15,0-1 3 0,0 8 1 0,0 4 4 0,0 4-3 0,0 6-1 0,0 4 0 32,0 8-1-32,0 4 3 0,0 6-1 0,6 9 6 15,-6 2 2-15,6 1 1 0,1 3-2 0,-7 4-1 16,6-1 1-16,1 2-5 0,0-5 1 0,-1 4-2 0,0-4 3 0,0-2 4 0,2-2 0 16,-2-7-2-1,0-3 1-15,1-5-2 0,-7-3-1 16,7-3-5-16,-1-4 0 0,1-6-2 0,-1-6-4 15,0-3-9-15,1-6-8 0,0-2-3 0,-1-2-4 16,0-8-11-16,1 4-5 0,-7-4 0 16,7-1 4-16,-7 2-2 0,0-1 7 0,0 4 13 15,6 3 7-15,-12 4 12 0,6 3 10 0,0 8 10 16,0 4-2-16,0 4-6 0,0 6 6 0,0 8 1 0,0 7 2 0,0 4-2 0,0 8 7 31,0-1 7-31,0 4 0 0,0 0 2 0,6 1-1 16,-6-2 2-16,0 5-4 0,0-8-3 0,0 3-2 15,7 2-4-15,-7-9-12 0,0-3-6 0,6 0 1 16,-6-7 1-16,0-1-1 0,7-5-1 0,-7-9 7 16,6 0 3-16,1-9-1 0,-7-1-6 15,6-5-5-15,-6-7-9 0,6-4-10 0,-6 1-18 16,0-4-23-16,-6-8-13 0,6-3-13 0,0-1-4 16,-6 1 12-16,6 7 19 0,-7 0 21 15,1 4 20-15,6 7 31 0,-7 3 23 0,7 8 11 16,0 8 6-16,0 6 16 0,-6 12 14 0,6 0 0 15,0 10-6-15,6 1-3 0,-6 7-4 0,0 0-12 16,0 4-16-16,0-5-18 0,7 5-51 16,-7 1-95-16,0-2-144 0,6-7-181 0,-6-4-170 15,0 1-227-15,0-8-118 0,0 0 0 0,0-6 95 16,7-1 152-16,-7-4 160 0</inkml:trace>
  <inkml:trace contextRef="#ctx0" brushRef="#br7" timeOffset="-147033.1">17926 9564 37 0,'6'-6'341'0,"-6"-2"61"0,6 2 50 0,-6-3-3 15,0 2-46-15,0 0-37 0,0 0 14 0,0-1 15 16,0 1 32-16,6-1 16 0,-6 6 20 0,0-2 7 16,0 0-15-16,0 0-19 0,0 4-32 0,0 0-34 15,-6 0-53-15,6 4-41 0,0 0-49 0,0 7-45 16,0-1-37-16,0 12-33 0,0 4-27 16,0 7-27-16,0-1-17 0,6 5-13 0,-6 4-9 15,7-1-11-15,-7-3-8 0,7 0 0 0,-7-4 0 16,6-1 0-16,1-6 0 0,-1-4 0 15,0-4 0-15,2-3 0 0,4-4 0 16,-6-4 0-16,2-3 0 0,4-8-12 0,-5 1 0 16,6-4 5-16,-6-1 3 0,-1-7 2 15,-6 0 1-15,6-2 21 0,0-5-12 0,2-1-10 16,-8-2-12-16,0 0-10 0,6-1-9 0,-6 0-5 0,0 3-3 16,-6 2 7-16,6-1 9 0,0 7 9 15,0-3 9-15,0 7 1 0,0 4 0 16,0 7 0-16,0 0 0 0,0 7 1 0,0 4-2 15,0 0 1-15,0 4 5 0,0 3 0 0,0 5-1 16,6 2 2-16,-6 0-1 0,0 5 1 16,6-5-1-16,1 0-2 0,0-2 1 0,-7-1-1 15,6-7 2-15,1 0 0 0,-1-5 2 0,7 1-1 16,-13-7 1-16,7-4 1 0,-1 0-3 16,0-8-3-16,1-3-9 0,-7-4-6 0,7-2-9 15,-1-3-8-15,1 3-9 0,-7-5-8 0,0-4-7 16,0 4-8-16,0-4-1 0,0 1-2 0,0 4 9 15,-7-2 12-15,7 5 12 0,-6-1 15 0,6 8 9 16,0 0 8-16,-7 8 3 0,7 3-1 0,0 3 2 16,0 8 10-16,0 4 8 0,0 7 6 0,7 0 4 15,-1 7 13-15,1 4 1 0,-1 1-5 16,7-2-8-16,0 2-2 0,1-5-7 0,5-8-13 16,-6 1-12-16,0-7-45 0,7-1-115 15,-8 1-197-15,2-8-227 0,-8 0-251 0,-6-7-217 16,6-2-79-16,-6-10 52 0,7 1 158 0,-7-7 214 15,-7 0 242-15</inkml:trace>
  <inkml:trace contextRef="#ctx0" brushRef="#br7" timeOffset="-146005.79">15638 7979 189 0,'6'-22'349'0,"-6"-4"46"0,7 3 20 16,-7-2-38-16,7 3-39 0,-7 0-1 0,0 7 28 15,6 1 36-15,-6 3 39 0,0 0 33 0,0 8 15 16,0-4-13-16,0 7-24 0,0 3-48 16,0 1-48-16,0 6-54 0,0 2-55 0,0 5-44 15,0 2-45-15,0 3-25 0,6 0-32 0,-6-1-25 16,7 6-21-16,-7-5-14 0,7 0-14 16,-1-4-12-16,0-3-8 0,1 0-5 0,-7-9-1 15,7 2-1-15,6-4-1 0,-7-4 4 0,0-4 2 16,8-4 3-16,-8-3-1 0,7-7-1 15,0-4 6-15,-6-3-4 0,-1-4-2 0,8 0-5 16,-8-5 0-16,0 1 1 0,0 0-5 0,-6 0 2 16,8 4 2-16,-8 3 5 0,0 1-3 0,0 3 1 15,0 3 2-15,-8 9-2 0,16-1-3 0,-8 7 0 16,0 8-4-16,0 3 1 0,-8 7-1 16,2 5 2-16,0 6 2 0,0 1 8 0,6 8 3 15,-7-2 0-15,7 1-1 0,0 3 0 0,7 1-1 16,-1 0-9-16,0-4 1 0,0-4 0 0,8-7-1 15,-1-1 1-15,0-1-1 0,6-11 0 0,1-1-1 16,-7-8-1-16,7-8 1 0,-1-1 1 16,0-7 3-16,1-9-1 0,-7 3 2 0,7-7 2 15,-8 0-3-15,-4 0-2 0,-2-5 2 0,0 5 3 16,-6 0-1-16,0 7-1 0,0 0-1 0,0 11 2 16,-6-1-5-16,6 12-2 0,-6 0 1 0,-2 12-1 15,2 2 1-15,0 8-1 0,0 8-2 16,-1 2-11-16,0 5-51 0,-6 4-117 0,7-5-203 15,0 0-246-15,-2 1-266 0,8-8-208 16,0 0-65-16,0-2 54 0,8-9 172 0,-2-4 228 16,0-3 261-16</inkml:trace>
  <inkml:trace contextRef="#ctx0" brushRef="#br7" timeOffset="-143715.47">15514 14178 264 0,'14'-12'396'0,"-2"-3"56"0,1 5 41 0,-6-6-58 0,-1 6-41 16,1 0-8-16,-7-6 14 0,6 9 32 0,0 0 30 15,-6-1 28-15,8 5 15 0,-8-2 6 0,0 3-8 16,0 4-25-16,6 3-32 0,-6 2-51 16,0 8-61-16,0 4-62 0,0 1-129 0,0 10-143 15,0 3 0-15,0 4 0 0,0 3 0 0,-6 4 0 16,6 4 0-16,-8-1 0 0,8-2 0 0,0-1 0 15,0-4 0-15,-6-1 0 0,6-9 0 0,0 0 0 16,0-5-71-16,0-6-290 0,-6-4-128 16,6-1-123-16,0-7-101 0,6-7-57 0,-6 0-20 15,6-7 5-15,2-5 10 0,-2-5 37 0,7-2 83 16,-6-6 91-16,5 0 91 0,1-5 108 0</inkml:trace>
  <inkml:trace contextRef="#ctx0" brushRef="#br7" timeOffset="-143329.73">15735 14192 178 0,'8'-14'437'0,"-2"2"101"16,-6 1 107-16,6 4 25 0,-6 0-29 0,0 3-16 16,0 4-16-16,0 4-35 0,0-1-53 0,0 8-71 15,6 4-79-15,-6 3-77 0,0 1-77 16,0 3-49-16,7 3-49 0,-7 1-36 16,7-1-25-16,-1 5-21 0,1-4-8 0,-1-1-17 0,8 1-8 15,-8-8-5-15,6 1-3 0,2-5-2 0,-1-7-1 16,-7 1 1-16,8-8-1 0,5-4 0 0,-6-4 1 15,0-7-4-15,7 1-12 16,-8-8-13-16,2-3-22 0,-8-4-22 0,8-2-27 0,-8 2-20 16,7 0-7-16,-7 0 5 0,-6 0 15 0,7-1 22 15,0 9 23-15,-1-5 24 16,-6 8 20-16,0 4 14 0,0-2 10 0,0 6 18 16,0 2 17-16,0 4 20 0,6 4 22 0,-6 8 20 0,0 3 16 0,0 3 7 15,0 8 12 1,6 4-7-16,-6 6-12 0,0 5-16 0,0 8-17 15,0-2-21-15,0 9-26 0,0-1-14 0,-6 0-11 0,6 4-6 0,0-7-5 16,0-1-3-16,0-2-13 16,0-6-34-16,0-2-55 0,0-7-84 0,6-4-108 15,-6-4-133-15,0-4-127 0,0-7-93 0,0 0-63 0,8-8-58 16,-8-3-49-16,0 0 52 0,6-7 93 16,14 0 104-16,-7-8 107 0</inkml:trace>
  <inkml:trace contextRef="#ctx0" brushRef="#br7" timeOffset="-143130.08">16355 14570 351 0,'6'0'657'0,"7"0"199"0,-13 0 175 0,7 2 59 0,-7-2-54 0,0 8-98 0,0-4-131 0,0 3-157 0,6-3-146 0,-6 0-233 0,0-1-271 16,0 2 0-16,0-5 0 0,0 2 0 15,0-2 0-15,0 0 0 0,0 0 0 0,0 5-221 16,0-5-347-16,0 0-180 15,0-5-135-15,0 5-118 0,0 0-91 0,0 0 52 0,0 0 131 0,7-10 169 16,-1-2 156 0</inkml:trace>
  <inkml:trace contextRef="#ctx0" brushRef="#br7" timeOffset="-142527.92">16746 14067 37 0,'6'-8'446'0,"1"6"134"15,-1-3 138-15,-6 5 122 0,6-2-3 16,-6 2-9-16,0 0-23 0,0 2-42 0,7 3-71 15,-7 2-100-15,0 0-107 0,0 8-104 0,7-5-194 0,-7 9-187 0,0 0 0 0,6 2 0 16,-6 2 0-16,6 2 0 0,-6 1 0 0,0-1 0 31,8 5 0-31,-2-9 0 0,-6 4 0 0,6-2 0 16,1-4 0-16,6-1 0 0,-7 0 0 0,7-4 0 16,-7-2 0-16,8-5 0 0,-1 1 0 0,0-8 0 15,0 0 0-15,0-4 0 0,0 0 0 0,1-7 0 16,-2-4 0-16,1 1 0 0,-6-4-161 15,6-4-84-15,-7-1-22 0,8 1-7 0,-8 0-4 16,0 0 4-16,-6 1 18 0,7-1 35 0,0 0 30 16,-7-5 31-16,6 10 35 0,-6-5 41 0,0 0 27 15,0-1 14-15,0 2 21 0,6 3 16 16,-6-1 5-16,0 4 7 0,0 1 29 0,0 3 42 16,0 0 39-16,0 3 36 0,0 1 49 0,0 4 38 15,0 3 15-15,0 3-1 0,0 4-3 16,7 1-8-16,-7 6-18 0,0 6-22 0,6 5-16 15,-6 4-15-15,0 4-114 0,0 3-57 0,7 8 0 16,-7 8 0-16,0-1 0 0,0 3 0 16,7 2 0-16,-1 0 0 0,0-6 0 0,1 1 0 0,0-7 0 15,5-1 0-15,-5-5 0 0,0-5 0 16,-1-4 0-16,1-3 0 0,-1 0 0 0,0-8 0 16,2 0-122-16,-8-7-230 0,0 0-116 0,0-4-131 0,0-7-126 15,0 0-104-15,-8 0-126 16,8 0-48-16,-6-4 61 0,0-3 126 0,-1-3 149 0,1-2 154 15</inkml:trace>
  <inkml:trace contextRef="#ctx0" brushRef="#br7" timeOffset="-141950.19">14739 16181 481 0,'-7'10'646'0,"7"-2"141"0,0 1 121 0,-6-6-36 0,6-3-72 0,0 3-91 16,0 1-86-16,6 0-95 0,1-1-91 0,-1-3-89 15,7 0-87-15,1-3-77 0,5-1-67 0,0-3-44 16,8 4-31-16,-8-6-20 0,13 1-12 0,-6-2-19 16,-6 6-38-16,6-3-67 0,-7 3-108 0,1 0-140 15,0 2-165-15,-7-3-143 0,0 5-104 16,0-3-76-16,-13 3-63 0,0 0 26 0,0 0 99 16,0 0 123-16,0 0 120 0,0 0 132 0</inkml:trace>
  <inkml:trace contextRef="#ctx0" brushRef="#br7" timeOffset="-141779.8">14778 16431 76 0,'0'7'426'0,"6"0"98"0,-6 0 102 15,7 1 77-15,-7-5-35 0,13 4-16 16,-7-3-14-16,7-4-25 0,1 5-45 0,5-3-81 16,0-2-99-16,1 5-100 0,-1-5-92 0,1 0-74 0,-7 3-53 15,7-3-69-15,0 4-63 0,-1-1-103 16,-6-3-170-16,0 8-199 0,0-8-196 0,0 4-214 15,0-1-89-15,-6-3 24 0,5 4 129 0,2-4 177 0,-1 0 185 16</inkml:trace>
  <inkml:trace contextRef="#ctx0" brushRef="#br7" timeOffset="-139533.85">15775 15947 77 0,'0'-27'373'0,"-7"6"70"0,7-1 71 0,0 4 9 0,0 4-45 0,-7-1 9 16,7 7 33-16,0-3 42 0,-6 4 34 16,6 3 6-16,0 1-8 0,0 3-51 0,0 3-71 0,0 5-72 15,0 3-75-15,6 0-60 0,1 4-51 0,0 6-36 16,-1 1-153-16,-6 4-25 0,0 3 0 0,0 0 0 15,0 4 0-15,0-4 0 0,7 1 0 16,-7-1 0-16,6-3 0 0,1-4 0 0,0-3 0 16,-7-5 0-16,6 1 0 0,6-8 0 0,-4 0 0 0,-2 1 0 15,7-8 0-15,0 3 0 0,0-6 0 16,0 0 0-16,6-6 0 0,-5 1 0 0,5 2 0 0,-6-2 0 16,6 1 0-16,-5-1 0 0,5 1 0 0,-5 0 0 15,-2 0 0-15,-6 3 0 0,2-3 0 16,-2 7 0-16,0 0 0 0,-6 0 0 0,7 0 0 15,-7 3 0-15,-7 5 0 0,7 3 0 0,-6 3 0 16,0 5 0-16,-8-1 0 0,8 4 0 0,-7 0 0 16,0 0 0-16,0 0 0 0,-1-1 0 0,-5-2 0 15,6-1 0-15,0-2-164 0,-7-6-228 16,8 2-128-16,-8-9-127 0,7 1-96 0,0-8-61 16,0 1-39-16,7-9-34 0,-2 2 33 0,-4-1 98 15,6-4 113-15,-1-4 111 0,7-3 123 0</inkml:trace>
  <inkml:trace contextRef="#ctx0" brushRef="#br7" timeOffset="-139082.69">15794 15943 267 0,'0'-11'457'0,"0"-1"79"0,7 6 68 0,-7-2-54 16,0 1-82-16,7-1-67 0,-1 1-64 16,-6 0-57-16,12 4-65 0,-4-5-53 15,4 1-56-15,1-1-44 0,7 2-3 0,0-2-37 16,-1 4-13-16,7 1-24 0,-6-1-28 0,6 0-40 0,-7 4-70 15,7 0-32-15,-6 4-37 0,6 0-21 16,-7-4-6-16,7 3 11 0,-6 1 23 0,0 0 36 16,-1-4 39-16,1 0 36 0,-1 0 34 0,-6 0 28 0,0-4 23 15,1 4 22-15,-8-4 21 0,0 1 24 0,1-5 25 16,-7 8 29-16,7-3 34 0,-7-5 39 16,0 8 48-16,0-3 45 0,-7-1 53 0,7 4 50 0,0 4 42 15,-7-1 27-15,7 1 5 0,-6 3-4 0,0 4-39 16,-1 4-49-16,0 3-58 0,7 4-60 0,-6 4-53 15,6 3-48-15,0 0-21 0,0 1-12 0,0 2-9 16,0 2-5-16,6 2-7 16,1-3-12-16,6-4-18 0,0 4-17 0,0-7-11 0,0 0-9 0,7-8-7 15,0 0-5-15,-8-7 1 0,8-3 0 0,-1-4-2 16,7-8 1-16,-6-4-2 0,-7-3 2 0,7 0-1 16,-8-3-4-16,2-4 0 0,-8-1-3 0,0 2 2 15,1-2 1-15,-7 0 0 16,0 4 3-16,0 5 1 0,0-5-1 0,-7 8 1 15,1 3-1-15,0 1-1 0,0 3-1 0,-8 3-6 16,8 8 2-16,-8 0-11 0,8 3-28 0,-7 5-47 16,-1-2-90-16,2 6-89 0,-2 0-120 15,2-2-129-15,-1 2-110 0,6-6-78 0,0 2-19 16,1-1-40-16,0-7-47 0,6 1 42 0,-6-2 89 16,6-10 97-16,6 11 96 0</inkml:trace>
  <inkml:trace contextRef="#ctx0" brushRef="#br7" timeOffset="-138314.9">16876 16012 404 0,'6'-14'529'0,"8"-1"116"0,-14 1 98 0,0 2 12 0,0-2-42 16,0 3-31-16,0-1-34 15,-7 3-45-15,0 1-55 0,1 4-101 0,0 0-64 16,6 0-72-16,-8 4-72 0,2 4-65 0,0 4-57 0,-1 3-47 0,1 3-34 15,6 1-18-15,-7 3-8 16,7 4-4-16,0 4-2 0,0 3 0 0,0-3 2 0,0 7-3 0,7 0-2 16,-1-3-1-16,1-1-2 0,5 0-2 0,-4-3 0 15,4-4-4-15,2-1-4 0,5-6-16 0,-6 0-19 16,6-3-31 0,1-6-44-16,-7-6-54 0,7 0-71 0,-8-11-72 15,8-1-73-15,-6-5-66 0,5-5-50 0,-6-4-26 16,0 1 0-16,0-1 26 0,0-4 45 0,-7 5 61 15,1-4 66-15,0 4 66 0,-1-6 59 0,-6 6 53 16,0-1 49-16,0 4 46 0,0 0 49 0,0 4 55 16,7 0 58-16,-7 4 63 0,0 2 72 0,0 4 72 15,0 1 63-15,0 7 61 0,0 0 44 0,0 4 16 16,0 3-17-16,0 1-41 0,0 3-59 0,0 3-72 0,6 5-72 0,-6-5-59 16,0 8-42-16,0 0-29 0,6 0-19 15,-6 0-17-15,8 4-19 16,-8-4-9-16,6 0-10 0,0 0-14 0,0-1-9 0,-6-6-3 0,7-1 1 15,0-2-4-15,-1-1-5 0,-6-7 1 0,7 0 4 16,-7-1 0-16,6 0-1 16,-6-6 0-16,7 0-7 0,-7-5-12 0,0-3-18 15,7-7-27-15,-7-1-28 0,6 1-34 0,-6-4-29 16,0 0-20-16,0 0-13 0,6-4 2 0,-6 8 14 0,0-4 24 0,0 4 37 16,6 3 32-16,-6 1 47 15,8 2 18-15,-8 6 27 0,6 2 30 0,0 4 22 16,-6 4 22-16,7-1 1 0,-1 4 26 0,1 4 5 0,6 0-3 15,-7 4-7-15,1 3-10 16,-7-3-11-16,13 3-2 0,-7-3-22 0,1 3-22 16,0-3-15-16,-1 0-11 0,1-4-4 0,-7-1-18 15,6 2 4-15,0-9 5 0,-6 1 0 0,7-1-2 0,-7-3 0 0,0-3 2 16,7-1-5-16,-7-7-7 0,0 4-8 0,0-7-15 16,6-1-20-16,-6 1-18 0,0-5-15 0,6 4-6 15,-6-4 1-15,0 5 3 16,0-4 14-16,8 7 14 0,-2 0 20 0,-6 3 22 15,6 5 22-15,1 3 27 0,-1 0 23 0,8 3 25 16,-8 8 24-16,0-3 12 0,0 3 8 16,8 3-6-16,-8 1-14 0,1 3-20 0,6 1-42 15,-6 0-34-15,-1-2-83 0,0 2-97 0,1-5-133 16,0-3-142-16,-7-4-118 0,6 0-138 0,-6-7-125 16,0 0-29-16,0 0 64 0,0 0 109 0,6-7 119 0,1-3 140 0</inkml:trace>
  <inkml:trace contextRef="#ctx0" brushRef="#br7" timeOffset="-137969.02">17723 15408 16 0,'-20'-3'566'0,"8"3"134"0,-2-5 79 0,1 3 44 0,7-2-90 0,-7-4-242 0,6 1-208 0,7-3-122 0,0-5-73 0,7-1-40 16,-1 3-17-16,1-3-6 0,6 5 25 0,-7-3 7 31,8 3 8-31,5 0 9 0,-6-1 20 16,-7 2 23-16,7 6 25 0,1 4 25 0,-8 0 32 15,0 4 27-15,2 4 3 0,-8 6-4 0,6 3-10 16,0 2-12-16,-6 8-18 0,0-2-7 0,6 0 6 0,-6 5 7 0,0-1 0 0,7 0-5 0,-7 0-11 31,7 0-81-31,-7-6-94 0,6-1 0 0,1-8 0 16,-1 1 0-16,0-5 0 0,8 2 0 0,-2-4 0 0,2-1 0 0,-1-7 0 0,7 0 0 0,0-4 0 31,-8 1 0-31,14-2 0 0,-7-2 0 0,1-3 0 16,-6 2 0-16,5 1 0 0,-6-4-246 0,6 3-356 15,-5 1-194-15,-2-4-164 0,2 4-176 0,-1 0-21 16,-7 3 90-16,0 0 165 0,1 4 196 0,0 0 196 0</inkml:trace>
  <inkml:trace contextRef="#ctx0" brushRef="#br7" timeOffset="-137677.48">16830 17464 480 0,'-78'102'590'0,"-7"-7"110"0,20-11 78 15,7-6-15-15,5-16-120 0,14-7-55 0,13-11-18 16,14-11-25-16,4-12 68 0,28-13-27 15,6-12-62-15,21-15-68 0,4-13-101 16,21-11-355-16,6-9 0 0,13-15 0 16,7-6 0-16,6-7 0 0,0-9 0 0,1-1 0 15,-1-2 0-15,-7 3 0 0,-5 5 0 0,-1 1 0 16,-13 8-6-16,0 6-557 0,-12 4-206 16,-1 6-153-16,-12 4-121 0,-2 3-96 0,-11 9 59 0,-8 6 147 15,1 4 183-15,-7 8 166 0</inkml:trace>
  <inkml:trace contextRef="#ctx0" brushRef="#br7" timeOffset="-137510.21">17586 17599 98 0,'-39'88'450'0,"13"-15"74"16,13-21 84-16,13-16 82 0,13-18-191 15,7-18-137-15,19-18-88 0,7-15-72 0,5-11-83 16,1-11-117-16,7-7-126 0,0-7-196 15,0 3-193-15,-14-4-100 0,1 8-54 0,-1-1 6 16,-13 5 93-16</inkml:trace>
  <inkml:trace contextRef="#ctx0" brushRef="#br2" timeOffset="-129030.63">24923 846 378 0,'0'-7'564'0,"0"-4"128"0,0-4 121 0,0 8-34 15,0 3-42-15,0 4-51 0,0 0-90 0,0-4-92 16,0 1-92-16,0 3-89 0,0-4-111 0,6 4-76 16,1-3-44-16,0-5-36 0,-1 4-29 0,7 1-13 0,-6-1 5 0,6 4-6 0,-7-4-7 15,8 4-2 1,-8 4 2-16,7-4 2 0,-7 4-3 0,1-1-2 0,0 1-1 0,-1 0 1 0,0 0 9 15,-6 3 6-15,0 0 10 0,0 0 10 0,-6 4 11 16,0-3 7 0,-1 3-1-16,0-1-6 0,1 1-4 15,-7 5-6-15,-1-6-7 0,2 1-9 0,-1 1-8 0,6-2-4 16,1-3-2-16,-7 1-3 0,13-1-6 0,-7-3 0 16,0 0 0-16,7-1-1 0,0-3-4 15,-6 4-6-15,6-4-6 0,6 3-10 0,-6-3-5 16,7 5-9-16,-7-2-7 0,7-3-2 0,-1 3 0 15,7-3 3-15,-6 4 1 0,6 0 1 0,-7-1 2 16,8 1 6-16,-2 4 5 0,-5 0 4 0,-1-2 8 16,8 2 9-16,-14 3 6 0,6 0 5 0,-6 3 3 15,0-3 3-15,0 3-3 0,-6 1-2 0,-1-4 1 16,0 4-2-16,1-4-3 0,-1 4-13 0,-5-7-34 0,4 1-71 0,2-1-110 0,-6-8-137 16,-2 0-144-1,8 0-125-15,-1 0-105 0,1 4-98 0,6-4-24 0,0 0 68 0,-7-4 108 0,0-6 118 16,7-5 131-16</inkml:trace>
  <inkml:trace contextRef="#ctx0" brushRef="#br2" timeOffset="-128653.27">25152 747 210 0,'6'-19'360'0,"-6"-2"61"0,0-5 51 0,-6 0-35 0,-2 1-47 15,2-4 14-15,0 2 22 0,-8 6 23 0,2 6 23 16,-1 1 11-16,-7 7 2 0,7-5-12 0,-6 5-26 31,-8-1-45-31,7 1-56 0,-5 4-55 0,-8 3-58 16,8 3-46-16,-8 4-38 0,7 1-21 0,-7 7-17 16,1-1-9-16,6 8 2 0,-7 11 22 0,7 0-43 15,0 7-83-15,-1 8 0 0,8 4 0 0,0 2 0 0,-1 5 0 16,13 3 0-16,1 1 0 0,6-5 0 0,6 1 0 15,7-1 0-15,7-6 0 0,0-1 0 16,5-7 0-16,9-7 0 0,4-4 0 0,1-8 0 16,7-4 0-16,6-4 0 0,0-11 0 0,-6-6 0 15,6-11 0-15,-6-1 0 0,-1-5 0 0,-5-9 0 16,-8 1 0-16,1-8 0 0,-7-1-8 0,-7-2-178 16,-6-1-40-16,0 1-53 0,-13 0-63 0,0-9-73 15,-6 1-84-15,-1 0-81 0,-6 0-60 0,0 8-26 16,0 10-25-16,-14 8-47 0,9 4 10 0,-15-6 65 15,7 6 82-15,-7 3 83 0,7-4 106 0</inkml:trace>
  <inkml:trace contextRef="#ctx0" brushRef="#br2" timeOffset="-123737.76">26729 751 321 0,'0'-23'387'0,"0"-6"58"0,0 0 22 0,-8-1-94 0,-4 5-40 0,5 0-26 0,-6 2-18 0,0 2-31 16,0 2-33-16,0 5-30 15,-7 3-43-15,7 3-34 0,-6 4-41 0,6 8-21 0,-1 0-18 0,2 3-21 16,-2 5-10-16,8 2-8 0,-7 1-2 0,7 6-5 16,-1 2-1-16,7 6 49 15,0 0 30-15,0 4 12 0,7 1 4 16,-1-2 9-16,7 5 2 0,-7-4-45 0,8-1-28 0,-2 1-11 0,2 1-2 0,-1-5-5 16,0-4 0-16,-7 1-3 0,7 0 5 0,-7-4 2 15,-6-4-3 1,0 0 0-16,-6-3-2 0,0 0 3 0,-7-1-2 0,0-3-6 0,-6-3-14 0,-1 0-36 15,0-6-57-15,-6 3-70 0,7-3-77 0,-1 2-75 16,7 4-66 0,-7-4-70-16,8 0-97 0,-2-4-18 0,8-8 28 0,0 0 53 0,6-3 66 0</inkml:trace>
  <inkml:trace contextRef="#ctx0" brushRef="#br2" timeOffset="-123344.98">26826 843 204 0,'6'-4'427'0,"1"-4"57"16,-7 5 40 0,0-1-54-16,-7 0-100 0,7 8-82 15,0 3-72-15,0 1-49 0,0 2-35 0,7 1-40 0,-1 1-42 0,1-2-21 0,6 2-11 0,7-1-8 16,-1 0-5-16,1-4 3 0,0 0-1 0,-2-3 1 16,2-4-1-1,0 0 0-15,-1-4 0 0,-5 0-1 16,5-3-3-16,-6-3-2 0,-6-2-2 0,-1 1 1 15,0-3 4-15,0-1 7 0,-6 1 10 16,-6-1 12-16,6 0 6 0,-6 0 14 0,0 1 6 16,-8 3 7-16,1-3-3 0,1 6-6 0,4 1-4 15,-4 3-8-15,-8 4-8 0,7 4-2 0,-7 3 4 16,8 1 2-16,-2 6 2 0,2 1-1 0,-1 3-2 16,-1 4-9-16,8-1-8 0,-7 2-7 0,6 2-6 15,7 1 1-15,-6-4-3 0,12 3-5 0,-6-2-2 16,7-1 1-16,6-5-2 0,0-2 1 0,0 0-5 15,0-4-23-15,7 1-33 0,-1-6-51 0,1 2-52 16,0-1-61-16,-2-3-46 0,2-4-27 0,0 0-13 16,5-4 9-16,-5 0 6 0,0-3 0 0,-1 0-2 15,1-5-5-15,0 2-3 0,-7-1 1 0,0-4 15 16,6-3 33-16,-5 3 46 0</inkml:trace>
  <inkml:trace contextRef="#ctx0" brushRef="#br2" timeOffset="-122992.55">27289 938 151 0,'6'-15'266'0,"0"-3"67"15,8-1 42-15,-14 1 11 0,6-1-20 16,-6 5-31-16,0-1-11 0,0 1-7 0,0 6-2 15,0 1-11-15,-6 7-18 0,-1 4-26 0,0 3-37 0,1 4-40 16,0 7-44-16,-7 0-34 0,6 5-32 0,-6 2-24 16,7 1-19-16,-2 0-11 0,2-5-28 0,0 2 4 15,6-1 0-15,0-7 0 0,0 2 2 0,0-5 1 16,0-2 16-16,6-3-11 0,0-7-8 0,2 0-13 16,-2 0-13-16,0-10-15 0,8-1-11 0,-8 0-13 15,7-7-11-15,-7-5-6 0,8 5-11 0,-8-8-5 16,7 1-8-16,-6 0-8 0,6-2-2 0,-7 2 2 15,7-4-27-15,-6-1-20 0,5 1 17 0,-4 0 16 16,-2 4 16-16,0-2 16 0,1 2 53 0,-1 2 40 16,1 6 14-16,-1 3 16 0,-6-1 19 0,0 3 17 15,7 4 19-15,-7 6 25 0,0 2 20 0,0 2 14 16,0 6 9-16,-7 4 6 0,7 5-9 0,-6 2 29 16,6 3 4-16,-7 3-12 0,1 5-18 0,6-1-14 15,0 4-16-15,-7-4-53 0,7 4-29 0,0-4-15 16,0 1-13-16,7-1-36 0,-7-3-47 0,6-1-64 15,1 1-74-15,-1-4-74 0,-6 4-66 0,7-8-45 16,-1 5-43-16,1-9-50 0,0-3-51 0,-7-11 9 16,0 0 37-16,6-8 56 0,7-6 80 0</inkml:trace>
  <inkml:trace contextRef="#ctx0" brushRef="#br2" timeOffset="-122360.28">27550 853 149 0,'0'-4'410'0,"-8"-2"75"16,2 2 60-16,6-4-12 15,-6 8-94-15,6 0-78 0,-7 0-66 0,7 8-63 0,-7-1-54 0,7 0-65 16,7 5-36-16,-7-5-32 0,7 3-22 0,-1 2-10 16,8-5-9-1,-8 4 1-15,6-4-1 0,-5-3 2 0,6-1 1 0,-6-3-1 0,5 0 3 0,-4-3-5 16,-2-1-2-16,7-6-1 0,-6-2-1 16,-1 1-1-16,-6-7 2 0,6 3 1 0,-6-3-2 15,7 3-1 1,-14-7 2-16,7 8-39 0,-6-5-26 0,6 5-10 0,-6-1-3 0,-1 1-5 0,0 2-4 0,1 5 41 15,-8 0 22 1,8 7 10-16,-7-4 2 0,7 8 6 0,-8-1 42 0,8 5 25 0,-6 3 13 0,4 3 6 16,-4 1 12-16,5-1 11 0,0 9-34 0,1-5-19 31,-1 8-8-31,1-1-2 0,0 2-5 0,6-2-14 0,-7 0 3 0,14 1-10 0,-7-1-7 0,6-3-4 31,0 1-7-31,1-5 1 0,6 0-9 0,0-4 8 16,1 1 3-16,-2-4-19 0,1-3-25 0,7-1-36 0,-8-3-42 0,2 3-52 0,6-7-42 0,-8 0-23 31,1-4-15-31,1 1-1 0,-2-4 8 0,-5-1 8 16,6-3 5-16,0 1 4 0,0-2 11 0,-6-2 27 15,-1-1 24-15,0 1 42 0,2-1 62 0,-8-4 70 16,6 4 57-16,0 1 37 0,-6 3 28 0,0 0 11 16,0 4-6-16,0-1-13 0,6 4-9 0,-6 4-4 15,0 0 2-15,0 4 5 0,7 0 1 0,-7 3-4 16,0 1-6-16,7 2-6 0,-7 5-8 0,0 0-12 15,6 3-16-15,-6 1-14 0,7-1-10 0,-7 0-18 16,6 0-9-16,-6-3-6 0,7 0-1 0,-7-4-2 16,0-4-1-16,7 0 10 0,-7 1 6 0,0-8 5 15,0 0 1-15,-7 0 0 0,7-8-4 0,0 1-5 16,0-7-7-16,0-1-4 0,0 1-3 0,7-9-2 16,-7 1 0-16,0 0-1 0,6 0 1 0,-6-4-3 15,6 5-2-15,0 2 2 0,2-2 1 16,4 6-3-16,-5 1 1 0,-1 2 2 0,8 4 3 0,-2 1 0 15,-5 0 1-15,6 4 2 0,-7 3-6 0,8 0-21 16,-1 0-32-16,-1 6-44 0,2 2-50 0,-8 3-61 16,8 3-86-16,-2 1-101 0,-5-7-49 0,-7-8 1 15,0 0 26-15,13-4 48 0</inkml:trace>
  <inkml:trace contextRef="#ctx0" brushRef="#br2" timeOffset="-121989.02">28097 681 160 0,'0'-4'321'0,"0"1"51"0,0-1 31 0,0 1-73 0,0-1-43 0,0 8-25 0,0-1-16 0,0 8 23 15,0 0 10-15,0 4-4 0,6 6-13 0,-6 2-22 16,0 2-21-16,0 5-65 0,0-1-51 0,0 4-37 16,0-4-26-16,0 4-15 0,7-7-8 0,-7-1-10 15,0 1-2-15,6-3-1 0,-6-6-1 0,0-2 2 16,6-4-5-16,-6 1 2 0,0-9 6 0,0 0-2 15,0-3 2-15,7-3-6 0,-7-5 7 0,7-3-14 16,-1-3 2-16,-6-1 2 0,6 1-1 0,2-5 0 16,-2-3 2-16,0 4 11 0,-6-4-9 15,7 3-4-15,-1 2 6 0,-6-2-4 0,7 9-7 16,-1-2 0-16,-6 1 2 0,7 7 1 0,-1 4-5 16,-6 0 1-16,0 7 4 0,6 5 7 0,-6-2-4 15,8 5 1-15,-2 0-17 0,-6 3-28 0,6 1-37 16,1-1-48-16,-7 4-45 0,7-1-45 0,-1 1-34 15,0 1-19-15,7-5-11 16,-6 0-9-16,6 1-20 0,0-5-27 0,0 1-7 0,0-8 5 0,7-2 13 16,0-3 15-16,-8-2 34 0,8-7 58 0</inkml:trace>
  <inkml:trace contextRef="#ctx0" brushRef="#br2" timeOffset="-121654.98">28539 1066 21 0,'7'-15'295'0,"0"1"55"0,-1-5 24 0,-6 4 3 15,0-3-9-15,0-3-19 0,0 2-6 0,0 4 5 16,-6-3 1-16,-1 7-3 15,0 4-12-15,1-1-28 0,0 12-34 0,-8 7-42 0,8 7-44 0,-7 4-41 16,6-4-46 0,1 4-31-16,-7 0-26 0,7-3-17 0,-2-1-16 0,2 1-1 0,0-2 2 0,0 2-2 15,6 0-5 1,-7-5-4-16,7 1 2 0,7-5-3 0,-7-3 1 16,6 1 0-16,0 0 2 0,0-8 3 0,2 4 5 15,4-8-1-15,-5 0-6 0,6-4-1 0,0-3-1 0,-7 1-5 0,8-5-2 0,-2 1-9 31,-5-1 1-31,6 4-1 0,-6-4-7 0,-1-3-4 16,0 3 1-16,-6-3-2 0,8-1 3 0,-8 5 0 16,6-1 9-16,-6 5 5 0,0 2 5 0,0 4 6 15,0 4 0-15,6 4 0 0,-6-1-3 0,0 5-13 16,0-1-31-16,0 4-45 0,6-3-51 0,-6 6-63 16,0-3-61-16,8 8-50 0,-8-5-31 0,0 1-11 15,6-5-4-15,0 5-13 0,-6-4-13 0,7-3-22 16,-1-4-21-16,-6-4 14 0,0 0 34 0,7-12 62 15</inkml:trace>
  <inkml:trace contextRef="#ctx0" brushRef="#br2" timeOffset="-121338.89">28754 945 98 0,'7'-7'313'0,"0"-1"48"0,-7-3 3 0,6 8-22 16,-6-1-39-16,0 1-50 0,0 3-29 0,0 3-19 16,0 4-14-16,7 0-9 0,-7 5-2 15,0 2-4-15,0 4-14 0,0 1-20 0,6 2-21 0,-6-1-24 16,0 1-29-16,7 1-26 0,-7-4-17 0,6-3-11 15,1 0-5-15,-7-5-3 0,6-2-1 0,0-1 6 16,-6 0 4-16,0-7 5 0,8 0-2 0,-8-2 2 16,6-6-1-16,-6-7-15 0,6 4 1 0,1-7-5 15,-1 4 2-15,1-9-2 0,-7 5 2 0,6-4 4 16,1 1-4-16,-1-2-7 0,1 4-1 16,0 1-9-16,-1 0-2 0,0 4 6 0,8 2 0 15,-8 5 8-15,0-1-2 0,-6 8 12 0,7 0 0 16,-1 4 0-16,1 4-1 0,-7-1-1 0,0 4-1 15,7 0-1-15,-7 4-5 0,6-1-17 0,-6 1-33 16,0-1-29-16,6 1-40 0,-6 4-41 0,8-2-43 16,-2 2-29-16,0-4-12 0,7 4-20 0,-6-5-18 15,-1-3-26-15,7 0-21 0,-7-4-14 0,8-4 16 16,6 1 26-16,-8-8 40 0,8 1 43 0,-1-4 49 16</inkml:trace>
  <inkml:trace contextRef="#ctx0" brushRef="#br2" timeOffset="-121004.48">29230 1059 23 0,'13'-12'240'0,"-6"2"52"0,0-5 37 0,-1 0 25 0,0 1 6 15,-6-1-1-15,0-4-17 0,0 9-7 0,-6-1-8 16,0-1-35-16,-1 5 2 0,0 7-22 0,1 0-28 16,-1 0-41-16,-5 7-39 15,4 5-9-15,-4-1-51 0,6 4-39 0,-8-1-28 0,8 4-18 0,-1-4-10 16,1 6-6-16,-1-6-3 0,7-3-6 0,0 3 0 16,0-7 4-16,0 5 2 15,0-5 1-15,0-3-1 0,7-4 7 0,-1 0-4 0,1-8 1 0,-1 2-3 16,0-6-17-16,2-2-18 0,4-1-19 0,2 1-21 15,-8-1-28-15,7 1-25 0,-7-2-3 0,8 1 0 16,-8 4 6-16,0 1 19 0,0 2 27 0,2 1 25 16,-2 3 12-16,0 4 15 0,1 0 15 0,-1 8 4 15,-6-1 2-15,7 0 2 0,-7 8 9 0,7-4 2 16,-7 4-6-16,6 2 0 0,0-1-11 0,-6 2-28 16,7 0-39-16,-7 0-45 0,7 1-45 0,-1-1-50 15,-6 0-40-15,6 0-36 0,1-3-38 0,-7-3-46 16,7-3-47-16,-7-9-2 0,0 0 24 0,0 0 48 15</inkml:trace>
  <inkml:trace contextRef="#ctx0" brushRef="#br2" timeOffset="-120819.2">29471 849 12 0,'0'-3'346'0,"0"0"62"0,0-5 49 16,0 4-2-16,0 1-71 0,0-1-62 0,0 8-41 0,0-1-31 0,0 5-20 0,0 6-28 0,-6 1-37 15,6 7-38-15,0 0-33 0,6 4-31 0,-6 0-25 32,0-1-17-32,7 4-8 0,-7 0-19 0,6 0-38 15,0-3-50-15,2 7-50 0,-2-4-60 0,0 1-57 16,1-1-86-16,0-3-96 0,-1-4-63 0,1-8-8 16,-7-3 27-16,12-3 42 0,-12-8 90 0</inkml:trace>
  <inkml:trace contextRef="#ctx0" brushRef="#br2" timeOffset="-120288.98">29674 1001 255 0,'-7'-23'462'0,"0"1"89"0,1-4 84 0,-8 8-20 0,2 0-53 16,5 6-33-16,-12 10-29 0,6 8-27 0,-1 5-34 16,2 1-53-16,-2-2-65 0,2 5-70 0,-1 0-60 15,6 3-60-15,-6 0-48 0,7 0-34 0,6 5-21 16,-8-5-14-16,8 4-6 0,8 0-5 0,-8 0-4 15,6-4-2-15,7 5 2 0,-6-6 1 16,6 2-5-16,-1 0 1 0,2-5-25 0,6 1-24 0,-1-5-42 16,0 1-60-16,0-7-71 0,1-4-79 0,6-4-54 15,-6-7-54-15,-1 4-18 0,1 0 12 16,0-1 31-16,-1 1 45 0,1-3 52 0,-1 1 54 0,1-1 45 16,-7-5 44-16,0 3 36 15,-7-2 41-15,0-1 42 0,2-2 49 0,-8-2 44 0,0 0 48 0,0-2 57 16,-8-2 50-16,2 6 68 0,0-2 25 0,0 4 18 15,-1 8 1-15,-6 7-8 16,6 4-18-16,-6 11-54 0,0-1-33 0,1 5-40 0,-2-1-40 16,1-3-39-16,7 2-38 0,-8 2-24 0,8 0-18 15,-7 2-5-15,6-3-7 0,7 1-2 0,-6-4-6 16,6 4 3-16,0-5-2 0,0 1-2 16,6-5 1-16,1-3-7 0,0 1 1 0,-1-4-19 0,7-4-16 15,0-4-36-15,0-11-38 0,1-4-38 0,-2-1-45 16,1-3-37-16,0 4-28 0,0 6-14 0,1-7 0 15,4 6 20-15,-4-1 33 0,5 1 44 0,-5 2 44 16,-2-2 40-16,-5 7 40 0,0-1 23 0,-1 5 12 16,7 3 8-16,-13 0 6 0,7 3 6 0,-7 1 0 15,6 4 2-15,-6 2 1 0,0 6 0 0,0-6-2 16,0 5-3-16,0-1-16 0,0 1-20 0,0-1-32 0,0 5-37 16,0-2-40-16,7 3-50 0,-7-6-48 0,0 1-52 15,0-1-44-15,0-2-37 16,0-12 5-16,0 0 31 0,0 0 53 0</inkml:trace>
  <inkml:trace contextRef="#ctx0" brushRef="#br2" timeOffset="-120006.79">30025 1099 99 0,'0'-4'306'0,"6"4"40"0,-6 0-2 0,0 0-29 0,8 4-41 0,-8 3-40 16,0 1-22-16,0-1-2 0,0 7 8 0,0 2 9 15,6-3 3-15,-6 3-15 0,0 1-24 0,0 2-31 16,0 0-41-16,6-5-37 0,-6 1-32 0,7 0-21 15,-1-5-8-15,1 2-7 0,0-5 5 0,-7-5 2 16,6 3 6 0,-6-5 4-16,0-5 2 0,6-1 2 0,-6-5-8 0,6-1-5 0,-6-2-7 0,8-4-6 0,-2 0-6 15,0-4-9-15,1 0 4 0,0 3-3 0,-1 2 1 16,1-6-1 0,-1 9 2-16,0-1 5 0,8 7-2 0,-8 2-2 15,0-3 2-15,8 9 0 0,-8 0-2 0,7 0 4 16,-6 12-6-16,-1-5 4 0,1 8-3 0,-1-1-2 0,0 5-31 0,2-2-54 0,-8 10-65 0,6-2-85 31,-6 5-100-31,0 2-138 0,0-2-100 0,0-1-16 0,0-3 31 0,0-4 63 0,0-8 89 0</inkml:trace>
  <inkml:trace contextRef="#ctx0" brushRef="#br2" timeOffset="-117255.96">26930 2576 60 0,'6'3'346'0,"2"-3"57"0,-2 0 44 0,-6-3-19 0,0 3-69 16,0-5-47-16,0-2-28 0,0 3-21 15,0-2-11-15,0-6-19 0,0 5-20 0,0-4-17 16,-6 0-2-16,6 4-23 15,0-4-15-15,-8 0-9 0,8-1-4 0,-6 4 1 0,6 6-9 0,-6-2 18 16,6 4 7 0,-7-3-4-16,1 3-21 0,-1 0-25 0,-6 0-27 0,7 3-29 0,-8 3-25 0,2 2-12 15,5 4-9-15,-6 2 1 0,-6 5-1 0,5 3-3 16,2 3 1-16,-2-4 0 0,1 10 1 16,0-6-4-16,0 1-4 15,7 3 1-15,-8-4 0 0,8 2-1 0,0-6-3 0,-1 1 3 0,0 0 5 16,7-8 0-16,0-2-2 0,0-1-3 0,0 1 0 15,7-6-2 1,0-3-5-16,-7 5-1 0,6-4 8 0,0-4 4 0,2 0 4 0,-2 0-7 0,7-4 6 16,-7 0 1-16,1-3-7 0,6 1-2 15,-7-2 0 1,8-4 8-16,-2 1-6 0,2-3-2 0,-2 3-1 16,1-7 1-16,1 3 2 0,-2-3-1 0,2 0 1 15,-2-1 0-15,2 5 0 0,-1-5 0 0,-7 1-7 0,8 3 2 0,-8 0 1 0,0 0 2 31,0 5 0-31,1 3 2 0,0-1 1 0,-1 4-1 16,-6-4-1-16,7 8-1 0,-7 0 0 16,0 5-1-16,0 2 3 0,0 1 2 0,0 3 2 15,0 3-2-15,0 4 5 0,0 1-1 0,0 3-2 16,6 3-1-16,-6-2-1 0,0 2 4 0,7 1-7 16,-7-1 1-16,7 1-1 0,-7-3 1 0,6-2-7 15,0 1-41-15,0-8-51 0,2 1-86 16,-2-8-95-16,0 0-96 0,1-3-87 0,-1 4-49 15,1-8-47-15,0-4-50 0,-7 4-24 0,6-8 31 16,-6-2 59-16,6-5 70 0,8 1 93 16</inkml:trace>
  <inkml:trace contextRef="#ctx0" brushRef="#br2" timeOffset="-116746.96">27465 2088 247 0,'6'-8'358'0,"-6"5"42"0,0-4-7 0,0-4-57 0,0 3-66 16,0 1-39-16,0-1-20 0,0 1-12 0,0 0-7 15,0-1-4-15,-6 1-12 0,6 3-14 0,-7 1-19 16,7 3-13-16,-7 0-13 0,7 3-12 16,-6 5-11-16,-1 3-11 0,1 1-8 0,-1 2-10 15,7 1-14-15,-6 2-14 0,-1 5-13 0,7-3-8 16,0 3-5-16,-6-4-5 0,6 1-4 0,6-1-2 16,-6-3 1-16,7-1-2 0,-1-2 0 0,1-6 1 15,-1 2 4-15,1-5-1 0,-1-3 0 0,1-3 2 16,0-1 0-16,-1-3-2 0,0-5-2 0,1-2 2 15,0 3 0-15,-1-3-1 0,0-1 3 0,1-4 0 16,-7 5-1-16,6-5-5 0,-6 4 0 0,7 1 1 16,-7 3-2-16,0 4 0 0,0-5-1 0,0 6 6 15,7 2-4-15,-7 0 0 0,0 4-4 0,0 0-12 16,0 4 5-16,0 0 1 0,6 2 5 0,-6 6 2 16,0-1 4-16,0 3 12 0,6 5-2 0,-6 3-1 15,8-4-3-15,-8 7 1 0,6-2-1 0,-6 2-1 16,0 0-1-16,0-2-1 0,0 0 0 0,0-6-2 15,0 5-3-15,0-3 1 16,0-2-30-16,0 2-46 0,-6 0-69 0,6-4-79 0,-8-1-87 0,2-3-114 16,6 0-135-16,-6-8-54 0,-1 6 14 0,-6-6 51 15,6 0 74-15</inkml:trace>
  <inkml:trace contextRef="#ctx0" brushRef="#br2" timeOffset="-115667.1">25815 3505 132 0,'0'0'383'0,"0"4"62"0,0-4 44 0,0 4-45 0,0-4-94 16,0 4-73-16,0-4-51 0,0 3-32 0,8 1-18 15,-2 0-14-15,7-1-6 0,0 0-10 0,6 2-16 16,1-5-18-16,6 0-20 0,0 0-24 0,7 0-23 16,-1-5-17-16,-5 5-8 0,11 0-8 15,-5-3-4-15,0 3-4 0,5 0 1 0,-4 0 3 16,5 0 2-16,-1 0-3 0,1 0-4 15,-6 0 3-15,7 0-2 0,5 0 0 0,-13 0-4 16,8 0 1-16,-1 0 3 0,0 0 1 0,-1-3 1 16,2 3-1-16,-1 0-2 0,0 0-1 0,1-4 2 15,-2 4-4-15,-5 0 1 0,-1 0-1 16,1 4 4-16,-1-4-1 0,-5 3 1 0,5 0 2 16,-6-3-4-16,7 5-2 0,-7-2-4 0,0-3 2 15,7 0-4-15,-7 0-2 0,7 0 4 0,-7 0 4 16,0-3 3-16,-1 3 2 0,1-5 0 0,1 5 2 15,-1-3-5-15,6 0-1 0,-6 3-1 16,1 0-5-16,-1 0-1 0,-1 0-2 0,1 0 7 16,-6 3 0-16,6 0 17 0,1 2-6 0,-8-2-6 15,7 1 1-15,0 0-8 0,-6-1-2 0,6 4-20 16,-7-3 11-16,7 0 9 0,-6 3 1 0,6-2 8 16,-7-3 0-16,7 3 4 0,1-5-6 15,-1 2 0-15,0-2 4 0,-1 0-5 0,1 4 0 16,1-4 3-16,-8 0 2 0,8 4-3 0,-8-4-1 15,7 0 1-15,-6 4-3 0,6-4-1 0,-7 0 3 16,1 4 1-16,0-4-2 0,-1 0-12 0,0 0 5 16,1 0 3-16,-1 0 2 0,1 0 4 0,0 0 1 15,5 0 13-15,-5 4-4 0,6-4-4 16,1 0-5-16,-1 0-4 0,-1 3 1 0,1-3 0 16,0 0-1-16,-6 4 6 0,7-4-1 0,-9 0-2 15,9-4-4-15,-7 4 2 0,-2-3 6 0,-4 3-4 16,6 3-2-16,-7 1 1 0,6-2 2 0,-6 6-1 15,0-8-2-15,7 4 0 0,-7 0 2 16,6-4-2-16,-5 4-1 0,-2-1 13 0,8-3 8 16,-7 4 11-16,0-4 4 15,0 4 6-15,-7-4-4 0,8 3-7 0,-2 0-11 0,-12 2-13 0,7-5-18 16,-1 0-27-16,-6 0-48 0,7 0-77 0,-7 0-93 16,-7-5-104-16,1 5-149 0,6 0-120 0,-7-3-26 15,-5 3 32-15,-2 0 71 0,2 0 95 16</inkml:trace>
  <inkml:trace contextRef="#ctx0" brushRef="#br2" timeOffset="-113251.75">26233 4649 282 0,'6'0'361'0,"1"3"39"0,-7-3-11 0,7-3-66 0,-7 3-62 15,6-4-36-15,-6 1-21 0,6-1-11 16,-6-4-8-1,7 1-3-15,-7 0-1 0,0-5 3 0,7 6 4 0,-7-6 8 0,0 1 9 0,6 3 7 32,-6-2 8-32,0-1 5 0,0 3 0 0,0 1-8 0,0 0-16 0,-6 4-27 0,6-1-33 0,-7 0-32 31,0 4-32-31,1 0-24 0,0 4-21 0,-8 3-15 0,8 0-9 0,-7 0-4 0,0 8-5 16,0-1-1-1,-7 5 0-15,7 4-1 0,-6 2 3 0,6 0-1 0,-1 4 1 0,-5 5-3 0,6-1 2 31,0 0 2-31,7 0 0 0,-8 1 1 0,8-3-1 16,0-1 2-16,6-1-2 0,0-3-1 0,6-4 0 0,-6-8 0 0,6 1 4 0,8-3-3 31,-8-5 0-31,7-4 2 0,0-3-2 0,0-3 2 16,7-4-7-16,-1-5 1 0,-6-3 5 0,6-3-3 16,1-4 3-16,-6 0-2 0,5-3 5 0,1 3-2 15,-8-8-3-15,8 5 1 0,-7-1-3 16,0 1-1-16,-6-1 0 0,5 0 1 0,-4 1-3 15,-2 3 2-15,0-4 0 0,0 1 3 0,1 2-1 16,0 5-1-16,-1-1-1 0,-6 4-1 0,7 5 2 16,-7-1-5-16,6 3-1 0,-6 6 5 0,0 2 1 15,7 0 15-15,-7 2-4 0,0 10-2 16,0-1 0-16,0 7 0 0,7 1-2 0,-7 2-13 16,0 5 18-16,6 3-2 0,-6-3-5 0,6 4 2 15,-6-1 1-15,6 0 1 0,-6 0-14 0,8 0 1 16,-2-7 5-16,0 4-1 0,1-7-9 15,-1-2-50-15,1-2-72 0,0-3-89 0,-1-5-99 16,0-7-94-16,1 0-79 0,0-7-42 0,-1-5-41 16,0 1-54-16,1-7 3 0,-7 0 42 0,7-4 62 15,-1 1 74-15</inkml:trace>
  <inkml:trace contextRef="#ctx0" brushRef="#br2" timeOffset="-112850.84">26683 4166 288 0,'0'-8'431'0,"0"0"62"0,0-3 38 0,0 4-45 0,0 4-82 0,0-1-68 0,-7 0-64 16,7 4-53-16,-6 4-55 0,6 0-48 0,-7 4-35 15,7 1-19-15,-7 7-13 0,1 2-7 0,6 4-7 16,0 3 7-16,-6 1 1 0,6 3-3 0,0 0 0 15,0 2 2-15,0-2 4 0,0-4-18 0,6-4-13 16,0 2-5-16,8-9-3 0,-8 1-1 16,7-4-5-16,0-3-1 15,0-4 6-15,1-4-5 0,-2-4 2 0,1-4-2 0,0-3 2 0,0 0 0 16,-7-1-1-16,2-2 0 0,-2 3-2 16,-6-3-4-16,0-1-9 0,0 4 6 0,0 1 5 15,0 2-5-15,-6 4 1 0,-2 1 7 0,2 6 9 16,0 1-3-16,-1 4-8 0,-6 6 8 0,7 1-5 15,-7 2 7-15,7-2-17 0,-8 4-27 0,8-1-46 16,-1-4-59-16,0 5-64 0,1-4-77 16,0-4-58-16,6-1-57 0,0 2-70 0,0-12-61 15,0 0 4-15,0 0 34 0,6 7 54 0,0-3 76 16</inkml:trace>
  <inkml:trace contextRef="#ctx0" brushRef="#br2" timeOffset="-112600.5">27132 4813 207 0,'7'4'510'0,"-1"0"128"16,-6-1 119-16,0 1 47 0,0 0-60 0,0 0-84 31,0-4-100-31,-6 0-113 0,6 0-115 0,0 0-113 0,-7 0-99 0,7 0-88 0,0 0-112 15,0 0-129 1,0 0-144-16,0 0-150 0,0-4-158 16,0 4-177-16,0-4-29 0,0 4 56 0,0 0 109 15,7-11 130-15,-1 3 149 0</inkml:trace>
  <inkml:trace contextRef="#ctx0" brushRef="#br2" timeOffset="-111916.98">27588 4521 280 0,'7'3'335'0,"-1"-3"29"15,0-3-23-15,8 3-44 0,-14-4-49 0,6 0-26 16,1 0-11-16,0-3-4 0,-1 0 9 0,-6 0 9 16,6-1 13-16,-6 1 15 0,0 0 18 0,0-1 14 15,0 1 7-15,-6-1 11 0,6-3-1 16,0 4-2-16,-6-1-9 0,6 1-12 0,-7 4-22 15,0 3-38-15,1 0-43 0,-8 3-40 0,8 4-40 16,0 1-39-16,-7 3-26 0,-1 4-14 0,8 3-7 16,-6 5-4-16,-2-2-1 0,8 2 3 0,-8 2-1 15,8 4-1-15,-7-3-2 0,7 3 1 16,-1 4-2-16,-6-4-4 0,13 0 0 0,-6-2-1 16,-1-2 2-16,7 0-1 0,7-2 0 0,-1-4 0 15,-6-6-1-15,6 3 0 0,8-6-2 0,-8-3 0 16,7-3-1-16,0-4-9 0,0 0-7 0,1-4-14 15,-8-3-18-15,6-1-29 0,2-6-24 0,-8-1-24 16,7 1-28-16,-7-5-19 0,8-2-13 16,-8 2-2-16,1-2-2 0,6-2 10 0,-7 1 18 15,1 0 17-15,-1-3 19 0,1-1 20 0,-7 0 21 16,7 5 22-16,-1-5 16 0,-6 4 14 0,6 3 16 16,-6 5 8-16,0-4 6 0,0 7 5 0,7 0 5 15,-7 3 0-15,0 2 1 0,7 1 18 16,-7 1 23-16,0 4 27 0,0 4 22 0,0 1 24 15,6 1 16-15,-6 5-1 0,0 4-8 0,0-1-17 16,6 8-8-16,-6-3-13 0,7 6-16 16,-7-2-11-16,0 2-14 15,7 1-11-15,-7 3-15 0,6-4-12 0,-6 6-1 0,0-2-2 0,7 0-1 16,-1-4-10-16,-6-3-33 0,6 0-56 0,-6-3-78 16,8-1-89-16,-2-3-89 0,-6-8-78 0,0 1-58 15,6-2-43-15,-6-6-54 0,0 0-39 0,0 0 21 16,0-14 51-16,0 3 68 0,6-7 91 15</inkml:trace>
  <inkml:trace contextRef="#ctx0" brushRef="#br2" timeOffset="-111598.97">28083 4103 313 0,'-6'7'415'0,"0"-3"51"0,-2 3 13 16,2-3-71-16,0 3-85 15,-1-2-62-15,7-3-57 0,0-2-40 0,0 4-27 16,0-4-27-16,0 0-22 0,7 3-18 15,-1-3-6-15,0 0-8 0,2 0-14 0,-2 0-12 0,7 4-13 0,0-4-5 0,0 0-4 0,-7 0-2 32,8 4-20-32,-2-4-43 0,-4 0-58 15,4 0-72-15,-5-4-93 0,-1 4-122 0,-6 0-118 16,0 0-33-16,0 0 23 0,13 0 51 0,-6-4 78 16</inkml:trace>
  <inkml:trace contextRef="#ctx0" brushRef="#br2" timeOffset="-111185.09">28371 4000 34 0,'0'-7'369'0,"0"-1"67"16,0 4 58-16,0 2 3 0,0-3-74 0,0 5-70 15,0 0-56-15,-8 5-42 0,8-3-34 16,0 2-30-16,0 7-30 0,0 1-26 15,-6 2-20-15,6 1-16 0,0 3-19 0,0-3-22 16,0 7-17-16,0-4-11 0,0-3-9 0,0 3-11 16,0 1-7-16,0-8 2 0,6 3 0 0,-6-6-5 15,8 2-5-15,-2-2 5 0,-6 0 1 16,6-5 3-16,0 0-2 0,1 1 1 0,0-4 2 16,-1 0-3-16,7 0 2 0,-6-4-5 0,0 4-3 15,-1-3 2-15,6 3 3 0,-4 0-4 0,-2 0-2 16,0 0 3-16,-6 3 0 0,7-3 1 15,-7 4 2-15,6 3 16 0,-6-3 16 0,0 4 27 16,0 2 24-16,0 1 18 0,0 0 10 0,0 0-6 16,-6-4-8-16,6 4-25 0,-7 3-30 0,1-6-21 15,6 1-14-15,-6 1-11 0,-2-3-39 0,2 5-56 16,6-5-63-16,-6 0-79 0,0-4-86 0,-1 1-81 16,7-4-64-16,-7 0-67 0,7 0-68 15,0 0 5-15,-6-7 48 0,-1 0 65 0,7-4 84 16</inkml:trace>
  <inkml:trace contextRef="#ctx0" brushRef="#br2" timeOffset="-110949.49">28422 3964 149 0,'0'-8'416'0,"0"5"77"0,0-1 67 0,0 0-18 0,7 4-86 0,-7 0-78 15,0-3-66-15,7 3-58 0,-1 0-59 0,0 3-53 16,8-3-46-16,-2 0-32 0,-5 4-25 0,6 0-21 16,0-1-7-16,0 1-6 15,-6 0-5-15,5-1-22 0,2 4-51 0,-8 0-66 0,1 5-79 16,-1-9-89-16,0 5-123 0,-6-8-135 0,0 0-35 16,0 0 24-16,0 6 54 0,8 2 77 0</inkml:trace>
  <inkml:trace contextRef="#ctx0" brushRef="#br2" timeOffset="-108558.23">25470 2155 185 0,'0'-5'329'0,"7"-2"29"0,-7 2-20 0,0 5-75 15,-7-3-86-15,7 3-65 0,-6 0-45 0,6 0-28 32,0 3-16-32,-6 2-9 0,6 2-3 0,-7 4 2 15,0 4 0-15,7 3 5 0,-6 4 3 0,0 7 7 16,-1-3-2-16,-6 4 2 0,6 6 7 0,1 4 3 0,-1 1 4 0,1 5 5 0,-7 3 5 0,7 2 0 31,-2 1 3-31,-4 2-4 0,5 1-3 0,1 4 0 0,-1 3 1 0,1 1 1 0,-1 5-3 31,1 3-2-31,-1 2-3 0,0 4-9 0,1 3-8 16,6 1-8-16,-6 3-6 0,-1-7-3 0,7 4-6 16,-7-1-1-16,7-2-7 0,0-2 0 15,0 5-3-15,0-1 0 0,0 1 3 0,0 4 3 16,0-1 7-16,7 0 4 0,-7 0 1 0,7 1 1 15,-1-2-1-15,0-2 0 0,1 4-1 0,0-5-3 16,-1 1 0-16,1-1-3 0,6 1 1 0,-7-8-1 16,1 0-2-16,-1-6-1 0,0-5-4 15,8-3 1-15,-1-9-1 0,0-2-9 0,0-8-24 16,0-3-39-16,0-8-52 0,0-6-98 0,0-5-155 16,0-4-72-16,0-2-19 0,0-9 16 0,7-3 44 15</inkml:trace>
  <inkml:trace contextRef="#ctx0" brushRef="#br2" timeOffset="-107706.96">29771 2392 105 0,'0'-15'309'0,"0"1"38"0,7-1 5 0,-7 4-32 0,0 0-45 0,0-3-34 0,0 7-7 0,0-5 6 16,0 4 7-1,0-1 8-15,0 1-2 0,0-1-5 0,0 6-37 0,-7 0-18 0,7-1-33 0,0 0-38 16,0 4-23-16,0 0-17 0,-6 4 15 0,6 0-3 16,-7 7 13-16,7 3 24 0,0 9 11 0,-7 2-1 15,7 4 1-15,-6 5 3 0,6 3 0 0,-6 6-10 16,6 8-11-16,0 5-8 0,0 5-17 15,-7 8-24-15,7 9-20 0,0 2-21 0,0 4-22 16,-7 8-5 0,7 7 11-16,-6-4-4 0,6 5-4 15,0-4-4-15,0 2 9 0,0-8-7 0,6-1-20 16,1-1 4-16,-7 0-3 0,7-4 3 0,-7 4 2 0,6-6 2 0,-6 2 7 0,-6-9 0 16,6 3 3-1,-7-6 1-15,0-1 3 0,-5-6 0 0,5 2-4 16,-13-9-2-16,8-2-3 0,-8-2 0 0,0-6-2 0,1-4 3 0,-1-4 0 0,0-3 2 15,1-8-2-15,0 0-3 0,-1-7-15 16,1 0-24-16,-1-3-25 0,0-5-61 0,7 1-71 16,1-1-73-1,-8-2-84-15,6-4-70 0,2-2-68 16,-1-3-36-16,-1-3-51 0,8-3-79 0,-7-3 17 16,6-6 47-16,7 1 67 0,0-8 84 0</inkml:trace>
  <inkml:trace contextRef="#ctx0" brushRef="#br2" timeOffset="-106926.83">30814 1601 141 0,'0'3'421'0,"0"-6"89"0,0-4 68 0,0-1-5 0,-7 1-77 0,7-5-55 0,0 2-47 16,0-1-56-16,0 3-45 0,0-3-54 0,7 5-60 16,-7-6-52-16,0 5-40 0,0-1-31 0,6-2-23 15,-6 3-9-15,7-2-8 0,-1 3-9 0,1 2 15 16,-7 4-14-16,6-4-1 0,8 1-6 0,-8-5-2 16,0 4-8-16,7 1-18 0,-6-2 12 0,-1 5 5 0,1 5 4 15,-1-5 2-15,1 7 9 0,0-2 1 0,-1 1 1 16,-6 2-4-16,6-2-1 0,1 3 5 0,-7 1-2 15,0 1 0-15,0 0 8 0,-7 3 8 0,1 1-1 16,6 7 12-16,-6 1 10 0,-1 2 2 0,0 1-6 16,1-1-5-16,-1 1 2 0,1-8-10 0,-7 4-10 15,6-7-5-15,1 0-2 0,6-5-5 0,-6 2-3 0,6-5-1 16,0 1-7-16,0-2 0 0,0-2 2 16,6 3 3-16,-6-3 3 0,13 0 6 0,-7 0-1 0,7-1 1 15,0 1-3-15,1-1 1 0,-2 1-4 0,8-1-7 16,-7 5 4-16,0-1-5 0,0 1 3 0,1 2-2 15,-2 2 4-15,-5-1-1 0,-1-4-6 0,1 5 11 16,-7-2 7-16,0 1 2 0,-7-3 8 0,1 2-3 16,-1 1 4-16,1-3-10 15,-8 3-8-15,8-5-4 0,-7 3-9 0,0-3 6 0,6-2 1 0,-5 0-11 0,5-4-20 16,-6 0-41 0,7-4-54-16,-8 0-68 0,8 4-76 0,-7 0-67 0,6 4-58 0,1 3-44 0,-1-2-71 15,1 2-79-15,6-7-3 0,0 0 38 0,0 0 57 16,0 0 76-1</inkml:trace>
  <inkml:trace contextRef="#ctx0" brushRef="#br2" timeOffset="-106705.66">30787 2169 58 0,'-6'7'396'0,"6"-3"76"0,0-4 56 0,-6 0-3 0,6 0-103 0,0 0-88 0,0 0-65 0,0-4-48 15,6 4-36-15,7-7-22 0,0 7-20 0,0-8-28 16,7 4-24-16,0 2-25 0,5-3-20 0,1 2-19 0,-6-1-14 0,6 4-6 0,0-5-7 0,-7 5-25 31,8 0-40-31,-8 0-52 0,-6 5-64 0,7-1-68 16,-14-1-72-16,8 2-78 0,-8-3-95 0,-6-2-42 0,6 7 12 16,-6-2 45-16,0 2 59 0</inkml:trace>
  <inkml:trace contextRef="#ctx0" brushRef="#br2" timeOffset="-106304.96">30911 2389 209 0,'0'-4'391'0,"7"-4"57"0,-7 1 34 16,7 3-58-16,-7-2-78 0,0 1-58 0,6 1-43 0,-6 1-31 15,0 3-13-15,6 0-7 0,-6 3-11 0,7 1-10 16,-7 1-8-16,7 1-9 0,-7 5-19 15,6 1-22-15,-6-2-19 0,6 9-21 0,-6-2-14 0,7 3-19 16,-1-3-7-16,-6 2-9 0,7 3-9 0,-7-4-1 16,7 0-5-16,-1 1 2 0,0-4-6 0,2-1-5 15,-2-3 0-15,7-3 2 0,-7-2 2 0,1-1-5 16,-1-5 3-16,7 0 0 0,-7-8-4 0,2 1-4 16,-2 0 0-16,7-5 3 0,-6-5-13 0,-1 1-6 15,0-2-10-15,-6-4-14 0,7 3-12 0,-1-1-5 16,-6-3 6-16,7 0 10 0,-7 6 13 0,0 5 14 15,0 2 12-15,7-1 6 0,-7 3 0 0,0 1 1 16,0 3 2-16,0 4 9 0,0 4 4 0,-7 3 16 0,7 8 12 16,0 3 7-16,0 5 6 0,0 6-2 0,0 4-2 15,0-1-13-15,0 9-7 0,0-1-9 0,0 0-8 16,0 4-19-16,7-7-58 0,-7 3-86 0,0-3-106 16,0-1-116-16,6-3-150 0,-6 1-161 0,0-9-37 15,-6 1 36-15,6-9 76 0,0 6 100 0</inkml:trace>
  <inkml:trace contextRef="#ctx0" brushRef="#br8" timeOffset="-98230.96">26415 5304 279 0,'-19'8'346'0,"6"-4"36"0,-7 2-23 0,7 1-49 0,1-2-51 0,-2 2-17 0,1-7 4 15,0 0 20-15,0 4 29 0,0-4 27 0,6 0 23 16,1 0 24-16,6-4 10 0,-6 4-7 15,6 0-20-15,0 0-31 0,0 0-38 0,0 0-44 16,0 0-28-16,0-4-22 0,6 4-18 0,0-3-14 16,8 3-5-16,5 0-11 0,1-5-23 15,6 5-23-15,13 0-22 0,-1 0-22 0,9 0-15 16,-2-2-15-16,13 2 1 0,1-5-10 0,6 3-2 16,7-6-3-16,-7 4-3 0,0 0-2 0,7-3-10 15,-6 3 3-15,-9-3 0 0,2 4-1 0,-6 3-11 16,-7 0-42-16,-1 0-33 0,-6 3-28 0,-6 2-35 15,0-3-50-15,-8 5-51 0,-5 1-31 16,0 0-49-16,-1-2-61 0,-6 1-53 0,0 1-41 16,-7 0-26-16,1-1-14 0,0-7-35 0,-7 0-60 15,0 0 10-15,0 0 48 0,0 0 67 0,0 0 76 16</inkml:trace>
  <inkml:trace contextRef="#ctx0" brushRef="#br8" timeOffset="-97911.23">26715 5487 165 0,'-26'9'392'0,"7"-6"56"16,5 4 48-16,2-3-44 0,-2-1-86 0,1 0-68 15,7-3-50-15,6 5-25 0,0-1-19 0,0-1-14 16,6 1-10-16,13-1-11 0,1 1-13 0,7-1-12 15,11-3-12 1,2 0-19-16,-1 0-27 0,13 0-16 0,0-3-6 0,-6 3-17 0,6-4-19 16,0-3-14-16,0 4-4 0,-7-1-2 0,8-4-5 15,-15 1-3-15,9 0-8 0,-9 4-20 0,-5-6-31 16,-1 1-38-16,1 6-49 0,-13-2-44 0,6 1-43 16,-13-1-35-16,0 0-25 0,0 0-19 15,0-4-19-15,-6 6-53 0,-7 2-83 0,0 0-18 16,0 0 16-1,0 0 38-15,0 0 57 0</inkml:trace>
  <inkml:trace contextRef="#ctx0" brushRef="#br8" timeOffset="-97610.57">26786 5400 110 0,'-25'4'375'0,"5"-1"53"0,8-3 35 16,-8 4-39 0,6-1-96-16,8-3-82 0,0 4-53 0,6-4-33 15,0 3-13-15,6-3-6 0,14 0-7 16,0 0-3-16,5 0 1 0,7 0-6 0,14-3-14 16,0 3-20-16,0 0-22 0,12-4-15 0,-5 4-18 15,-2 0-12-15,2 4-11 0,-7-4-8 16,5 0-4-16,-11 3-4 0,5-3-12 0,-6 4-18 15,-7-4-31-15,1 0-43 0,-7 0-44 0,-6 0-47 16,0 0-40-16,-8-4-31 0,1 1-26 0,1-1-36 16,-8-3-45-16,-6 7-50 0,0 0-2 0,0-7 22 15,-6-4 44-15</inkml:trace>
  <inkml:trace contextRef="#ctx0" brushRef="#br8" timeOffset="-97338.98">26794 5375 44 0,'-40'6'355'0,"7"-2"56"0,7 3 44 0,7-4-25 16,-1 2-94-16,8-5-87 0,4 4-49 15,8-1-29-15,8-3-19 0,11 0-4 16,1 0 2-16,12 0-4 0,7 0-3 0,7 0-7 0,13-3-7 16,-1-1-14-16,1 4-13 0,6-5-8 0,-6 2-21 15,0 3-19-15,-1 0-17 0,1 0-14 0,-14 0-10 16,7 0-7-16,-13 0-3 0,0-3-10 0,1 3-19 15,-15-4-24-15,1 0-35 0,0 1-40 16,-12 0-42-16,5-6-38 0,-13 6-35 0,2-4-23 16,-2 0-20-16,-6-1-28 0,-6-4-36 15,-2 5-54-15,2-3-25 0,-13 2 11 0,-1-3 31 0,-6 4 58 16</inkml:trace>
  <inkml:trace contextRef="#ctx0" brushRef="#br8" timeOffset="-97034.93">26526 5271 98 0,'-46'0'367'0,"7"0"53"0,7 3 45 0,-1-3-37 16,13 5-92-16,2-1-73 15,4 4-41-15,8-6-20 0,6 5-6 16,12 1 3-16,8-4 7 0,6 0 8 0,13 0 4 0,7-4-5 0,6 0-18 16,14 0 7-16,5-4-26 0,8 4-27 15,5 0-27-15,-6 0-27 16,0 0-18-16,7-4-45 0,-13 4-9 0,6 0-6 15,-6-4-8-15,-1 0-2 0,-6 4-5 0,0-4-3 0,-6 4-7 0,0-3-26 16,-1-1-44-16,-5-3-49 0,-8 4-56 0,-6-6-57 16,-6 3-51-1,-8 2-24-15,2-3 1 0,-14 4 10 0,0-2 22 16,-7-2 23-16,-6 0 26 0,0 0 20 0,0-1-2 16,-12 1-9-16,-2 0-16 0,-5 0-20 15,-7-1-22-15,0 4-13 0,-7-4 6 0,1 8 29 16</inkml:trace>
  <inkml:trace contextRef="#ctx0" brushRef="#br8" timeOffset="-95897.59">27139 5201 281 0,'-65'8'331'0,"6"3"11"16,0 4-13-16,7-5-35 0,7 5-44 0,6-4-37 15,-1 1-16-15,14-2-15 16,7 5-14-16,5-7-13 0,8 3-13 0,6-4-6 0,6 4-5 0,8-4 0 16,12-3-9-16,7-1-2 15,12 1-6-15,1-4 0 0,13-4-7 0,-1 4-6 0,7-3-2 16,0-1-5-16,0 1-18 0,0-1-25 0,0 0-15 15,-6-3-9-15,6-5-7 0,-6 6-16 0,-7-6-3 16,1 1 1-16,-8 1-2 0,-6-2-5 0,0 5-1 16,-12-3 6-1,-2 1 5-15,-12 2-2 0,0 0 5 0,-6 0-1 0,-7-1 21 0,0 5-14 16,-7-4-6-16,-6 0-5 0,0 3-3 0,-6-4-5 16,-7 0-7-16,-7 5 0 0,1-1 0 0,-7 4-5 15,-1-2-9 1,-11 2-1-16,-2-5-15 0,-6 5 4 0,-6-3-3 0,-7 3 3 0,-5 0 7 15,-2 0 3-15,1 0 3 0,-7 0 3 0,7 0 5 16,0 3 7 0,6-3 2-16,1 0 5 0,5 5 0 0,14-5 2 0,0 0 4 0,7 0 8 0,6 2 9 15,6-2 1-15,13 0 0 0,0 0-3 0,14 0-2 16,0 4 1-16,12-4-1 0,7 3 4 16,7 2 6-16,12 2 4 0,7-3 4 0,7 2 2 15,6-1 4-15,13-2 2 0,7 4 0 0,6-3 0 16,0 0 0-16,1 0-14 0,6-4-7 0,-8 3-9 31,2-3-6-31,-2 0 1 0,-4 0-2 0,-8 0 0 16,-7-3-6-16,-5-1-4 0,-8 0 3 15,1 0-5-15,-13 4-1 0,-1-3 3 0,-6-1 5 16,-13 4 5-16,7-3 0 0,-14 3 4 0,-6-5-2 0,0 3-7 0,-6-2-13 0,-1-4-12 16,-6 0-17-1,-13 1-21-15,0 5-23 0,-7-6-19 16,0 0-12-16,-12-3-12 0,-1 1-2 0,-6 2 9 15,-6 0 16-15,-1 1 21 0,-7 0 33 0,-5 3 15 16,0 0 14-16,-2 8 11 0,-4 0 6 0,5 3 2 16,0 4-2-16,7 4 11 0,0 3 15 15,6 0 14-15,7 1 15 0,7-1 13 0,5 1 7 16,8 2 1-16,5-6-8 0,9 4-15 0,4-5-10 16,8 1-4-16,6 0 1 0,13-1 3 0,12-3 5 15,8 3 4-15,7-2-4 0,11-5-6 0,15 3-8 16,6 2-2-16,-1-5 4 0,7-3 1 0,1 3 0 15,5-7-2-15,-5 4-4 0,6-4-4 16,-8 0-13-16,2 0-2 0,-8-4-3 0,1 0-3 16,-14-3 4-16,1 4-3 0,-7-4-1 0,-6 3-2 15,-7-1 2-15,-6 2 2 0,-7-4 5 0,-14 3-2 16,2-2 2-16,-1-3 2 0,-13 2 2 0,0-3-4 16,-13-2-1-16,-1 2-3 0,2-1-1 15,-8-5-3-15,-6 7 0 0,0-8-1 0,-7 7-6 16,-6 0 1-16,0 1-1 0,-13-1-1 15,0 6-13-15,0-3 3 0,-7 7 1 0,1-4-4 16,-7 8-4-16,-8-4 2 0,2 7 9 0,0 4-3 16,-2 1 4-16,8-2 3 0,0 5 9 0,0-3 0 15,13 1 3-15,0 3-1 0,6-2-3 0,14 1-1 16,-1-1 4-16,7 1-1 0,0-1-8 0,6-2 3 16,14-2-4-16,0 1 3 0,6-3-2 0,12 0 1 15,8-1 26-15,6-5-8 0,7 2 3 16,12 0-3-16,1-4-3 0,13 0-6 0,6-4-17 15,0 0 7-15,7 4 6 0,-1-2-1 0,1-3-1 16,0 3 5-16,-7-3-1 0,6-2-1 0,-6-1 0 16,-6-2-2-16,0-1 1 0,-7 0 3 0,-13 3 6 15,-7-3 4-15,1 0 9 0,-13 4 9 16,-7-4 8-16,-6 4 3 0,-1 0-4 0,-12 0-3 16,-1-1-7-16,-6 0-5 15,-7 4-9-15,-6-3-3 0,1 0-4 0,-15 4-4 0,1-1-2 0,-7-1-3 16,-6 5 1-16,-6 0-1 0,-1 5-17 0,-6 2 8 15,0 0 1-15,-1 4 6 0,8 1 22 0,6-1-9 16,13 3 10-16,6-3-9 0,7 0-6 16,6 1-3-16,8-2-13 0,18 5 30 0,7-4 36 15,7-1 32-15,18-2 26 16,1-1 20-16,14-2 5 0,-1-3-15 0,7 3-25 0,-8-3-30 0,8-2-23 16,0 0-23-16,-7 0-51 0,0 0-101 0,0-2-133 15,-6-3-152-15,-14 3-231 0,1-6-143 16,-7 4-37-16,0 0 54 0,-7 0 111 0,-5 4 137 15</inkml:trace>
  <inkml:trace contextRef="#ctx0" brushRef="#br8" timeOffset="-95180.97">24591 7708 132 0,'-7'3'547'0,"7"1"117"0,0-1 109 0,0-3 131 0,0 4-91 0,7-4-127 16,-1 0-105-16,1 0-84 0,6 0-79 0,-7-4-113 16,14 1-101-16,-1-1-62 0,1 1-42 15,6-2-30-15,0-5-33 0,1-1-31 0,-1 0-75 16,-7 0-123-16,7 0-158 0,-6 4-157 0,6-4-139 16,-13 4-133-16,-1-1-120 0,2 5-1 0,-8-5 93 15,-6 8 121 1,0 0 123-16,6 8 137 0</inkml:trace>
  <inkml:trace contextRef="#ctx0" brushRef="#br8" timeOffset="-95031">24741 7824 374 0,'-7'15'526'0,"-6"-4"107"0,7-3 91 15,-1-1-64-15,1 0-96 0,6-3-92 0,0-1-90 16,0-6-97-16,6-1-86 0,1 2-74 16,6-7-59-16,6 6-37 0,1-5-77 0,0 5-115 15,5-5-141-15,1 8-170 0,0-3-207 0,7 3-107 16,-7 0-7-16,7 0 76 0,-1 0 120 0,1 0 161 15</inkml:trace>
  <inkml:trace contextRef="#ctx0" brushRef="#br8" timeOffset="-93405.67">26604 6725 285 0,'7'0'369'0,"-7"-3"44"0,6-1-9 0,-6 1-51 0,0-1-53 0,0 1-24 16,7-5-16-16,-7 4 3 0,0 1 11 0,-7-5 13 15,7 2 20-15,0 2 18 0,0-4 25 0,0 5 18 0,0-1 11 0,-6-3 3 0,-1 3-9 16,1 0-24-16,6 0-28 0,-13 1-40 0,7 3-44 31,-8-4-44-31,1 4-45 0,6 4-39 0,-5-4-29 16,-1 3-23-16,-1 5-20 0,2-4-10 16,5 7-11-16,-6-5-6 0,0 9-5 0,0 0-3 15,0 7-1-15,-1-4-3 0,2 4 2 0,6 4-2 16,-8 3 1-16,8 0 0 0,-7 0 0 0,6 5-1 15,0-5 1-15,7 0 0 0,-6 0 1 16,0 0-3-16,6-2 1 0,0-5 2 0,6-4-1 16,-6 0 0-16,6-3 0 0,1 0-1 0,-7-9-3 15,7 2-3-15,-1-1 0 0,1-3 0 0,-1 0 1 16,1 0 1-16,6-8-3 0,-7 0-9 0,0 0-8 16,2-3-15-16,4-3-15 0,-5-2-22 15,6-3-20-15,-6 5-20 0,5-5-21 0,-5 1-20 16,6-5-17-16,-7 5-11 0,1-6-6 0,6 3 0 15,-6-2 10-15,5 1 15 0,-5 0 22 16,0 0 23-16,5-1 26 0,-4 1 27 0,-2-1 20 16,-6 5 19-16,6-5 14 0,1 5 13 0,-1-1 4 15,-6 1 7-15,7-1 1 0,-7 4 1 16,6 0-25-16,-6-1 9 0,0 3 14 0,0 1 23 16,0 0 23-16,0 4 23 0,0 1 44 0,0-1 5 15,0 4 2-15,0 0-4 0,0 0-5 0,0 0-15 16,0 7-23-16,0 1 4 0,0-1 0 0,0 7-3 15,7 2-3-15,-7 2 6 0,0 4 12 16,6 4-12-16,-6-1-13 0,6 1-11 0,-6 3-18 16,8 1-16-16,-2 3-9 0,-6-4-9 0,6 0-6 15,1 1-4-15,-7-5 0 0,7-2-13 0,-1-2-34 16,-6-3-33-16,7-3-73 0,-7-3-82 16,6-5-86-16,-6 0-88 0,6-3-67 0,1-4-62 15,-7-4-18-15,7-1-1 0,-1-2 0 0,0 1-18 16,-6-6-27-16,8-1 29 0,-2 1 53 15,-6 1 66-15,6-3 82 0</inkml:trace>
  <inkml:trace contextRef="#ctx0" brushRef="#br8" timeOffset="-92686.97">27177 6414 118 0,'0'0'337'0,"8"-3"50"0,-8 0 25 0,6 3-36 0,-6-5-56 0,0 1-39 15,0 4-19-15,0-7-3 0,0 7 8 16,0-7 13-16,0 4 3 0,0-1 12 0,0 0 12 16,-6 0 9-16,6 1 3 0,0-1-5 0,0 1 24 15,-8 3-35-15,2-5-36 0,6 3-40 16,-6 2-43-16,0 2-39 0,-2 3-70 0,2-2-16 16,0 4-17-16,-7-3-12 0,6 4-9 15,0 2-7-15,1-3 0 0,0 8-2 0,-8-4-2 0,8 4-3 16,6-1-3-16,-6 2-1 0,-1 2-2 0,7-3-3 15,0-1 1-15,0 1 1 16,0-4-1-16,0 4 0 0,0-5 0 0,7-3 0 16,-1 1-2-16,-6-1 0 0,6-2-1 0,0 2 3 15,2-7-4-15,-8 2-5 0,6-2 7 0,7 0 5 16,-6-2-1-16,-1-3 2 0,1 3 0 0,-1-6 3 16,-6 0-7-16,6 1-7 0,2 0-5 0,-8 0-12 15,6-2-11-15,0-1-3 0,-6-1-4 0,0 0-9 16,6 0 3-16,-6 0 13 0,8 0 8 0,-8 1 6 15,0-2 6-15,6 1 11 16,-6 5 2-16,0-6 3 0,0 4 0 0,0 5 3 16,6-5-2-16,-6 5 0 0,0 0-1 0,0 3 0 15,0-5 0-15,0 5-2 0,0 0 1 0,7 5 1 0,-7-2 2 16,0 4 3-16,6 0 5 0,-6 1 7 0,0 4 5 16,7 2 11-16,0 1 2 0,-7 2 8 15,6 2 7-15,0 3 4 0,-6 0 3 0,6-1-5 16,2 6 2-16,-8-2-9 0,6-3 2 0,-6 4-13 15,0-5-10-15,0 1-7 0,0 0-10 0,0-3-2 16,0-1-2-16,-6 0-5 16,6-3-4-16,-8-4-12 0,2 0-24 0,-6 0-45 15,5-4-78-15,-6 1-82 0,6-8-106 0,-5 3-113 0,4-3-101 16,2-3-78-16,0 3-87 0,6 0-87 0,0 0 19 16,0 0 77-16,-14 3 102 0,14-3 110 0</inkml:trace>
  <inkml:trace contextRef="#ctx0" brushRef="#br8" timeOffset="-91749.52">25985 7682 295 0,'0'0'362'0,"-6"0"45"0,6 0-21 0,0 0-49 0,0 0-49 0,0 0-37 0,-6 0-23 16,6 4-9-16,6-4-9 0,-6 0 2 0,0 3 4 15,6-3 0-15,1 0-4 0,-1 0-11 16,1 4-11-16,6-4-34 0,0 0-29 0,6 0-31 16,1 4-19-16,-1-4-19 0,7 3-16 0,1-3-10 15,-1 0-11-15,6 3-5 0,1-3-2 0,-1 0-7 16,1 0-2-16,7 0-3 0,-8 0-6 16,7 0 6-16,0 0-4 0,-7 0 3 0,8 0 0 15,-1 0 2-15,0 0 8 0,-7 0-3 0,8 0-2 16,-1 0-4-16,0 0 5 0,-1 0-3 0,-4 0 0 15,5 0 1-15,-1 0-7 0,-5 0 3 0,-1 0-3 16,1 0 1-16,-1 0 0 16,1 0 0-16,-7 0 9 0,7 0-7 0,-7-3 0 15,0 3-16-15,0-3 11 0,7-1 1 0,-7 4-3 16,0-4 3-16,0 4-1 0,0-3 19 0,0-1-12 16,0 4-3-16,-6-4 0 0,6 0 2 0,0 1 2 15,-7-1-3-15,7 1-2 0,-6-1 1 16,-1-3 19-16,1 3-7 0,0 0-10 0,-1 1 1 15,1 3-3-15,6 0 0 0,-7 0-19 0,1-4 18 0,-7 4 6 16,6 0-2-16,-5 0 6 16,5 0-2-16,-5 4 0 0,-2-4-11 0,8 0 1 15,-7 0 2-15,0 3 1 0,0 1-2 0,-7-4-5 16,8 0 4-16,-2 0 8 0,1 0-1 16,-6 0 13-16,6 0 43 0,0-4 32 0,0 1 8 0,0 3 4 15,-6-4 8-15,6 1-15 0,-7 3-43 16,0-4-39-16,1 4-54 0,0 0-77 0,-7 0-119 15,0 0-124-15,0 0-131 0,0-3-156 0,0 3-125 16,0 0-24-16,-14 0 62 0,14 0 102 0,0 0 119 16</inkml:trace>
  <inkml:trace contextRef="#ctx0" brushRef="#br8" timeOffset="-90417">26904 8400 143 0,'7'-4'376'0,"-1"1"61"0,1 0 55 0,-1-5-8 0,-6 4-54 0,6-7-28 0,-6 4-13 0,0-1-5 0,0 1-8 15,0-1-18-15,0 2-9 0,-6-2-20 0,6 0-16 16,-6-6-18-16,6 3-16 0,-7 0-19 16,1 1-23-16,-1 2-16 0,-6 0-17 15,7 1-14-15,-8 4-15 0,8-1-19 0,-7 0-16 0,0 4-18 16,0 0-14-16,0 0-15 0,0 0-14 0,-1 4-14 15,2 3-15-15,-1 0-10 0,-7 9-12 0,8-6-4 16,-2 9-9-16,-6-2-6 0,8 5-3 0,-1 1-10 16,-1 7 5-16,2-5-3 0,-2 0 3 0,1 0 0 15,7 5-1-15,-1 0 9 16,1-5-5-16,-1 4-4 0,1-2-2 0,6-2-2 16,0 1-1-16,6-5 2 0,-6-2 0 15,7-1 2-15,-7-3 1 0,6-4 0 0,1-1 0 16,-1-2 2-16,1 0-1 0,-1-5-1 0,0-3 1 15,2 0-2-15,4-3 1 0,-5-1-1 0,6-3 16 16,0-5-7-16,0 2-5 0,0-2-4 16,1-3-11-16,5 1-11 0,-6-1-35 0,0 1-10 15,-1-4-17-15,2 3-11 0,-1-7-7 0,0 3-3 0,0 1 8 16,-7-4 12-16,8 3 14 0,-8-1 15 0,0-3 13 16,1 5 14-16,0-1 10 15,-1 1 8-15,0 0 6 0,-6 3 6 0,7 0 8 16,-7 4 1-16,0 4 6 0,0 0 7 0,7-1 21 15,-7 1 7-15,0 4 9 0,0 3 9 16,0 3 5-16,0 1 4 0,0 7-7 0,6 0 1 16,-6 8 0-16,0-2-2 0,0 9-3 0,7 4-10 15,-7 2-11-15,6 4-10 0,0 2-11 0,-6 6-7 16,0 0-11-16,8-1-5 0,-8-2-27 0,6 0-51 16,0-2-74-16,0 1-130 0,1-7-166 15,0-3-187-15,-1-1-152 0,-6-6-158 0,7-6-115 16,-7-2 31-16,0 1 114 0,6-6 161 0,-6-3 162 0</inkml:trace>
  <inkml:trace contextRef="#ctx0" brushRef="#br8" timeOffset="-88387.61">25379 6670 108 0,'13'-6'324'0,"-6"2"47"0,-1-3 21 0,1-1-31 0,-1 1-55 16,-6 0-17-16,14 0-9 0,-8 3 8 0,0-4 12 16,-6 5 6-16,7-4 10 0,-7 7-8 0,7-5-18 15,-7 3-29-15,0 2-30 0,0 0-28 0,0 0-40 16,0 0-18-16,6 7-13 0,-6 0-3 0,0 4-3 15,0 3 0 1,6 8-1-16,-6 7-8 0,0 8-9 0,0 11-12 0,7 10-11 0,-7 12-18 16,0 7-15-16,0 15-14 0,-7 2-10 0,7 10-10 15,-6 5-12-15,-7 1-6 0,6 11 4 0,1 0 0 16,0-4-3 0,-1 0-1-16,7-3 4 0,0-9-4 0,0-1-1 0,7-9-1 0,-1-8-1 0,7-2-14 15,0-12-43 1,6-6-71-16,1-9-102 0,0-7-128 0,12-7-134 0,-5-7-122 0,5-11-142 15,1-8-86-15,5-3 12 0,1-12 86 16,1-3 108-16,5 0 125 16</inkml:trace>
  <inkml:trace contextRef="#ctx0" brushRef="#br8" timeOffset="-87672.99">28377 6558 195 0,'6'-4'390'0,"-6"4"62"0,6-5 50 0,-6 2-28 0,0 3-44 0,0-3-20 16,0 3-10-16,0 0-7 0,0 0-11 0,0 3-23 15,0 0-36-15,0 9-43 0,0 2-35 0,0 6-31 16,0 5-24-16,0 4-20 0,7 7-12 0,-7 4-7 16,7 12-10-16,-1 7-10 0,1 7-8 0,-1 7-17 15,1 4-20-15,0 7-20 0,-1 4-14 16,-6 3-19-16,6 1-15 0,-6 0-10 15,-6 3-5-15,6-7-1 0,-6 0-2 0,-1-4 4 0,7-3 1 16,-7-4-1-16,-6-8 2 0,7-2-6 16,-1-5 0-16,-6-3-5 0,7-8-13 0,-8-4 5 15,8-7-4-15,-7 1-14 0,0-4-26 0,0-8-30 16,0 0-30-16,0-3-54 0,-7-5-54 0,7-2-61 16,7-5-64-16,-14 1-59 0,8-4-53 0,-2 1-45 15,1-9-46-15,0 0-70 0,0 1-46 16,1-8 20-16,-2-2 58 0,8-3 75 15,-1-5 94-15</inkml:trace>
  <inkml:trace contextRef="#ctx0" brushRef="#br8" timeOffset="-86708.18">29263 5678 220 0,'0'0'478'0,"0"-3"113"0,0 3 110 0,0 0 20 16,0 0-43-16,-6 0-52 0,6 0-64 16,0 0-78-1,0 0-83-15,-7-4-93 0,7 4-93 0,0 0-71 16,0-4-46-16,7 0-34 0,-7 1-28 15,6-1-19-15,0 0-11 0,0 1-6 0,2 0-7 0,-2 3-1 0,0-4 3 0,1 4 1 16,6 4-2 0,-6-1 3-16,5 0 4 0,-5 5 1 0,6-1-5 15,-7 1 4-15,1-1 5 0,6 0-2 0,-6 0-4 0,-1 4 2 16,-6 1 9-16,0-2-4 16,0 2-2-16,-6-1 2 0,-1 0 3 0,1-1-3 15,-1 1-7-15,0 1 1 0,1-5 4 16,0 0-3-16,-1 0 1 0,0 1-2 0,1-5 4 0,0 5-2 0,6-4-5 0,-7-4 4 0,7 2 5 31,0-2-3-31,-7 4-6 0,7-4 1 0,0 0 0 16,7 0-6-16,-7 0-7 0,0 0 2 15,7 0 0-15,-7 0 0 0,6 4 3 0,0-4 5 16,1 0 2-16,0 4 0 0,-1-1-1 0,7 1 3 16,-6 0 5-16,-1 0-6 0,1 3 1 0,-7 0 7 15,0 1-1-15,0 3 1 0,0-4 2 0,0 1 12 16,0 2-4-16,-7 1-1 0,1-3 4 15,-1-1 2-15,0 1-12 0,1-2-4 0,0 2 1 16,-1 3-6-16,0-7-2 0,1 3-7 0,0-4 6 16,6 1-10-16,-7-1-33 0,7-3-48 15,-7 4-73-15,7-4-98 0,-6 0-111 0,6 0-117 16,0 0-79-16,0 0-76 0,-7 0-74 0,7 0-27 16,0 0 44-16,0 0 89 0,0 0 94 0,0 0 115 15</inkml:trace>
  <inkml:trace contextRef="#ctx0" brushRef="#br8" timeOffset="-86469.52">29204 6166 123 0,'-6'6'416'0,"0"6"71"0,-2-5 62 0,8-3-14 16,0 4-101-16,-6-6-89 0,6 2-62 0,6-4-36 15,-6 4-25-15,8-4-17 0,-2 0-24 0,6 0-18 16,2 0-29-16,-1 0-28 0,7 0-33 0,6 0-35 15,-7 0-19-15,1 0-12 0,6 0 1 0,-7 0-28 16,1 0-50-16,-1 4-65 16,-6-4-78-16,1 3-90 0,5-3-91 0,-13 4-106 15,-6-4-101-15,0 0-15 0,0 0 39 0,7 4 66 0,-1 2 79 16</inkml:trace>
  <inkml:trace contextRef="#ctx0" brushRef="#br8" timeOffset="-86070.97">29354 6389 83 0,'0'-4'387'0,"0"4"73"0,-6-3 60 0,6 3-5 15,0-4-71-15,-7 4-71 16,7 4-54-16,0-4-39 0,0 3-31 0,0 4-36 0,0-3-38 16,7 8-34-16,-7-6-34 0,6 8-28 0,-6 3-26 15,6-3-17-15,1 1-17 16,0 2-9-16,-1 2 2 0,-6-5-3 0,7 5-2 15,5-4 1-15,-5-5-4 0,0 1-2 0,-1 0 0 0,-6-6 0 16,14 2-5-16,-14-7-3 0,12 0 6 0,-5-5 0 16,-1-2 0-16,1 0-15 0,-1-4 22 0,1-3-6 15,-1-1-3-15,-6 0-5 0,6-3-6 0,2-1 10 16,-2 4-22-16,-6-7 7 0,0 5 2 0,6-2 6 16,-6 4 7-1,0 4 9-15,0 1 4 0,0-2 28 0,0 5 0 16,0 4 12-16,0-2 14 0,0 5 13 0,0 5 13 15,7-2 1-15,-7 8 40 0,0 4 10 0,0 4 14 16,0-2 3-16,7 9 2 0,-7 4-18 16,0 2-33-16,6 4-19 0,-6 2-26 0,0 2-21 15,0 3-19-15,0-2-28 0,0 0-62 0,0-2-89 16,7 2-116-16,-7-8-124 0,0 0-123 0,0-4-121 0,0-3-143 16,-7-4-29-16,7-1 57 0,-6 2 91 0,-1-5 106 15,7-3 129-15</inkml:trace>
  <inkml:trace contextRef="#ctx0" brushRef="#br8" timeOffset="-85210.07">24519 10964 273 0,'0'8'497'0,"0"-5"95"0,0 1 82 0,0 0-27 0,0-1-104 0,0-3-101 0,7 4-94 16,-7-4-88-16,6 0-75 0,0 4-67 15,8-4-54-15,-8 0-28 0,7-4-15 0,7 4-7 16,-7 0-18-16,6-4-37 0,-5 1-59 0,5 3-85 16,-6-4-94-16,0 0-91 0,1 1-88 15,-8 3-89-15,-6 0-68 0,0 0 15 16,0 0 54-16,0 0 72 0,0 0 87 0</inkml:trace>
  <inkml:trace contextRef="#ctx0" brushRef="#br8" timeOffset="-85077.07">24643 11110 180 0,'0'16'394'15,"-6"-2"64"-15,6 1 48 0,0-5-24 0,6 5-57 16,0-7-41-16,-6-2-42 0,7 2-49 0,6-4-37 0,-6-4-47 16,5 4-52-16,2-8-55 0,5 0-35 15,-6 2-65-15,6-6-106 0,1 1-125 16,0-1-178-16,-1-4-185 0,1 5-98 16,0-4-2-16,-1-3 52 0,7 3 97 0</inkml:trace>
  <inkml:trace contextRef="#ctx0" brushRef="#br8" timeOffset="-79791.48">26226 10657 23 0,'7'3'350'0,"-1"1"60"0,1-4 53 0,-7 4 5 0,7-4-66 0,-7 0-47 0,0 0-26 0,0 0-9 0,0 0-4 15,0-4 2-15,0 4-3 0,0-4-12 0,0 1-10 32,0 3-21-32,0-7-18 0,-7 2-33 0,7-1-26 0,0-2-22 0,0 1-25 0,-7-5-14 0,7 2-6 31,-6-1 7-31,6 0 6 0,-7-4 13 0,1 4 14 0,0 0 8 0,-1 0-4 0,0 3-14 31,-5 2-19-31,4 2-25 0,-4 0-26 0,5 1-28 16,-6 3-16-16,0 0-15 0,1 3-11 0,-2 5-9 15,1-2-4-15,0 2-2 0,0 7-2 0,-7-1-2 16,8 5-2-16,-2 7 3 0,-5-4 0 0,-1 7-1 16,8 0 0-16,-8 0 0 0,7 5 0 15,0-2-1-15,0 1 0 0,-1 4 2 0,2-3-2 16,-2-5 0-16,8 0 1 0,0 0 0 0,-1 0 1 15,1-7-1-15,6 3 1 0,0-2-1 16,0-1-2-16,6-8-3 0,-6 1 1 0,7-1-3 16,-7-3 1-16,6-3-1 0,0 0 1 0,-6-2 2 15,7-2 3-15,0 0 0 0,5-4 4 0,-5-4-1 16,0 0-1-16,6-2 0 0,0-6-6 16,-7 5 2-16,7-8-10 0,1 1-7 0,-2-5-12 15,1 1-9-15,0-4-12 0,0 1-12 0,1-2-7 16,-2-3-7-16,2 0 1 0,-2-3 1 0,1 4 4 15,-6-4 11-15,6 3 9 0,1-3 12 16,-8 3 12-16,7 0 29 0,-7 0 1 0,1 5 1 16,-1-5-1-16,-6 8 5 0,7-1-10 0,-1 2-14 15,-6 5 8-15,0 1 9 0,6 0 7 0,-6 4 0 16,0-1 7-16,0 5-1 0,0-1-4 16,0 4-6-16,0 0 1 0,8 4 2 0,-8 2 2 15,0 9-2-15,6 1 3 0,-6 6 0 0,0 3 1 16,6 4-1-16,1 8 1 0,-7 0 10 0,7-1 1 15,-7 4-3-15,6 5 0 0,-6-1 0 16,6-4-3-16,-6 4-13 0,0-4 0 0,7 0 0 16,-7-3-2-16,6-4-6 0,-6-4 2 0,7-4 2 15,-7 1-14-15,0-4-32 0,7-7-58 16,-7-4-76-16,6-1-90 0,-6-4-118 0,0-4-94 16,6-4-77-16,-6-4-49 0,0 0-39 0,0-2-54 15,7-7-10-15,-7 1 40 0,0-1 73 0,7 1 88 16,-1-8 107-16</inkml:trace>
  <inkml:trace contextRef="#ctx0" brushRef="#br8" timeOffset="-78703.87">26598 10118 205 0,'6'-3'326'0,"-6"-1"35"0,7 4-20 0,-7-4-45 0,0 4-59 0,6 0-33 0,-6 0-14 0,0 0 1 0,0-4 7 0,0 4 11 0,0 0 14 15,-6 0 13-15,6 0 8 0,0 0 4 0,0 4-1 16,0-4-28 0,0 0-17-16,0 4-27 0,-7 0-28 15,7 3-29-15,0 1-23 0,-6 2-8 0,6-3-16 16,0 5-9-16,0-2-2 0,-13 5-3 0,13-1-13 16,-6-2 3-16,-2 2-4 0,8 1-5 15,0-1-4-15,0 1-9 0,0-1 0 0,0 1-9 0,0 0-8 0,0-1-5 0,0-2-3 0,0-1 3 31,0 0-3-31,0-4 1 0,8 0 6 16,-2 1-3-16,-6-4-4 0,6-1-1 0,1 5-1 16,-7-8 1-16,6 4-4 0,1-2 2 0,-1-2 4 15,1 5 2-15,-1-5 7 0,8 0-1 0,-8-5-1 16,0 3 1-16,1 2-3 0,0-4-3 0,-1-4-5 16,1 5-1-16,-1-1 4 0,0-4 3 0,1 1-2 15,-7 4 3-15,7-6 1 0,-7 3-1 16,6-1-8-16,-6 3-1 0,6-4 2 0,-6 2-2 15,8 1 0-15,-8 2 1 0,6-4 1 0,-6 3 3 16,0-4 1-16,0-2 4 0,0 3-5 16,-6-1 2-16,6 1 1 0,0-1-2 0,0 2-1 15,-8-6-5-15,2 5 12 0,6 3-4 0,-6-3-2 16,-1 3-2-16,0-3 2 0,-5-5 2 0,5 6-9 16,1-5 0-16,-8 3 2 0,8 1 2 0,-8-4-5 15,8 3-2-15,-7 1 1 0,7-1 5 16,-1 1-1-16,1 0-2 0,-1 0 2 0,1-1 4 15,0 1-3-15,-8 0 0 0,14-4 2 0,-6 4 0 16,-1-1-2-16,7 1-2 0,-7-1-2 0,7 0-10 16,0 2-1-16,0-2 4 0,0 1 8 0,7-1-1 15,-7 1 1-15,7 0 12 0,-1 4-4 16,0-5 2-16,2 1-5 0,-2 0 2 0,7 3-3 16,-7-3 2-16,7-1 2 0,0 5-1 0,1-1-1 15,-2 0-2-15,2 1 4 0,-1 0-2 16,-7-2 1-16,7 5-3 0,0 0 0 0,-7 5 2 15,2-2 17-15,-2 0 13 0,0 1-11 0,1 3-4 16,-1 1-6-16,-6 3 0 0,0-1-22 0,0-2-12 16,0 3 2-16,-6 3-16 0,6 2-49 0,-7-2-81 15,1 1-99-15,0-1-108 0,6 1-100 16,-8-1-98-16,2-2-120 0,0 3-26 0,6-1 45 16,0 1 78-16,0-5 92 0,6 5 113 0</inkml:trace>
  <inkml:trace contextRef="#ctx0" brushRef="#br8" timeOffset="-77934.54">25608 10074 41 0,'6'-11'323'0,"-6"0"51"0,0-1 45 0,6 6-30 0,-6 3-60 0,-6-5-44 0,6 8-30 31,0-4-26-31,-6 4-26 0,-2 4-23 0,8 4-35 16,-6-5-32-16,0 8-28 0,0 4-16 0,-2-1-16 0,2 8-11 0,0 0-4 0,-1 7-8 16,-6 5 5-16,6 2 4 0,1 8 8 0,0 4 4 31,0 3 0-31,-2 7 5 0,8 9-7 0,-6 6-7 0,6 4-12 0,0 3-11 0,0-2-7 15,0 2-7-15,0-3-5 0,6 0-1 0,2-8-2 32,-2 0-5-32,0-5-6 0,7-3-17 0,-6-9-32 15,6 3-45-15,-7-10-47 0,8-2-50 0,-8-7-49 16,6-2-34-16,2-9-38 0,-1-4-51 0,7-5-73 16,-8-5-14-16,2-4 21 0,5-7 32 15,7 0 61-15</inkml:trace>
  <inkml:trace contextRef="#ctx0" brushRef="#br8" timeOffset="-77373.71">27197 9936 143 0,'0'-9'367'0,"0"-1"51"0,0 3 44 0,0-5-46 0,0 4-74 0,0 2-52 15,0 3-35-15,0-5-28 0,7 4-23 16,-7 0-26-16,0-3-31 0,0 3-32 0,0 1-21 0,0-1-15 16,0 4-4-16,6 0 6 0,-6 0 16 0,7 4 24 15,-7-1 27-15,7 8 24 0,-1 0 15 16,0 7 4-16,-6 5 4 0,6 2 0 0,2 5 3 15,-2 2 1-15,0 9 4 0,8 3 7 16,-8 7-4-16,1 1-5 0,-1 7-21 0,7 6-26 16,-6 5-30-16,-1 6-35 0,-6 1-31 15,6 8-15-15,-6-5-23 0,0 5-17 0,0-5-2 16,0-6-1-16,-6-2-5 0,6-6-10 16,0-3 5-16,-6-7 6 0,-1-6-3 0,-6-2-6 0,7-8-29 15,-7-3-34-15,-7-7-37 0,0-5-45 0,1-4-52 0,-1-5-52 16,0-5-45-16,2-4-42 0,-2-3-48 15,0-4-43-15,1-9-41 0,-1 7-34 16,7-9-59-16,0 3-76 0,0-7 4 0,-1-3 45 16,8-1 67-16,6 1 81 0</inkml:trace>
  <inkml:trace contextRef="#ctx0" brushRef="#br8" timeOffset="-76546.42">27979 8942 276 0,'-7'0'420'0,"-5"-3"72"0,5 3 48 0,1-4-30 0,-8 4-44 0,8 0-30 15,0-3-18-15,-1 3-18 0,0-4-23 0,1 4-30 16,0-4-41-1,-1 0-41-15,0 1-43 0,7-1-42 16,0 0-46-16,0-2-47 0,0 1-35 0,0-2-23 16,7 4-16-16,0-1-10 0,-1-4-4 0,0 4-1 15,1 1 2-15,0 3 0 0,5-4 1 0,-5 4-1 0,6 0 3 0,-6 0 1 0,5 4-1 32,2-1 1-32,-8 5 0 0,8 3 1 0,-8-4-2 15,0 4 2-15,1 4-1 0,-7-4-4 0,6 3 3 16,-6 1 0-16,0 3 0 0,0 1 7 0,-6-5 1 15,-1 5 1-15,1 0 2 0,0-5 0 16,-2 4 1-16,2-4-7 0,-7 1 1 0,6-3 4 16,7-2-6-16,-12-2-3 0,12-1-1 0,-13 0 0 15,13-3-4-15,-7-1-3 0,0 1 4 0,7 1-2 16,-6-5-7-16,6 0 5 0,0 0 0 16,6 0-4-16,1 0-6 0,0 0 6 0,-1 0 12 15,1 0-7-15,5 0-2 0,2 0 2 0,-2 2 10 16,2-2-2-16,-1 5-11 0,0 2 3 0,-7 4 7 15,7 0-1-15,-7-1-7 0,8-2-1 16,-14 3 11-16,6-1 1 0,1 5-7 0,-7-3 3 16,-7 2 5-16,1 4-1 0,6-2-8 0,-6 1 0 15,-8-2 2-15,8-3-21 0,-1 2-11 16,1-3-20-16,-7-4-40 0,0 0-60 0,-1 0-72 0,8 2-64 0,0-6-86 0,-8 0-80 0,8 1-60 31,-7-4-64-31,13 0-101 0,-6 0-6 0,6 0 45 16,0 0 75-16,0 0 87 0</inkml:trace>
  <inkml:trace contextRef="#ctx0" brushRef="#br8" timeOffset="-76317.38">27816 9558 289 0,'0'6'450'0,"-6"-1"63"0,6-1 50 0,0-4-78 0,0 3-100 0,6-3-76 31,-6 5-48-31,14-5-38 0,-2 0-36 16,2 0-39-16,5-5-28 0,1 5-25 0,6-3-29 16,-7 3-20-16,7-9-20 0,0 9-8 15,-6-6-26-15,6 6-46 0,-7-4-57 0,1 4-73 16,-7-4-71-16,0 4-79 0,0 0-97 0,-13 0-111 16,0 0-31-16,0 0 24 0,0 0 53 0,6 4 69 15</inkml:trace>
  <inkml:trace contextRef="#ctx0" brushRef="#br8" timeOffset="-75860.98">27953 9756 102 0,'-6'0'377'0,"6"0"59"0,0 0 54 0,-7-4-27 0,7 0-81 15,0 4-67-15,0 0-45 0,0 4-35 16,0 0-27-16,0 0-28 0,0 3-32 0,0 3-28 15,7 5-26-15,-7-1-24 0,6 9-20 0,-6-5-17 16,7 8-10-16,-7-5-2 0,0 2-8 0,0-1-5 16,6 0-2-16,0-4-2 0,-6 0-4 15,7-4-4-15,0 1 3 0,-1-3 2 16,0-5 2-16,2 0 2 0,-2-3 6 0,0 0-2 16,1-4 1-16,6-4-3 0,-7 0-1 0,1-8-3 15,-1 6-7-15,0-5-2 0,2-1-2 0,-2-2 6 16,-6-1 1-16,6-2-5 0,1-6 2 0,0 2-5 15,-7 2-1-15,6-2-12 0,-6-6-3 16,0 9 3-16,7-3 2 0,-7 2 2 0,0 0 3 16,6 5 11-16,-6 3 4 0,0-1 0 15,0 5 9-15,0 0 16 0,0 4 9 0,0 3 6 0,0 8 13 16,0-2 11-16,0 1 4 0,0 9-1 0,0 1 10 16,0 6 11-16,0 2-1 15,0 4-1-15,0 1 3 0,0 3 1 0,0 3-17 16,0 1-19-16,0-1-13 0,6 1-2 0,-6 0-20 0,0-5-24 15,7 2-24-15,-7-2-50 0,7-2-68 16,-1-7-86-16,-6 2-78 0,0-4-74 16,6-2-74-16,-6-9-79 0,8 2-73 0,-8-12 6 0,0 0 44 15,0 0 63-15,0 0 85 0</inkml:trace>
  <inkml:trace contextRef="#ctx0" brushRef="#br8" timeOffset="-75542.63">27868 10161 247 0,'-6'5'405'0,"6"-5"47"0,0 0 34 0,0 0-79 0,6-5-93 16,1-1-72-16,6-2-51 0,0-7-35 0,7 5-29 0,-1-5-32 0,7 1-23 16,0-5-21-16,7 1-15 0,-7 0-12 15,0-1-10-15,7-3-9 0,-14 4-13 0,8 0-20 16,-2-1-28-16,-5 1-39 0,0 4-43 0,-1-2-47 16,0 6-49-16,-6 2-68 0,-6 1-103 0,6-1-43 15,-13 5-1-15,0 3 28 0,0 0 45 16</inkml:trace>
  <inkml:trace contextRef="#ctx0" brushRef="#br8" timeOffset="-75003.95">26474 10467 112 0,'0'-5'338'0,"6"2"38"0,1 0 31 0,0-6-62 0,-1 2-90 0,7 0-59 0,7-4-34 0,-1-3-19 15,0-1-14-15,8-4-15 0,5 0-23 0,1 2-19 16,-1-2-20-16,8 1-15 0,-1-3-21 15,-7 6-19-15,1-4-34 0,6 5-51 0,-13-1-66 16,0 1-116-16,0-1-132 0,-6 0-61 0,-1 3-8 16,-5-2 26-16,4-1 58 0</inkml:trace>
  <inkml:trace contextRef="#ctx0" brushRef="#br8" timeOffset="-74427.72">26950 9345 296 0,'-6'0'371'0,"-2"0"39"0,-4 4-15 0,5-4-63 15,1 4-68-15,-1-4-43 0,0 3-19 0,1-3-7 16,6 0 0-16,-6 4 2 15,6-4-1-15,0 0-5 0,-7-4-15 0,7 4-14 0,7 0-16 16,-7 0-19-16,0 0-15 16,6 0-11-16,0 0-7 0,1-3-2 0,6 3-7 0,0 0-12 0,1 0-14 15,-2 3-9-15,1-3-12 0,0 4-3 0,-6 0-2 16,6 2 9-16,-6 2 8 0,-1 3 5 0,0 0 11 16,-6 3-13-16,0 5-8 0,-6-4-14 15,0 3-13-15,-1 5-10 0,0-2-12 0,1 1 3 16,-7-4-4-16,6 5 4 0,0-6 0 0,1 3 0 15,6-6 0 1,-6 1 1-16,6-5 4 0,0-3 11 0,0 1 11 0,6-4 10 0,0 3 10 0,1-7 3 16,6 4-3-16,-6-4-14 0,13 0-10 0,-2 0-7 15,2-4-30-15,0 4-61 0,5-4-100 16,2-3-114 0,-7 3-122-16,6-3-132 0,0 3-165 0,-7-3-68 15,7 0 32-15,-6-1 80 0,6-2 104 0,-7 3 121 0</inkml:trace>
  <inkml:trace contextRef="#ctx0" brushRef="#br8" timeOffset="-73540.43">24578 13155 307 0,'0'4'468'0,"0"-1"74"0,-7-3 56 0,7 0-80 0,7 0-102 0,-7 0-71 0,0-3-47 0,6 3-38 16,1-4-29-1,-1 4-34-15,1-4-33 0,6 0-36 16,0-3-37-16,6 4-34 0,-6-1-25 0,7-3-29 16,0 3-56-16,-7 0-79 0,0 4-90 0,6-3-99 15,-5 3-97-15,-8 0-105 0,-6 0-102 16,0 0-8-16,0 0 47 0,0 0 74 0,13 3 83 0</inkml:trace>
  <inkml:trace contextRef="#ctx0" brushRef="#br8" timeOffset="-73393.41">24676 13297 57 0,'-7'12'373'0,"0"-5"65"0,1 1 49 0,6-1-19 16,0-4-103-16,0-3-97 0,0 0-67 0,0 0-54 16,6-3-54-1,1-4-28-15,0 3-20 0,5-7-14 0,2 4-14 0,5-4-22 0,7 3-37 0,-6-3-64 31,6 5-88-31,0-2-142 0,-7 8-119 0,7-4-51 0,1 8 7 0,5-4 40 0,1 0 74 0</inkml:trace>
  <inkml:trace contextRef="#ctx0" brushRef="#br8" timeOffset="-72873.81">25770 12972 350 0,'7'-15'440'0,"-1"-3"66"15,1 0 47-15,0 2-59 0,-7-1-32 0,0-2 0 16,0 5 15-16,0-5 14 0,0 4 9 0,-7 1 0 16,0 3-23-16,-6-1-39 0,7 6-43 0,-8 3-44 15,2-1-55-15,-2 4-62 0,-5 7-58 16,6-1-45-16,-6 10-44 0,-1-1-37 0,7 6-25 15,-7 5-9-15,8 0-8 0,-8 11-11 0,6 3 0 16,-5 0 2-16,6 4 1 0,0 4-4 0,1-5-1 16,-2 5-2-16,8-7 1 0,-1-2-2 0,7-2 0 15,0-8 1-15,7-3 0 0,-1-7 3 16,0-5 0-16,8-6 0 0,-2-8-6 16,2-4-8-16,-1-4-2 0,7-6-9 0,-8-4-6 15,2-5-6-15,-2-2-3 0,1-1-2 0,-6-3-9 0,12 0-9 16,-5-3-6-16,-8 1-9 0,7-1-7 15,-6-5-4-15,-1 4 5 0,1-1 8 0,-1 5 11 16,0 0 15-16,2 3 16 0,-8 5 13 0,6 5 11 16,-6 2 7-16,6 7 8 0,-6-1 2 0,6 8 1 15,-6 0 7-15,8 8 8 0,-2 7 6 0,-6 3 2 16,6 4 4-16,1 0 1 16,-1 4-2-16,1 6-6 0,0-2-12 0,-1 3-3 15,0 3-11-15,0-3-4 0,2 0-6 0,-2 1-9 0,0-5-29 16,1 0-53-16,0-8-72 0,-1 2-93 15,1-4-112-15,5-5-101 0,-5-3-75 16,0-3-36-16,-1-5-7 0,0-3 5 0,1-3 8 16,0-9-25-16,-7 2 31 0,6-1 52 0,-6-4 62 15,7-4 77-15</inkml:trace>
  <inkml:trace contextRef="#ctx0" brushRef="#br8" timeOffset="-72481.88">26356 12191 180 0,'0'-18'493'0,"0"5"124"0,-6-4 122 0,0 11 51 0,6-2-56 0,-6 5-65 16,-2-1-75-16,2 8-82 0,0-1-89 0,-1 5-87 15,1 6-86-15,-8 1-70 0,14 8-49 0,-12 2-34 16,5 4-33-16,0 4-24 15,1 1-14-15,0 4-12 0,6-1-5 0,6 0-10 0,-6 4-1 0,6-8-4 16,1 0 1-16,0-3 1 0,5-1 4 0,2-12 6 16,-1-1 0-1,-1-5-1-15,2-4-2 0,-2 0 1 0,8-7-3 16,-7 0-2-16,1-7 2 0,-2-5 1 0,-6 2 6 16,2-5-3-16,-2 1-3 0,0-1 2 0,1 1-4 15,-7 2 0-15,-7 1-5 0,1 4 0 0,0 7-2 0,-2 0-9 16,2 11-27-16,-6 3-49 15,-2 1-108-15,1 7-135 0,0 4-152 0,-6-4-149 0,5 7-166 16,2-7-133-16,-1 7 14 16,-1-2 85-16,2-2 130 0,5 0 141 0</inkml:trace>
  <inkml:trace contextRef="#ctx0" brushRef="#br8" timeOffset="-72049.8">25535 14404 177 0,'-12'22'523'0,"6"-7"82"0,6-5 48 0,-8-2-3 0,16-4-172 0,-2-10-157 0,0-10-120 15,14-3-74-15,5-10-41 0,9-7-11 0,5-5 9 16,13-6 12-16,7-5 19 0,12-6 19 0,0-5 7 16,8-3-15-16,-8 1-22 0,14 0-28 0,-6-2-27 15,-2 5-43-15,-5-1-64 0,6 9-79 0,-13-2-89 16,0 5-73-16,0 4-73 0,-12 2-50 0,-1 6-20 16,-13 2 16-16,1 8 21 0,-15 3-3 15,-5 7-12-15,-7 9 22 0,0 2 43 0,-13 8 50 16</inkml:trace>
  <inkml:trace contextRef="#ctx0" brushRef="#br8" timeOffset="-71888.98">26311 14269 160 0,'-32'69'429'0,"6"-3"52"0,6-11 43 16,1-10-28-16,12-13-119 0,7-6-85 0,7-16-47 15,-1-12-28-15,13-13-29 0,7-15-28 0,7-10-35 16,7-8-39-16,5-10-36 0,7-1-27 0,0 1-53 15,-6-1-90-15,6 0-137 0,-7 4-219 0,8-4-119 16,-15 8-56-16,2 1 6 16,-7-2 66-16,-1 0 125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4-24T02:28:14.63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1257 1189 105 0,'7'-2'370'0,"-1"-5"62"0,-6-5 59 0,0 2-16 0,-6-2-60 0,6-6-24 16,-7 4 0-16,7-1 9 0,-7 7 13 15,14 2 9-15,-7 1 5 0,7 5-5 0,-7 0-4 16,6-4-17-16,-6 4-18 0,0-3-20 0,0-1-32 16,0 4-28-16,0 0-34 0,-6 0-26 15,6 0-32-15,-7 0-96 0,0 7-115 0,1-3 0 16,6 4 0-16,-13 3 0 0,6 0 0 16,1 3 0-16,-7 5 0 0,6-2 0 15,-6 3 0-15,7 1 0 0,0-2 0 0,-8-4 0 16,8-1 0-16,6-3 0 0,-6 0 0 15,-1-3 0-15,7-2 0 0,0-2 0 0,0 0 0 16,0-1 0-16,7-3 0 0,-1 0-14 0,0 0-42 16,0 0-10-16,2 0-24 0,4 5-37 15,-5-5-61-15,-1 3-75 0,8 1-82 0,-8-2-92 16,0-4-85-16,1-2-63 0,0-4-40 16,-1 8-2-16,7 0 26 0,0 0 40 0,-6 5 37 15,-1-10 22-15,-6 5 17 0,13-3 20 16,-13-5 39-16,7 2 57 0,-7-6 74 15</inkml:trace>
  <inkml:trace contextRef="#ctx0" brushRef="#br0" timeOffset="168.04">1303 1216 12 0,'0'-7'274'0,"-7"-5"58"16,7-2 21-16,-7-1-7 0,1 5-28 15,6-2-39-15,-6 1-35 0,-1-3-20 0,7 7-15 16,-6-1-20-16,-1 4-8 0,7 1-5 0,-7 6-4 16,7 1-10-16,-6 4-8 0,6 6-11 15,-6 1-21-15,6 2-28 0,-7 6-26 0,7 3-23 16,-7 3-18-16,7-3-11 0,0 6-7 15,-6-1-13-15,6-2-15 0,0 0-30 16,6-4-50-16,-6 1-57 0,7 3-63 0,0-7-54 16,-1 0-54-16,7-4-58 0,-6-3-81 15,-1-5-40-15,-6-10 11 0,7-6 37 16,-1-5 50-16</inkml:trace>
  <inkml:trace contextRef="#ctx0" brushRef="#br0" timeOffset="645.29">1473 952 46 0,'0'-11'324'0,"-8"-4"46"0,2 1 38 15,0-1-37-15,-1-2-70 0,0-3-49 16,-6-1-22-16,1 2-6 0,5-3-37 0,-6 0-13 15,-1 5 3-15,8-2 6 0,-7 1 8 16,0-1 8-16,-6 4 50 0,-1 4 19 0,0 11 52 16,1 0 27-16,-7 11 7 0,0-3-15 0,0-1-25 15,-1 5-25-15,2-2-81 0,-1 5-54 16,0 4-44-16,-7 2-25 0,13 1-22 0,-6 7-13 16,0 0-11-16,7 8-18 0,-1 7-4 15,0 0-9-15,1 8-4 0,6 2 0 16,0 1-3-16,7 5 5 0,-8 1-8 15,14 2 2-15,0 2-3 0,0-6-4 0,14-4 4 0,-2-4-2 16,2-3 1-16,11-8 1 0,1-3 2 16,7-8 6-16,7-10-2 15,5-4 4-15,1-12 3 0,5-6-1 0,2-12-1 16,-1-11-3-16,7-8-4 0,-8-5-2 16,-5-6-9-16,1-2-10 0,-2-4-14 0,-13 3-14 15,1 0-15-15,-13 0-18 0,-8 2-26 16,-12 1-38-16,0 1-68 0,-6-4-92 15,-14 1-97-15,1 3-92 0,-1 11-76 0,-6 11-77 16,0 7-113-16,1 5 2 0,-9 2 56 16,9 1 85-16,-9-1 92 0</inkml:trace>
  <inkml:trace contextRef="#ctx0" brushRef="#br0" timeOffset="8058.47">2026 868 119 0,'7'-29'376'0,"-7"-4"67"0,6 0 71 0,0 0 7 15,-6 0-56-15,0 3-21 0,0 8 29 0,0 12 25 0,0 3 5 16,0 3-20-16,0 4-34 0,0 0-65 0,0 4-70 16,0-2-79-16,0 6-66 0,7 3-9 0,-7 7-16 15,0 1-8-15,7 7-10 0,-1 7-2 0,0 3-7 0,1 4-43 16,0 9-25-16,-1-3-19 0,1 6-8 0,-7 0-10 15,6-2-4 1,1 5-5-16,-7-7-6 0,0-5-25 0,6 2-56 0,-6-6-92 16,7-5-131-16,-7-8-152 0,6-4-145 0,0-8-107 15,-6 1-65-15,8-5-59 0,-8-10-11 0,0 0 80 16,6-10 107-16,0-9 111 0,1-6 108 0</inkml:trace>
  <inkml:trace contextRef="#ctx0" brushRef="#br0" timeOffset="8312.98">2098 985 15 0,'-7'-26'377'0,"1"-3"79"0,-1-4 67 15,0 4 26 1,1 4-81-16,6-5-81 0,-6 8-100 0,6 0-77 0,6 0-61 0,-6 3-53 0,6 6-43 0,8-3-25 16,-8 5 20-1,7 4 11-15,0-4-3 0,6 4 0 0,1 3-6 16,0 0-12-16,-1 4-14 0,1 0-9 0,6 4-1 16,-7 0-4-16,1 7 5 0,0 0 54 0,-8 0 38 0,2 15 37 15,-1 3 32-15,-1 8 16 0,-12 3 13 0,8 0-47 0,-16 1-32 0,8 2-39 0,-12-2-34 16,5-2-18-1,-6 2-20-15,-6-4-8 0,5-1 1 0,-5-6-3 16,6 3-5-16,-6-4 19 0,5-7-23 0,-5-3-41 0,6-9-65 0,0-3-71 0,0-7-75 16,0 5-97-16,7-2-49 15,-2 3-30-15,2-1-7 0,6-2-13 16,0 1-32-16,0-4-32 0,6-7 16 0,-6-4 40 16,14-4 51-16,-8-3 77 0</inkml:trace>
  <inkml:trace contextRef="#ctx0" brushRef="#br0" timeOffset="8514.75">2450 923 75 0,'12'-18'394'0,"-5"-5"88"0,0 1 91 16,-1 5 27-16,-6 2-57 0,7 0-49 0,-7 4-53 15,0 4-55-15,0 7-63 0,0 11-62 0,0 11-52 16,0 3-48-16,6 4-33 0,-6-2-27 0,0 5-27 16,0-3-24-16,0 2-19 0,0-2-16 0,6 0-9 15,-6-3-8-15,0-5-25 0,8-6-44 0,-8-1-64 16,6-6-75-16,-6 2-85 0,6 1-72 0,-6 5-52 15,6-7-21-15,-6 3 3 0,7-4-8 0,-7-1-18 0,0-7-21 16,0 0 20-16,0 0 37 0,7-15 46 0</inkml:trace>
  <inkml:trace contextRef="#ctx0" brushRef="#br0" timeOffset="8690.33">2639 853 242 0,'6'-18'433'15,"-6"-4"91"-15,6 4 17 0,-6-1-66 0,0 4-85 0,0 9-18 16,0 2-40-16,0 4-61 0,0 10-11 0,0 5-26 15,0 4-34-15,0 6-84 0,0 1-48 0,0 8-28 16,0-5-23-16,0 7-30 0,7-3-6 0,-7 4-16 16,7-1-35-16,-1 1-55 0,-6-4-53 0,6 4-40 0,1-6-62 15,0 3-43-15,6-1-23 0,-13-8-23 0,6 2-29 16,0-8-37-16,-6-5-13 16,7-3 18-16,-7-11 39 0,0 0 63 0</inkml:trace>
  <inkml:trace contextRef="#ctx0" brushRef="#br0" timeOffset="8864.95">2704 1318 180 0,'-7'-10'360'0,"1"-5"73"0,-1-4 33 15,0 1-13-15,7-3-35 0,-6 2-25 0,0 0-17 16,6-2-25-16,0 3-30 0,0-1-29 0,0 1-43 16,6-1-37-16,0 8-28 0,8-4-29 0,-1 8-31 0,-1-3-38 15,8-5-23-15,0-3-14 0,-1-1-22 0,1 1-13 16,6-1-7-16,-6 1 3 0,-1-4-23 0,-6 1-55 16,6-6-69-16,-5 2-86 0,-1 11-88 0,-7 6-79 15,1 8-60-15,-1 4-22 0,-6 0-29 0,7 6-27 16,-7-10-8-16,-7 7 34 0,7 1 54 0,0-8 57 0</inkml:trace>
  <inkml:trace contextRef="#ctx0" brushRef="#br0" timeOffset="9383.62">2880 905 118 0,'-7'4'347'0,"0"-8"64"16,1 0 33-16,-1 0-2 0,1-7-34 0,0 5-28 15,6-2-1-15,-7 4 2 0,7 4 4 0,0 8-19 16,0 6-26-16,0 5-32 0,7-2-55 0,-7-2-55 16,6 3-54-16,0-3-39 0,1 4-34 0,6-5-30 15,-6 5-14-15,-1-5-13 0,8 1-17 0,-8-1-32 16,7-3-45-16,-7-6-61 15,7-5-68-15,-6-5-73 0,-1 5-61 0,8 0-41 0,-8 5-20 16,0-2 4-16,1-3 23 0,0 0 36 16,-1 0 30-16,0-3 26 0,1-6 28 0,-1 2 32 0,-6 0 31 0,7-4 36 15,-7-3 53-15,0-5 79 0,7 4 76 16,-7-3 63-16,0-3 53 0,0-2 48 0,6 5 40 0,-6-4 20 0,0 3 36 16,-6 2 37-1,6 1 13-15,0 2 15 0,0 10 4 0,0 4-6 0,0 12-33 0,0 2-41 0,0 1-27 16,0 3-44-16,0-3-44 0,6 3-45 0,-6-3-39 15,6-1-29-15,1 4-29 16,0-3-15-16,-1-4-6 0,7 0-9 0,0-3-7 16,-6-1-5-16,5 1 6 0,2-6-1 0,-8 3-5 15,7-5 20-15,-6-5-3 0,6 3-3 0,-7-2-2 16,1-4 2-16,0-3-2 0,-1 5-20 0,0-6 5 16,-6-3 3-16,6 5 1 0,-6-5-1 0,-6 0 1 15,6 0 5-15,0 1 0 0,-6-1-2 0,0 5 1 0,-1-2-20 16,0 4 9-16,1 1-1 0,-1 3 3 15,-6 4-1-15,6 0-1 0,1 8 16 0,0 0-10 0,-8-1 0 0,2 3-7 0,5 5 4 16,-6 0 3-16,6 3 2 16,1 4 1-16,0-4 0 0,6 5 5 0,-7-1-9 0,7 0-4 0,0-4 2 15,7 3-4-15,-7-2-2 0,12 0 2 0,-5-2 4 16,0-2-2-16,6-3-1 0,-1 2-3 0,2-3-15 16,-2 0-29-16,2-4-42 15,-1-7-49-15,0-4-64 0,6-6-65 0,-5-5-61 16,-2 3-49-16,1 5-31 0,1 0-14 0,-2 0 10 15,2-4 25-15,-2 4 12 0,-5-4 8 0,6 0-4 16,-6 0-10-16,-1-8 0 0,0 5 20 0,1-9 47 0</inkml:trace>
  <inkml:trace contextRef="#ctx0" brushRef="#br0" timeOffset="9539.06">3342 909 78 0,'0'-19'329'0,"0"1"65"0,0-1 47 0,6 1-30 0,-6 3-56 16,0-3-62-16,0 7-42 16,0 0-34-16,0 7-28 0,8 4-19 0,-8 8-22 15,0-1-23-15,6 4-26 0,0 7-25 0,-6 1-24 16,7-1-21-16,-1 7-12 0,1 2-6 0,6-2-11 15,-7 5-14-15,0-1-34 0,8 0-46 0,-8 0-53 0,8 0-53 0,-8 1-54 16,1-1-53-16,-1-4-55 0,0-2-70 0,-6-1-26 0,0-11 12 16,0-11 35-1,0 0 54-15</inkml:trace>
  <inkml:trace contextRef="#ctx0" brushRef="#br0" timeOffset="9684.49">3368 1110 289 0,'-6'-19'446'0,"6"1"88"0,-6 0 49 16,6 0-45-16,-8 3-80 15,8 0-80-15,0 1-76 0,0 2-98 0,0 5-63 16,8-3-52-16,-2 2-38 0,0 1-19 0,7-1-17 16,1-3 6-16,-2 7-12 0,2-3-40 0,-2 4-56 15,2 3-72-15,-1 3-65 0,-1 8-66 0,2-3-64 16,-2 6-67-16,2-2-76 0,-8-2-15 0,7-3 23 16,-6-3 46-16,-1-8 54 0</inkml:trace>
  <inkml:trace contextRef="#ctx0" brushRef="#br0" timeOffset="10045.87">3662 926 140 0,'0'-7'404'0,"0"-3"84"16,0-5 88 0,0-3 6-16,0 2-26 0,-7 5-4 0,7 5-4 15,-7 6-11-15,1 3-19 0,0 0-43 0,-1 5-64 16,0-5-78-16,1 5-77 0,-1 4-62 0,-6-2-63 0,7 5-49 0,-7 3-32 0,7 0-22 16,-8 5-13-1,8-2-7-15,-1 1-7 0,-6 1-3 0,13-2 0 16,-6 4-3-16,-1-6 3 0,7 3-4 0,0-4-1 15,0-2 10-15,0-3-8 0,0-1-9 0,7-1-15 16,-1-1-5-16,-6-6 0 0,13-4-13 0,-6-4 6 0,-1-4 6 16,0-1 14-16,8-3 7 0,-8 2 3 0,7-9 1 15,-6 1-1-15,-1-1 4 0,7 2-4 0,-6-6-3 16,0 5 3-16,-1-4 2 0,0 3 16 0,1 5 1 16,-7-5-4-16,7 8-2 0,-7 1 1 0,6-1-1 15,-6 3-13-15,0 8-3 0,6-4 2 0,-6 8-4 16,0-4 0-16,7 8 4 0,-7-1 0 0,6 4 6 15,1 0 1-15,-7 3-2 0,7 1-13 0,-1 4-32 16,0-2-51-16,2-2-72 0,-2-7-84 0,0-1-81 16,0-7-80-16,1 7-61 0,-7 4-30 0,7 4 0 15,-1-4 19-15,1 0 4 0,-1 0-1 0,-6-11-14 16,0 0 28-16,0 0 42 0,6-11 51 0</inkml:trace>
  <inkml:trace contextRef="#ctx0" brushRef="#br0" timeOffset="10788.36">3792 828 11 0,'0'-22'308'0,"0"-4"51"0,0 5 55 0,0-2-9 0,0 2-49 16,0-2-57-16,0 8-20 0,0 1-25 0,0 6-26 16,0 1-27-16,0 4-16 0,0 3-9 15,0 3-6-15,6 4-13 0,0 8 38 0,-6 0 5 0,8 3-15 0,-2 7-22 16,0 2-19-16,1 2-10 0,-1 7-59 0,1-3-33 16,0 0-19-16,-1 0-7 0,0 0-3 0,0 4-5 15,2-8-5-15,-8-7 1 0,6-7-1 0,0-11-3 16,1 3 0-16,-7 7 14 0,0 1 13 0,0 0 24 15,0-8 25-15,0 0 11 0,-7-3 10 16,7-4-12-16,0-4-12 0,0-3-21 0,0-4-17 0,0 0-13 0,0-4-10 16,7 1-8-16,-7-1 2 0,0 1-8 0,0-1-3 15,7-4-2-15,-7 5-4 16,6-1 10-16,-6 0-4 0,7 5 4 0,-1-1-4 0,0 3 0 16,-6 1 1-16,8 3-7 0,-2 1 9 0,0 3-4 0,0 3 2 15,2 4 2-15,-2 1 1 0,0 3 2 0,1 3-1 16,-1 1 1-16,1 0-1 0,0 3-1 0,-1-3-3 15,-6 3-7-15,6 1-20 0,0-9-40 0,2-3-53 16,-2-7-60-16,0 0-62 0,1 4-65 0,-1 1-48 16,1 1-18-16,-7 2 5 0,7-1 20 0,-1-3 31 15,0-4 43-15,1 0 46 16,0-4 40-16,-1 0 30 0,0-3 38 0,1 0 33 0,-7-5 26 0,0-2 22 16,7-1 18-16,-7 0 25 0,6 1 13 0,-6-1 15 15,0 1 21 1,7-1 19-16,-7 0 24 0,-7 1 22 0,7-5 17 15,0 2 11-15,0 2-2 0,0 7-4 0,0 2-9 0,0 6-6 16,0-4-6-16,0 4-4 0,0 4 0 0,7-2-8 0,-7 6-11 16,0 3-17-16,6 4-17 15,0-1-16-15,-6 5-13 0,7-1-9 0,0 0-6 16,-1 0-4-16,-6-3-2 0,6-1-5 0,2 1-1 16,-2-3-1-16,7-2 0 0,-13 1-1 0,6-3 1 15,1-5 0-15,-1 1-3 0,-6-4-3 0,7 0-2 0,-1-4-14 0,0-2-14 16,2-3-20-16,-2 2-13 0,-6-3-17 0,6-2-17 15,1 2-8-15,-7 3-7 0,7-8 6 0,-7 3 4 16,6 2 10-16,-6-5 17 0,6 1 17 0,-6 2 21 16,0-2 19-16,0 2 16 0,7-2 20 0,-7 7 21 15,0-4 20-15,0-1 17 0,6 6 11 0,-6-2 10 16,0 0 9 0,0 5 4-16,0 3-2 0,7 0 3 0,-7 0-5 0,0 8-2 0,7-1-7 0,-1 3-19 15,-6 2-15 1,6 3-21-16,-6-1-10 0,8 1-16 0,-2-1-9 0,-6 1-5 0,6 3-13 0,0-2-25 15,-6-2-37 1,7 3-41-16,-7 2-51 0,7-1-41 0,-1 1-39 0,-6-5-24 0,7 1-35 0,-7-1-55 16,0-2-48-1,0-12-8-15,0 0 24 0,0 0 33 0</inkml:trace>
  <inkml:trace contextRef="#ctx0" brushRef="#br0" timeOffset="10981.13">4418 912 117 0,'6'-3'389'0,"-12"-5"68"0,6 1 56 0,0 3-29 16,0 0-90 0,0 4-72-16,6 4-54 0,0 3-48 0,-6 1-45 15,7 3-37-15,-1 3-35 0,-6 1-31 0,7 4-28 16,0-5-21-16,-1 4-16 0,0-4-20 0,8 6-31 16,-8-6-44-16,0 1-44 0,-6-1-47 0,0 1-45 0,0 3-38 0,0-3-41 0,0-5-51 31,-6 2-78-31,6-12-17 0,0 0 17 0,0-4 34 0,-6-7 57 0</inkml:trace>
  <inkml:trace contextRef="#ctx0" brushRef="#br0" timeOffset="11138.85">4450 732 278 0,'7'-14'437'0,"-7"-5"90"16,0 1 74-16,0 4-74 0,0-1-63 0,0 3-62 15,0 6-72-15,0-2-79 0,6 5-73 0,-6-1-58 16,6 0-53-16,-6 0-38 0,7 4-42 0,0 0-64 15,-7 4-84-15,0 7-99 0,0 1-64 0,-7 5-104 16,7 5-139-16,-7-7-35 0,-5-4 32 0,-2 1 68 16,8-5 57-16</inkml:trace>
  <inkml:trace contextRef="#ctx0" brushRef="#br0" timeOffset="11624.83">2625 560 126 0,'-6'-4'341'0,"6"1"54"0,-7-4 36 0,7-1-48 0,0 1-59 0,0 0-48 0,0 0-35 16,0-1-30-16,0 4-34 0,0 1-30 0,0-1-30 16,7 0-29-16,-7 4-25 15,6-4-18-15,-6 4-13 0,7 0-11 0,0 4-15 0,-7-4-27 0,6 8-60 0,0 3-84 16,-6 3-97-16,0 5-145 0,-6 0-111 0,0-6-36 15,6-1 26-15,-7-1 62 0,7-1 87 16</inkml:trace>
  <inkml:trace contextRef="#ctx0" brushRef="#br0" timeOffset="16789.72">5023 926 321 0,'0'-7'433'0,"-6"0"68"0,6-4 51 0,0 0-69 0,-7 1-43 16,1-2-23-16,6 1-13 0,-6 7-11 0,6 4-19 15,0 4-35-15,0 4-53 0,-8-5-55 0,8 5-61 16,0-4-56-1,0-2-48-15,0-2-29 0,0 0-17 0,0 4-17 0,0-4-24 0,-6 0-56 0,6-6-97 16,0 2-124-16,0 0-136 0,0 12-142 0,-6 2-183 16,-1 1-50-16,1 0 38 0,6-4 96 0,-7 4 114 15,7-3 140-15</inkml:trace>
  <inkml:trace contextRef="#ctx0" brushRef="#br0" timeOffset="16932.2">4978 1088 291 0,'6'0'462'0,"-6"-3"56"15,0-2 36 1,0 1-93-16,0 4-134 0,-6-3-107 0,6-1-90 0,-7 4-67 0,7 4-69 0,-6-1-89 16,-1 9-95-16,1-1-190 0,-1 0-100 0,-6 0-41 15,0-1 5 1,7-2 43-16</inkml:trace>
  <inkml:trace contextRef="#ctx0" brushRef="#br0" timeOffset="19061.63">5571 1967 27 0,'0'0'310'0,"6"-4"46"0,-6 0 28 0,0 1-38 0,0-1-68 0,7 1-58 0,-7 3-41 0,0-4-29 0,0 1-18 0,0 3-26 16,0-4-25-16,0 4-19 15,0-4-15-15,6 4-16 0,-6 0-10 0,0-4-6 16,0 4-3-16,0 0 0 0,0 0 2 0,0 4 3 0,0-4 7 0,0 0 12 16,0 4 12-16,0 0 10 0,-6-1 5 0,6 1 6 15,0 3 1 1,0 4-8-16,0 0-12 0,0-1-11 0,0 5-8 0,0 4-9 0,6-5-7 0,-6 5-2 15,0 3-4 1,0-4-1-16,0 5-10 0,6-6 3 0,-6-2 1 16,0-1-2-16,8-2 1 0,-8-2 0 0,0-2 13 15,0-4 3-15,0-1 11 0,6 1 16 0,-6-4 20 0,0 0 27 0,0-4 32 0,0 1-5 16,0-1-3-16,0-4-16 0,0 2-17 0,6-2-26 16,-6-3-37-16,0-3 1 0,0 2-9 15,-6-5-1 1,6 1-4-16,0 2 2 0,0-4-4 0,6 3-3 0,-6 0 2 15,0 4-1-15,0-4-3 0,7 1-2 0,-7 2 0 16,0 6-1-16,0-5-3 0,6 3 2 0,-6 1 0 0,7 0 0 0,-7 3 3 16,6 1-2-1,-6-1 2-15,7 4 3 0,-1 0 1 0,-6 0 1 0,7 4 1 0,0-1-3 0,-1 4-2 16,0 4-3 0,1-3 2-16,0 6-12 0,-1 1 4 0,0-4 8 15,1 4 2-15,-1-1 0 0,1-3-1 0,0 1 12 16,-1-5-8-16,0 3 5 0,2-2-1 0,-8-1-5 0,0-3 2 0,6-1 1 0,-6-3 1 15,0 0-8 1,0 0 1-16,6-3 2 0,-6 3 5 0,0-4-2 0,0 1-2 0,6-1-10 0,-6-4 7 31,7-2-2-31,-7-1-3 0,7-4-1 0,-1 0 1 16,1 0 27-16,-1-2-13 0,0 2-5 0,8 0-1 16,-8 0 0-16,1 1-2 0,0 3-19 0,5-3 6 0,-12 6 5 0,13 1 1 0,-6 3-2 0,-7 0 8 31,7 4-2-31,-1 4 0 0,7 3-3 0,-6 1 2 0,-1 2 4 15,7 5-6-15,-6-4 5 0,6 3-2 16,-7 5 1-16,0-5-3 0,2 1-13 16,-2 0-30-16,6-1-53 0,-12-2-59 0,7-1-64 15,0 0-66-15,-1-1-55 0,1-2-56 0,-7-1-64 16,0-7-43-16,0 0 9 0,0 0 39 0,0 0 49 16,6-11 81-16</inkml:trace>
  <inkml:trace contextRef="#ctx0" brushRef="#br0" timeOffset="19333.47">6060 1915 28 0,'6'0'351'0,"-6"-2"65"0,0 2 48 0,0 2-15 0,0 2-82 0,0 4-67 0,0 3-50 15,0 3-39-15,0 5-32 0,0-2-26 0,0 6-25 16,0 0-29-16,6-2-26 0,1 4-23 0,-1-6-14 16,8 3-12-16,-8-5-10 0,7 0-6 0,0-3-1 15,0-3 1-15,-6 3 0 0,6-7 0 0,-1-3 6 16,-5 0 8-16,0-4 1 0,-1-8 2 0,0 1 3 15,2-1-1-15,-2-6-3 0,-6-1-15 0,0 1-1 16,0-1 0-16,0-4-2 0,-6 2-2 0,6-2-2 16,-8 5 8-16,2-1-8 0,-7 0-9 0,6 5-21 15,1-2-24-15,0 5-34 0,-1 4-42 0,-6 3-40 16,13 0-43-16,-13 3-37 0,7 0-36 0,-1 5-57 16,0 0-90-16,1-1-31 0,6-7 10 0,0 0 32 15,0 0 47-15</inkml:trace>
  <inkml:trace contextRef="#ctx0" brushRef="#br0" timeOffset="19795.84">6267 1769 157 0,'8'-7'398'0,"-8"3"60"0,6-3 46 15,-6 7-56-15,0-3-98 0,0 3-78 16,0 3-60-16,6 1-46 0,-6 6-30 0,0 9-25 0,7-1-21 0,-7 4-19 15,7 4-17-15,-1 3-13 0,-6-3-14 0,7 7-11 16,-1 0-5-16,0-1-5 0,1 1-3 16,0-4-1-16,-7 1-1 0,6-4-1 15,0 0 1-15,1-4 0 0,0 0 1 0,-7-8-2 16,6-3 5-16,-6 0 21 0,7-4 15 16,-7 1 19-16,0-8 26 0,0 0 18 0,0 0 8 0,0-3-14 15,0-6-13-15,0-1-16 0,-7-1-22 0,7 0-20 0,0-7-13 0,0 7-9 16,0-8-3-1,0 4-2-15,0-2-6 0,0 1 2 0,0 2 4 16,7-4 0-16,-7 7 1 0,6-4-5 16,1 5 5-16,-1-2 0 0,1 1-4 0,-1 0-2 0,8 3-3 15,-8 4 8-15,7 1-4 0,-7 0 1 16,7 3-1-16,-6 0 1 0,-1 3 0 0,8 0-4 16,-8 6 3-16,0-3 2 0,1 5 10 0,-7 1 5 0,7-2 8 0,-14 5 5 0,7-3-1 15,-7 5-1 1,7-2-10-16,-6-1-4 0,0-2-7 0,-1 2-5 15,0-2-7-15,1-2-9 0,-1 2-24 0,-6-1-36 16,7 0-42-16,-1-4-48 0,1 0-47 0,0 1-45 16,-2-1-30-16,2 0-21 0,6-4-26 0,0 1-34 0,0-4-48 0,0 0-26 15,0 0 15-15,0 0 33 16,0-7 55-16</inkml:trace>
  <inkml:trace contextRef="#ctx0" brushRef="#br0" timeOffset="19997.64">6535 1971 140 0,'0'-8'374'0,"6"4"58"0,1-3 38 0,-7 4-58 0,0-1-98 0,7 4-75 0,-7 0-62 15,0 7-50 1,0 0-41-16,0 5-23 0,6-1-20 0,-6-1-14 0,0 5-13 0,6 4-9 0,-6-1-2 16,8 1-11-1,-2 2-19-15,-6-6-33 0,6-1-37 0,0 1-38 0,-6-5-40 16,7 2-51-16,-7-5-48 0,0-3-54 15,0-4-49-15,0 0-7 0,0 0 17 16,0 0 43-16</inkml:trace>
  <inkml:trace contextRef="#ctx0" brushRef="#br0" timeOffset="20254.93">6620 1894 89 0,'6'-11'339'0,"0"-5"55"0,8 10 32 0,-14-5-29 0,6 3-58 0,0 4-56 31,-6-3-31-31,8 0-24 0,-2 4-12 0,-6-1-1 15,6 4-2-15,1 4 6 0,-7-1 6 0,6 4 8 0,1 8 8 0,0 6-12 0,-7 2-12 16,6 10-24 0,0-4-26-16,-6 1-35 0,0-5-33 0,6 4-30 15,2-6-30-15,-8 2-17 0,6-7-13 0,0 1-5 16,1-5-4-16,0 1 1 0,-1-4 1 0,7-3 5 16,-7-1 0-16,8-3 2 0,-2 0-5 0,2-2-18 15,-1-8-53-15,0 2-83 0,-6-3-111 0,5-1-127 0,-6 4-125 16,-6 4-179-16,0 0-84 0,0 0 10 15,0 0 73-15,0 0 103 0,0 0 116 0</inkml:trace>
  <inkml:trace contextRef="#ctx0" brushRef="#br0" timeOffset="21217.75">5310 4004 225 0,'6'-4'404'0,"-6"4"46"0,-6 0 20 0,6 4-92 0,0 0-113 0,-6 6-88 15,6 2-65-15,0-1-43 0,0 7-22 16,0 0-17-16,0 5-12 0,0-2-6 0,0 1-5 16,6 1-4-16,0-2-4 0,1 1-3 0,0-4 0 0,-1 1 1 15,-6-5 2-15,7 1 2 16,-7-8 3-16,6 0 12 0,-6 0 15 0,0-7 11 15,0 0 10-15,0 0 4 0,0-7 0 16,0 0-5-16,6-8-7 0,-6 1-13 0,0-4-9 0,0-1-5 16,0 1 1-16,8-5-5 0,-2-2-5 15,-6 4-2-15,6-2 0 0,0 2-2 0,2 2-4 0,-8-2 1 16,6 6-4-16,0 1 2 0,1 2-1 0,-1 4 1 16,1 1 1-16,-7 3-1 15,7 0 2-15,-1 4-1 0,0 4 1 0,-6 4 0 0,6-1 1 16,2 3 1-16,-8 2-1 15,6 3-1-15,0 0 2 0,-6-1 0 0,7 5-1 0,-7-4-2 16,0-1-2-16,7 1 1 0,-7-5 0 16,6 1 2-16,-6 1 5 0,0-6 7 0,0-1 12 15,0-3 19-15,0 3 17 0,0-5 8 0,0-5 2 16,0 3-2-16,0-5-9 0,7-5-16 16,-7 1-17-16,0-3-12 0,6-1-6 0,0 1-5 15,1-5-2-15,-7 4-2 0,7 1 0 16,-1-5-1-16,0 8 10 0,1-3-4 0,-7 2-5 0,7 5 1 0,-1-1-4 15,-6 6 2-15,7-3-9 0,-7 5 5 0,6 0 6 16,1 5 3-16,-7 1 6 0,6 2-1 0,-6 7-1 16,7-5 0-16,-7 5-6 0,6 4-2 15,-6-1-3-15,6-3-10 16,-6 3-24-16,0-4-43 0,0 1-44 0,0-4-49 0,8 0-58 0,-8 1-45 16,0-10-57-16,0 5-60 0,0-7-57 0,0 0-6 15,0 0 29 1,0 0 39-16</inkml:trace>
  <inkml:trace contextRef="#ctx0" brushRef="#br0" timeOffset="21421.71">5669 3942 329 0,'6'-8'421'0,"0"1"54"0,1 7 7 0,-7 0-73 0,0 4-76 0,7 3-64 0,-7 0-56 0,0 8-46 16,0-1-40-16,0 1-35 0,0 4-32 15,6 3-25 1,-6 0-15-16,6 0-3 0,-6-1-12 0,0 5-9 15,7-4-19-15,-1 1-32 0,-6-6-42 0,0 2-50 16,7-5-43-16,-7-3-43 0,0 0-45 0,0-3-52 0,0-8-63 0,0 0-31 0,0 0 8 31,0 0 28-31,0 0 47 0</inkml:trace>
  <inkml:trace contextRef="#ctx0" brushRef="#br0" timeOffset="21764.9">5792 4008 216 0,'0'-4'402'15,"7"-4"58"-15,-1 5 25 0,-12 3-70 0,6 3-98 16,0 1-75-16,-7 4-66 0,14 6-53 0,-7-3-32 16,0 8-24-16,6-5-22 0,-6 5-21 15,6-1-7-15,2 4-6 0,-2-4-4 0,-6 5-6 16,6-9 0-16,-6 4 3 0,7-3-3 0,-7-4-1 16,7 0 2-16,-7-4 3 0,0-3 15 15,0 3 19-15,6-3 25 0,-6-1 20 0,0-3 17 16,0-3 9-16,0-4-15 0,6-1-19 0,-6-3-22 15,0-4-19-15,7 1-18 0,-1-1-10 0,1-4-8 16,0 1 1-16,-1 0-3 0,0 0 3 0,1-1-1 16,0 5-4-16,5-1 10 0,-5 4-5 15,0 1-2-15,-1 6-3 0,-6 0 6 0,7 0 6 16,-1 8 5-16,0 0 10 0,-6 2 5 0,8 6 6 16,-8-1-3-16,0 4-2 0,6 3-5 15,-6 0-7-15,6 0-3 0,-6 5-7 0,6-5-4 16,-6 0-5-16,7-3-12 0,-7-1-38 0,7-3-44 15,-1 1-59-15,-6-5-61 0,0 0-59 16,7-4-49-16,-7-3-45 0,0 0-56 0,0 0-48 0,6-7 6 16,1-3 35-16,-7-5 45 0,7 1 69 15</inkml:trace>
  <inkml:trace contextRef="#ctx0" brushRef="#br0" timeOffset="21939.14">6105 4033 222 0,'6'-3'421'0,"1"-2"73"16,-7 5 56-16,7 0-35 0,-7 5-71 0,0-2-64 15,0 9-66-15,0-2-60 0,0 5-60 0,0 0-63 16,0 0-48-16,0 2-35 0,0 3-24 0,6-3-23 16,0 2-39-16,-6-5-52 0,7 1-64 0,-7-1-70 15,0-3-65-15,7-3-61 0,-7-1-63 0,0-7-68 16,0 0-25-16,0 0 21 0,0 0 43 16,0 0 57-16</inkml:trace>
  <inkml:trace contextRef="#ctx0" brushRef="#br0" timeOffset="22085.6">6125 3945 78 0,'6'-14'441'16,"-6"3"121"-16,0 3 116 0,6 5 51 0,-6-1-67 15,0 0-73-15,0-2-95 0,0 6-100 0,0-8-109 0,0 8-95 16,0-4-86-16,0 4-103 0,0 0-106 16,0 0-126-16,0-3-128 0,-6-2-119 0,6 2-154 15,-13-1-104-15,6-4-4 0,1 6 62 0,-7-2 101 16,6 0 106-16</inkml:trace>
  <inkml:trace contextRef="#ctx0" brushRef="#br0" timeOffset="22254.89">5681 3733 283 0,'-6'-3'492'0,"0"-5"88"0,-1 4 74 0,0 0-54 16,1 0-111-16,6 1-107 0,0-1-100 0,0 1-84 15,0-1-74-15,6 0-55 0,1 1-37 16,0-1-25-16,5 0-19 0,8 4-66 0,-7 4-79 15,7 0-83-15,0 3-92 0,-2 4-114 0,-4-4-142 16,5 4-20-16,1 1 35 0,0 2 61 0,5 5 77 16</inkml:trace>
  <inkml:trace contextRef="#ctx0" brushRef="#br0" timeOffset="22695.64">6379 4081 200 0,'6'0'370'0,"1"0"54"0,-1-4 20 0,-6 4-37 15,0-3-59-15,0-1-35 0,-6-3-14 0,-1 3 5 16,7 0 10-16,-6 1 8 0,-1-2 13 0,1 3-3 16,-1-2-8-16,0 0-35 0,1 4-46 0,0 4-52 15,-1 0-54-15,0 3-44 0,1 4-44 16,-7 0-25-1,7 0-17-15,-1 7-1 0,-6-4-7 0,7 6-3 16,6-7-4-16,-8 5-3 0,8-3 5 0,0 0-3 16,0 0 1-16,0-4 1 0,8 0 1 0,-8-4 6 15,6-3-14-15,0 0 6 0,1-1 8 0,0-3-1 16,6-3 0-16,-7-5-7 0,0 1 12 0,8-4-7 16,-8-4-14-16,-6 1-3 0,6-1 0 15,1-3 0-15,0-1-3 0,-7 5 4 0,6-5 2 16,-6 4 3-16,7 1 1 0,-7 3 7 0,0 0-2 15,0 4-1-15,6 0 0 0,-6 7-3 16,0-4 1-16,0 4 2 0,0 4 1 0,7-2 1 16,-7 6-2-16,6 0 0 0,-6 3-16 0,7-4-42 15,-7 4-62-15,6 0-77 0,-6 0-83 0,6-4-87 0,-6 1-70 0,8 0-43 16,-2-6-43 0,-6-2-56-16,0 0-1 0,0 0 42 0,0 0 63 15,6-7 68-15</inkml:trace>
  <inkml:trace contextRef="#ctx0" brushRef="#br0" timeOffset="23327.64">6496 3821 234 0,'6'-11'426'0,"-6"0"81"15,0 3 50-15,0 1-41 0,0 7-85 0,0-4-80 16,0 8-73 0,0-4-70-16,0 11-68 0,0 0-37 0,7 4-29 0,-7 3-14 15,0 3-15-15,7 6-11 0,-7 2-1 0,0 4-13 0,6 3-12 16,0-3-8-16,1 4-23 0,-1-4-37 0,1 0-46 15,0-4-55 1,-1-4-46-16,0-2-40 0,2 0-19 0,-2-9 2 16,-6-3 24-16,6 0 31 0,-6-4 35 15,0 0 9-15,-6-7 17 0,6 4 17 0,-14-8 33 16,8 0 32-16,0-3 30 0,-1-3 45 0,0-2 38 16,-6-2 31-16,7-1 17 0,-7-3 18 0,6 2 18 15,1 3 24-15,0-3 20 0,-1 2 22 0,0 3 18 16,7 0 11-16,0 1-1 0,0 2-6 15,7-3-17-15,-7 0-23 0,7 4-33 0,-1-4-38 16,7 4-35-16,-6-5-25 0,5 4-17 0,-5 1-12 16,6-1-12-16,0 6-6 0,1-6 3 15,-8 8-3-15,6-4-4 0,-5 4 5 0,0 4 5 16,6 0 4-16,-7 2 0 0,0 2 2 0,-6 4 1 16,8 5-5-16,-2 2-3 0,-6 0-4 0,0-1-2 0,6 0 0 15,0-2 0-15,-6 1-2 16,8-3-1-16,-8 1 3 0,6 0 1 0,0-4-1 15,-6 1-5-15,7-6 1 0,-1 2 2 0,1-5-1 16,0 1 3-16,-1-4 3 0,-6-4 4 0,6 1 1 0,8-8 3 0,-8 0-3 0,0 0-3 31,1-8 13-31,0 4-10 0,-1-3-8 0,1 0-12 16,-1 3-2-16,-6-2-2 0,6 2-17 0,-6 0 10 0,8 4 12 0,-8-1 13 0,6 2 2 16,-6 6 1-1,0-4 2-15,0 5 2 0,0 3-7 0,0-4 18 0,0 8-6 0,0-4-6 0,0 3-2 31,6 5-1-31,-6 0-2 0,0 3-22 16,6 0 11-16,2 0 2 0,-8 0 1 0,6 4-2 16,0-1-3-16,-6-3-20 0,7 3-40 0,-1-3-39 15,1 1-54-15,-7-6-51 0,7 1-51 16,-1 1-35-16,-6-4-13 0,6-4-24 0,-6 4-23 16,0-4-34-16,0 0-22 0,6-8 18 0,2-2 28 15,-8-1 53-15</inkml:trace>
  <inkml:trace contextRef="#ctx0" brushRef="#br0" timeOffset="23599.94">6920 4030 246 0,'6'-8'359'0,"-6"4"41"0,6 2-18 0,1 2-53 0,-7 2-70 0,7 2-55 0,-1 4-39 15,0 3-20-15,1 0-16 0,0 3-8 0,6 1-7 16,-7 4-6-16,1-2-9 0,-1-2-19 16,1 3-15-16,-1 0-20 0,0-3-18 0,2 0-13 15,-2-4-5-15,0 1 1 0,-6-6 5 0,0 2 29 16,7-5 28-16,-7 1 21 0,-7-4 13 15,7-4 9-15,-6-3 6 0,6 0-19 0,-6-4-24 0,6-4-9 16,-8 0-9-16,8-2-2 0,0 1-2 16,0-2-10-16,0 0 4 0,0-1-2 0,0 5-3 15,8-1-7-15,-2 1-17 0,0 3 4 0,1 3-10 16,6 0-3-16,0 1-2 0,7 5-10 0,-8-6-34 16,8 4-84-16,-7 4-107 0,0 0-126 15,0 0-194-15,-13 0-137 0,6 4-38 0,8-2 38 16,-8 4 87-16,7-6 109 0</inkml:trace>
  <inkml:trace contextRef="#ctx0" brushRef="#br0" timeOffset="24829.56">5936 1289 180 0,'-14'-4'352'0,"2"4"42"0,5-6 20 0,-6 1-80 16,0 2-72-16,0-1-39 0,0 1-30 0,0-1-18 15,6 4-13-15,1-4-4 0,0 4-20 0,-2 4-18 16,2-4-15-16,0 4-11 0,6-1-8 0,-7 1-6 16,7 4 3-16,0-6 1 0,0 2 3 15,7 4-2-15,-7-5-7 0,6 5-2 0,0-2-14 16,8 2-10-16,-8 1-10 0,8-3-3 0,5 2-3 15,7-5-10-15,-6 5-1 0,12-4-3 0,1-1-6 16,-1 1-7-16,7-1 2 0,7-3 3 0,6-3-4 16,6-1-1-16,7-3 2 0,1-1 3 0,6-3-5 15,6 0-4-15,0 4 2 0,7-4 1 0,-8 3-3 16,2-3 0-16,0 7 1 0,-2-3-1 0,-4 7-1 16,-2-3-4-16,-6 3 1 0,0-4-1 0,0 4-2 15,1 0-1-15,-1-3-1 0,-6 3-2 0,-1 0-1 16,7 0-4-16,-6 0 4 0,6 0 2 0,0 0 1 15,0 0 2-15,0 0 2 0,0 0 10 16,1 0-3-16,-1 0-5 0,-6 3 1 0,6-3 4 16,0 4-2-16,6-1-5 0,-6-3 4 0,1 0 3 15,6 5-2-15,-1-5-4 0,1 0 3 0,0-5 1 16,-1 5-4-16,1-3-4 0,0-1 1 0,-7 1 2 16,0-1-1-16,1 0 1 0,-1 0-6 0,-7 1 3 15,1-1-1-15,-8 1 0 0,2-1-1 0,6 4-1 16,-7-3 1-16,-1 3 1 0,2-4 2 0,-1 4 4 15,0-5 0-15,0 5 0 0,0-3 0 16,1 3 3-16,-8-3 2 0,7-1-5 0,1 4-5 16,-8 0 3-16,7-4 4 0,1 4 2 0,-2-3-5 15,2 0 6-15,5-2 3 0,1 1-1 0,0 1-4 16,6-4-8-16,-7 3 1 0,7 1-1 0,0-1 4 16,7 0-2-16,-6 4 3 0,-1-4 5 0,0 0-2 15,0 4-4-15,0 0-4 0,0 0 3 16,-6 0-6-16,6 0-1 0,1 0 4 0,-9 4 0 15,2-4 1-15,7 0 1 0,-7 0 1 0,-2 4-1 0,2-4-2 16,-6 0 3-16,5 4 4 0,-12-4-4 16,-1 4-10-16,2-1-17 0,-15 1-39 0,1-2-36 15,-1 6-43-15,-6-4-31 0,-7 4-23 0,1-5-9 16,0 5 11-16,-7-2 5 0,-7 3 6 0,8 1-2 16,-8 1-10-16,0 0-41 0,-6 1-99 0,-6 2-70 15,0-6-21-15,-8-1 10 0,-5 0 27 0</inkml:trace>
  <inkml:trace contextRef="#ctx0" brushRef="#br0" timeOffset="25871.4">7878 483 113 0,'0'-3'259'0,"0"-1"22"0,0-3-33 0,0-1-50 0,0 0-56 0,0-1-30 16,6-3-16-16,-6 1-12 0,0-4-5 0,0 4-5 0,0-3-1 15,6 2 0-15,-6-2 1 0,0 3 5 0,0 0 5 16,7 4 2-16,-7-5 4 16,0 6 2-16,6-5-1 0,-6 3-5 0,0 4-7 0,0-4-8 0,0 5-13 15,0 3-14-15,0-3-9 0,0 3-13 0,0 0-10 16,0 0-7-16,0 0 4 0,0 3 4 0,0 5 0 16,0-1 1-16,7 7 3 0,-7 2-2 0,0 2-7 0,0 4-5 15,7 3-2 1,-7 6-2-16,0 0-1 0,6 11-2 0,-6-3 40 0,0 6 21 0,0 6 14 15,6 0 8-15,1 3 7 0,-7 6 5 0,7-2-37 16,-1 1-22-16,0 3-15 0,8 1-6 0,-8-2-4 16,-6 6-3-16,13 1-1 15,-7 2-2-15,-6 4-1 0,8-1-2 0,-2-3 0 16,0 3-4-16,-6-3 4 0,6-1-11 0,-6-2 4 0,7-2 3 0,-7-3-1 16,7 4 5-16,-1-3-4 15,-6-2 8-15,7 2-4 0,-7-1-1 0,6 1 2 16,1 0 1-16,-7-2 4 0,7 5 2 0,-1-7-1 15,-6 0-1-15,0-1-4 0,6-3-12 0,-6 4-11 16,0-5-30-16,0 2 2 0,0-5-4 16,0 3 4-16,0 2 3 0,0-6 12 0,0 3 27 15,0 1-2-15,0-3-4 0,0 5-5 0,0-5-5 0,0-1-6 16,0-1-6-16,0 2 0 0,-6-4-4 0,6 2 5 16,0-3-3-16,0-1-1 0,0-2 3 15,-6 2 0-15,6-2 5 0,0 1 1 16,-7 1 9-16,7-1 4 0,-7 0 6 0,7 3 2 15,0-2-1-15,-6 1-7 0,-1 3-2 0,7-2-4 0,-6 4-2 16,6 1 2-16,-7-1 1 0,0-4 9 0,7 2 6 16,-6-3 4-16,6-2 3 0,0 1 3 15,0-1 0-15,0-4-3 0,0 0-4 0,-6-3-4 16,12-1-5-16,-6-5-1 16,6-2 1-16,1-4-1 0,0-4-3 0,-1 2-3 15,1-5-6-15,-1-3-15 0,1-1-21 16,0-2-19-16,-1-2-24 0,-6-3-52 0,6 1-83 15,-6-8-76-15,0 0-30 0,0 0-2 0,0 0 14 0</inkml:trace>
  <inkml:trace contextRef="#ctx0" brushRef="#br0" timeOffset="27139.02">8640 319 96 0,'-7'-8'297'0,"7"0"45"0,0-1 10 0,0 0-39 0,7 1-45 0,-7-2-25 0,6-1-9 16,-6 0-3-1,0 4 6-15,0-4 6 0,0 3 4 0,0 1 3 16,0 4-3-16,0-4-4 0,0-1-16 0,0 8-17 0,0-7-19 0,0 7-28 0,0 0-27 16,0 7-28-16,0 4-16 0,0 7-12 0,0-3-15 15,0 7-1-15,0-5-11 0,-6 9-5 0,6 1-15 0,0-2-6 16,0 4-5-16,-7 2-1 0,7-6-40 0,0 4 18 15,0 0 11-15,0 0-2 0,7 9 41 16,-7-6 16-16,6 1 50 0,1-4-10 0,-1 0-7 16,0-7-4-16,2 0-46 15,-2-3-21-15,6-1-14 0,2-7-5 0,-1 0-2 0,0-4 1 0,0 1 1 16,0-5-2-16,0-3 5 0,0 0-6 0,0-3-5 16,0-1-21-16,7 0-35 0,-8-6-64 0,2-5-130 15,-8-7-109 1,1 3-102-16,-1 5-83 0,1 6-58 0,-7 8 0 0,7 0-7 15,-7 0 3-15,0 0 50 0,-7-11 72 0,-6 4 76 16,13-4 55-16</inkml:trace>
  <inkml:trace contextRef="#ctx0" brushRef="#br0" timeOffset="27341.74">8600 626 31 0,'0'-3'340'16,"0"-5"59"-16,0 2 54 0,0-2-17 0,-6-3-76 0,6 3-57 0,0 0-37 0,6-1-23 16,2 0-24-1,-2 2-19-15,6 0-24 0,2-1-29 0,-1 1-30 16,7-1-33-16,-2 6-26 0,2-2-15 0,7-4-20 16,-1 5-14-16,0 3-47 0,-1 3-93 0,-5 5-112 15,6 6-123-15,-6 1-170 0,-1-4-86 0,1 3-5 16,-1-7 60-16,1-3 96 0</inkml:trace>
  <inkml:trace contextRef="#ctx0" brushRef="#br0" timeOffset="28550.81">10568 267 217 0,'0'-7'285'0,"7"-8"16"16,-7 4-32-1,7 0-57-15,-7 0-38 0,6 1-20 0,-6-2-14 0,0 1-7 16,0 5 5-16,0-6-10 0,0 4-11 16,0 2-6-16,0 1-9 0,0 2-12 0,0-1-26 15,0 4-7-15,0 0-5 0,0 0-8 0,0 4-2 0,6 4 1 16,-6 1 1-16,7 8-1 0,-7 0-1 0,6 5-13 16,-6 0-15-16,7 7-6 0,-7 2-6 0,7 1-4 15,-1 4-7-15,-6 0 1 0,6 6 7 0,-6 1-5 16,8 5 41-16,-8 3 24 0,6 5 10 0,-6-2 11 15,6 5 5-15,-6 3 6 0,7-3-42 0,-1 3-21 16,-6 0-13-16,7-3-4 0,-7 3-3 0,6 1-2 16,1-1-14-16,-1 4 6 0,-6-4 3 0,6 7-1 15,-6-2 0-15,8-2-1 0,-8 1 12 0,0 0-7 16,0-4-4-16,6 1 0 0,-6-1 0 0,0-3-2 16,0-1-2-16,6 5-9 0,-6-5 5 0,0 5 1 15,0-1 3-15,0-1 5 0,7 5 1 0,-7 1 12 16,0-1-6-16,0 0 3 0,0 0-7 15,7-1-2-15,-7 2 3 0,6-2-2 0,-6 2 0 16,0-1-1-16,6-1 1 0,1 5-1 16,-7-4 1-16,6 0-11 0,1 1 4 0,-7 1 3 15,7-6 0-15,-1 1 1 0,-6-1-7 0,6-2 7 16,-6-3-8-16,7-1-11 0,-7-2-4 16,7 1-9-16,-7-4 0 0,6 5-3 0,-6-5-3 0,0-3-50 15,6 0-24-15,-6-2-14 0,0-1-4 16,7-1 5-16,0 3 7 0,-7-4 55 0,0 3 28 15,6-3 22-15,-6 1 7 0,0-3 0 0,0-2-1 16,0-2-11-16,0-3-12 0,0-1-15 16,0-1-20-16,0-6-22 0,0-1-21 0,0-7-18 0,0 2-29 15,-6-6-46-15,6 1-55 0,0-4-63 0,-7-1-19 16,7 1 2-16,0-11 30 0</inkml:trace>
  <inkml:trace contextRef="#ctx0" brushRef="#br0" timeOffset="29300.18">11089 480 232 0,'8'-11'341'0,"-8"0"43"0,6-1-6 0,0-2-66 0,-6-1-39 16,7 1-24-16,-7-5-18 0,6 4-2 0,1 1 2 15,-7 3 5-15,7-3-2 0,-7 3 0 0,6 0-2 16,-6 0-10-16,0 3-18 0,0 4-14 0,6-4-27 16,-6 5-31-16,0 6-22 0,0 9-15 0,0 7 2 15,0-1-24-15,-6 8-9 0,6-5-6 0,-6 9-12 0,6-5-13 16,-7 5-20-16,7 2-7 0,-7 2-4 16,1 2 42-16,6-2 23 0,0 2 11 0,0-3 3 15,6-4 6-15,1 1 5 0,-7-5-44 0,13 1-21 16,-7-8-17-16,8 0-2 0,-2-3-4 0,-5-4-2 15,6 0-1-15,6-8-1 0,-5 1 11 0,5 0-10 16,-6-8-17-16,7 4-52 0,-7-7-74 0,-1-8-148 16,2 4-98-16,-1-3-99 0,0 10-88 0,0 8-99 15,-7-1-71-15,-6-3 68 0,0 0 52 0,0 0 82 16,14-3 93-16</inkml:trace>
  <inkml:trace contextRef="#ctx0" brushRef="#br0" timeOffset="29449.31">11507 751 38 0,'6'-7'412'0,"0"-12"106"16,2 1 103-16,-8-1 55 0,0 5-97 0,0-5-117 15,0 9-93-15,0 3-100 0,0-1-102 0,6 1-86 16,-6 3-103-16,0 4-111 0,0 7-111 0,0 5-127 16,0 5-144-16,6 2-119 0,-6-1-18 0,0-7 49 15,6 1 89-15,2-5 109 0</inkml:trace>
  <inkml:trace contextRef="#ctx0" brushRef="#br0" timeOffset="29871.6">11943 444 327 0,'0'-12'401'16,"0"1"48"-16,0 0-9 0,0 4-95 0,0-1-82 16,0 5-72-16,0 6-63 0,0 0-46 0,0 9-38 0,7-1-14 15,-7 8-6-15,6-1-7 0,1 7-4 0,-1 5-4 16,1-1 3-16,0 7 33 0,-7 5 18 16,6-1 12-16,0 0 8 0,1 1-10 0,0 3-25 0,-1 0-89 15,0-4-73-15,1 1-73 0,-1-1-72 0,-6-8-93 16,7-3-97-16,0-7-19 0,-1-10 18 0,-6-12 41 15,0 0 55-15</inkml:trace>
  <inkml:trace contextRef="#ctx0" brushRef="#br0" timeOffset="30098">12041 509 250 0,'0'-21'299'0,"7"2"18"0,-7 3-55 0,6-2-85 0,0 4-60 15,2-1-43-15,-2 4-28 0,6 0-16 0,2 0-10 0,-8 7-4 0,7-3-2 0,-7 7-3 32,2-3 1-32,4 6-1 0,-5 2 0 0,-7 1 0 0,7 2-2 0,-7 3 2 0,0 0-2 0,-7 7-3 0,-6-4-2 31,-1 4-4-31,8 2 0 0,-7-3-4 16,7-2-2-16,-8 4-3 0,8-5-12 0,0 1-22 0,0 4-25 15,6-1-34-15,-8-5-48 0,2 3-61 0,6-5-54 16,0-3-14-16,0-8 5 0,0 0 26 0</inkml:trace>
  <inkml:trace contextRef="#ctx0" brushRef="#br0" timeOffset="30806.72">12269 398 285 0,'0'-6'359'0,"0"2"34"16,0 0-22-16,-6 1-80 0,6 3-63 0,-7 0-55 15,1 3-41-15,-1 5-46 0,7-2-14 0,-7 2-17 16,7 3-19-16,7-4-12 0,-7 4-10 0,7-2 12 15,-7 0-10-15,6-1-6 0,1 4-2 0,-1-5-1 16,8-4 1-16,-8 4 6 0,0-3 3 0,0-4 12 16,1 0 6-16,6-4 6 0,-6 2 3 0,-1-6-8 0,1 1-1 15,0-1-10-15,-7-4-7 0,6 3-6 0,-6-7-4 16,6 5-3-16,-6 0-1 0,0 0-2 0,0 0 2 16,-6 4 2-16,6-3 8 0,-6 2 11 0,-1 4 4 15,0-3 6-15,1 3-1 0,-7 4-2 0,6 0-7 16,-6 4-11-16,1 3-5 0,-2 0-6 0,8 0 0 15,-7 1-1-15,6 3-1 0,0-1-1 0,-5 7 0 0,12-8 0 16,-7 7 1-16,7-3-2 0,-7 7-1 0,7-5 1 16,7-1-1-16,-7 3 3 15,7-2-3-15,5 0-2 0,-5-4 3 0,6 3 1 0,-6-2-1 0,5-4-2 16,2-1-1-16,-2 1-7 0,2-6-19 0,-1 6-24 16,-7-4-22-16,8-1-31 0,-2 1-25 0,-6-4-18 15,8 0-10-15,-8 0-3 0,1-4 1 0,-1 1 6 0,1-1 6 16,0-4 10-16,-1-2 16 0,-6 3 19 0,0-5 22 15,6-3 23-15,-6 4 23 0,0 1 20 0,7-2 23 16,-7-3 16-16,0 1 17 0,0 3 14 0,0 5 10 16,0 1 5-16,7 5 1 0,-7 0 0 0,0 0-4 15,0 5-6-15,0 1-7 0,6 2-6 0,0 3-4 0,-6 0-9 16,7 3-10-16,6 4-5 0,-6 0-3 0,-1 2-1 16,0-3-6-16,1 2 32 0,0-1 16 0,-1-3 10 15,0 3 3 1,2-3 1-16,-2-4-4 0,-6 0-24 0,6-7-8 0,-6 2 7 0,7-6 16 0,-7-3-19 15,6 0-5-15,-6-4-13 0,0-1-12 16,0-3-18-16,0 0-23 0,0 0 19 0,0-4 10 0,0 1 13 16,0-1-1-16,0-4-3 0,0 2 1 0,0 1-1 15,7-2-3-15,-1 4-9 0,1-5 2 0,-7 5 0 16,6 3 1-16,0-1 4 0,2 5-1 0,-8 0-2 16,6 0 3-16,0 3 3 0,-6 4 10 0,7 0-4 15,0 4 4-15,-1 3-1 0,1 0 4 0,-1 4-5 16,0 0-11-16,-6 3 0 15,7 1 0-15,0 4-2 0,-1 0-6 0,0-5 0 0,1 3-2 0,0 3-15 0,-1-3 5 16,1 6-9-16,-1-1-27 0,1 0-32 0,-1-1-32 16,1 2-33-16,-1-5-80 0,0 1-78 0,2-9-55 15,-2-2-10 1,-6-8 14-16,13-8 38 0</inkml:trace>
  <inkml:trace contextRef="#ctx0" brushRef="#br0" timeOffset="31143.33">12869 542 268 0,'6'-23'405'0,"-6"6"80"0,0-5 37 0,0 3-39 0,-6 4-50 0,-1 1-53 16,0 6-62-16,1 1-69 0,-1 5-63 0,1-3-58 31,0 5-47-31,-1 5-36 0,0-3-19 0,1 5-14 16,0 1-6-16,-1 4-7 0,0 2-3 0,7 1 0 16,0 0 0-16,0-1-3 0,0 1 1 0,0-1 0 0,0 1-1 0,0-1-1 0,7-2 1 0,0-2 4 31,-1 2 2-31,0-5 1 0,1-5 1 0,0 6 4 15,-1-8-1-15,7 0 0 0,-7-2-2 0,1-4-3 16,0 0-8-16,-1-1-6 0,0-1-3 0,2-2-12 0,-2-2-6 16,0 1 0-16,0 0 7 0,1 0 1 0,-7 1 2 15,7-2 11-15,-7 9 7 0,6-5 0 0,1 2-1 16,-7 1 1-16,0 5 1 0,6 0 3 0,-6 0-2 16,0 5 3-16,6 1 0 0,-6 2 2 0,8 3-3 15,-2 0-12-15,-6 3-26 0,6 1-32 0,0 4-40 16,2-1-51-16,-2 3-45 0,0 2-2 0,1-2-4 15,-1 5-3-15,1-4-1 0,0-3-13 0,-1 3-20 16,0-7-56-16,0-5-32 0,-6-3-7 0,0-7 18 16,0 0 51-16</inkml:trace>
  <inkml:trace contextRef="#ctx0" brushRef="#br0" timeOffset="31605.14">13057 601 112 0,'7'-19'276'0,"-7"4"30"0,0 1-23 0,0 3-52 15,0 0-60-15,0 4-45 0,0 2-36 0,7 5-27 16,-7 0-21-16,0 0-7 0,6 8-5 0,-6-1-1 15,7 1 3-15,-7 3 0 0,6 1-3 0,-6 1-4 16,0-1-6-16,6 1-7 0,-6-1-6 16,8 3-5-16,-2-5 0 0,-6-2 0 0,6 3 1 0,-6-3-1 0,6-1 3 15,-6-4 5-15,0-3 4 0,0 4 7 16,0-8 2-16,8 4 2 0,-8-7-1 0,6 0-3 16,-6-1-5-16,0 1-14 0,6-3 0 0,1-2 0 0,-1-3-1 15,-6 5-2-15,7-5-1 0,-7 3 7 0,7 3-4 16,-7-3-2-16,6 5 1 0,-6 3 1 0,0 0-3 15,0 0 2-15,0-3-2 0,6 4 1 0,-6 3-1 16,6 0 1-16,-6 3 1 0,0 1 0 0,8 3 1 16,-8 4 0-16,6 0-1 0,0 1-1 0,-6-2 1 15,7 2-1-15,0-3 0 0,-1-1-1 0,1 4 6 0,-1-5-5 16,-6 1 4-16,6-1 0 0,1-4 1 0,-7 1-1 16,7-1-3-16,-7-3 4 0,6 0-3 0,-6-3-3 15,6-1-3-15,-6-4-5 0,7 2-3 0,-7-5-7 16,7-1-7-16,-7 2 0 0,6-1 0 0,-6-1 4 15,7 1 3-15,-1 4 6 0,-6-4 6 0,7 4 1 0,-7-1 2 16,6 5 3-16,-6-1 3 16,7 4 3-16,-1 4 1 0,-6-1 3 0,6 5 0 0,2-1 1 0,-8 0-2 15,6 4-4-15,0 4 1 0,1-3-2 0,-1 3-1 16,1-1-3-16,-7-3-3 0,6 3 26 0,1 1 3 16,-1-1-11-16,1-3-19 15,0 4-28-15,-7 0-37 0,6-5-79 0,-6-2-64 0,0-8-49 0,0 0-42 16,0 0-10-16,0 0 19 0,6-8 45 0</inkml:trace>
  <inkml:trace contextRef="#ctx0" brushRef="#br0" timeOffset="31809.63">13475 524 143 0,'0'-15'308'0,"6"0"46"0,-6 4-8 0,6 1-40 0,-6 2-50 0,0 4-42 16,8 4-35-16,-8 4-33 0,0 4-25 0,0 2-24 16,0 5-18-1,6 4-13-15,-6 2-12 0,6 8-9 0,-6 1 33 0,6 3 20 0,1 4 3 0,0-1-1 16,-7 5-2-16,6-5-8 0,1-3-58 0,-1 3-46 15,0-3-43-15,2-3-40 0,-2 3-37 0,0-4-39 16,-6-2-30-16,7-6-25 0,-7-3-41 0,0 1-52 16,0-5-59-16,0-14-19 0,0 0 15 0,0 0 29 31,-7-11 60-31</inkml:trace>
  <inkml:trace contextRef="#ctx0" brushRef="#br0" timeOffset="32046.34">13475 677 133 0,'6'-18'324'0,"-6"-1"44"15,0-2 10-15,6 3-66 0,2-1-71 0,-8 2-56 0,6-2-49 32,0 4-38-32,7 3-29 0,-6-2-24 0,12 3-21 0,-5 5-12 0,-2-2-4 0,2 1-6 0,-2 3-1 31,-5 4 1-31,-1-4 4 0,8 4 3 0,-14 4 4 16,6-4 4-16,0 4 5 0,-6 3 3 0,-6 1 0 0,0-2-1 0,6 5-2 0,-14 1-5 0,8-2-8 15,-1 1-4-15,1 0-5 0,-7 0-4 0,6 1-1 31,-5-2-7-31,-2 2-15 0,8 3-19 0,-1-5-22 16,1 5-26-16,-1-1-26 0,7 5 11 0,-7-5 2 16,7 4-2-16,0-7-17 0,0 1-34 0,7 2-52 15,0-6-81-15,-7-5-27 0,0-3 1 0,13-3 29 16</inkml:trace>
  <inkml:trace contextRef="#ctx0" brushRef="#br0" timeOffset="32381">13885 524 306 0,'7'-11'380'0,"-7"-8"64"16,0 5 0-16,0-1-43 0,-7 3-39 16,0-1-34-16,1 5-47 0,0 4-38 0,-8 4-46 0,8 0-45 15,-7 4-38-15,6 4-41 0,-6-2-13 0,7 9-24 16,0-3-14-16,-2 3-5 0,2-1-7 0,6-3 0 16,-6 3-7-16,6 1 0 0,0-4-3 0,0 1-1 15,0-5-2-15,6-1-1 0,-6-2 3 0,0 0-6 16,6-4 6-16,2 4 2 0,-2-4 2 0,0-4 5 15,1 0-4-15,-1-4 1 0,1 1-8 0,0 0-9 16,-1-4-2-16,0 0-12 0,8 0-4 0,-14-3-8 16,6 3 2-16,0-1 2 0,-6 2 4 0,7 3 15 0,-7 3 4 15,7-4 5-15,-7 8 1 0,0-3 2 0,6 3-6 16,-6 3-7-16,0 1 7 0,0 0 2 0,7 3 3 16,-7 5-2-16,0-2 5 0,0 5 1 0,0-4-12 15,0 3-25-15,0 4-31 0,6 0-40 0,-6 2-48 16,6-3-50-16,1 6-4 0,-7-5-3 0,7 4-8 15,-1 0-10-15,0 0-22 0,-6-8-25 0,8-2-60 16,-8-12-26-16,0 0 11 0,6-8 37 0</inkml:trace>
  <inkml:trace contextRef="#ctx0" brushRef="#br0" timeOffset="33049.62">13996 556 95 0,'0'-7'263'0,"6"4"29"0,-6-1-21 15,6 4-43-15,-6 0-55 0,8 0-33 0,-8 11-24 16,6 1-15-16,-6-3-10 0,6 7-2 0,-6-5 2 0,0-1 1 15,0 5 7-15,0-1 35 0,7 1 10 0,-7 4-2 16,7-5-11-16,-1-3-13 16,-6 5-14-16,7-9-43 0,-1 3-17 0,-6-6 6 0,6-4 14 0,-6 0 13 15,7-8-35-15,-7 2-24 0,7-6-18 0,-1-2-23 16,0-5-22-16,2 1-20 0,-8-1 28 0,6-2 12 16,0 3 7-1,1-5 5-15,-1 1-1 0,1 4 5 0,-1-3 6 0,1 2 7 0,5 1-1 0,-4 3 1 16,-2 3-2-16,7-1-2 0,-6 5-3 0,-1 4-4 15,-6 0 1-15,6 4-1 16,1 0 1-16,-1 4 3 0,-6 3 1 0,0 2 1 0,7 0-1 0,-7-1-2 0,0 4-2 16,0-2-8-16,0 1-8 0,7 4-18 0,-7 0-22 15,0-1-24-15,6 1-29 0,0-1-24 0,-6-3-16 16,7 1-13-16,0-1 1 0,-1-1 1 0,0 2 13 16,-6-5 16-1,7-3 11-15,0 0 10 0,-1-8 0 0,1 4 6 16,-1-8-12-16,0 5 5 0,-6-9 11 0,8 4 22 0,-2-5 49 0,0-3 45 0,7 2 50 0,-6-4 21 31,-1 0 11-31,-6-1 10 0,7 8-18 0,-1 0-15 16,1 1-6-16,0 2 1 0,-7 1 6 0,0 2 0 0,0 5 3 15,0 0-2-15,0 8-6 0,-7 0-7 0,0-1-8 0,7 5-9 0,-6-2-6 0,6 1-9 32,-7-1-6-32,7 2-3 0,0-5-6 0,-6 4-2 0,6 0-3 15,0-4 0-15,6 0 0 0,-6-3-2 0,0 4 4 16,0-4 5-16,7-4 7 0,-7 0 8 0,6-4 6 15,-6 0 3-15,7-4 1 0,0 1-6 0,-7 0-5 16,6-4-10-16,-6 0-7 0,6 0-5 0,0 1-2 16,-6-2-1-16,0 5-2 0,8-3 0 0,-8 2 1 0,6 4-3 15,-6 1 0-15,6-1 2 0,-6 4 1 0,7 4-1 16,-1-1 1-16,1 4 5 0,0 4 0 16,-1 4 7-16,6 3 8 0,-4 1 16 0,4 0 22 0,-5-2 23 15,0 2 29-15,-1 6 67 0,1 1 40 0,-1 7 18 16,-6 0 0-16,0-4-15 0,0 4-23 15,-6 0-69-15,-1 0-51 0,1 1-29 0,-1-9-26 0,0 4-26 16,-5-4-40-16,-2 1-56 0,2-4-63 0,-2 3-71 16,-5 2-73-16,-1-1-82 0,1-5-120 0,-7-3-45 15,0-7 12-15,0-3 43 0,-1-8 63 0</inkml:trace>
  <inkml:trace contextRef="#ctx0" brushRef="#br0" timeOffset="34270.69">12068 1176 163 0,'6'-4'311'0,"-6"0"29"0,6 0-15 0,-6 0-67 0,0 2-76 0,6-3-51 0,-6 5-33 15,0-2-17 1,7-3-11-16,0 5-2 0,-7-3 4 15,6-1 0-15,1 4 0 0,-1 0 1 0,8 0-3 16,-8 0-1-16,7 0-2 0,-6 0 4 0,5 0 1 16,1 0 1-16,1 0-1 0,5 0 0 0,0 0-7 15,-5-4-12-15,5 4-9 0,1 0-10 0,6-4-7 16,-7 4-12-16,7-3-5 0,0 3-2 0,1-4-3 16,-1 4-2-16,0-3 0 0,6 3 1 0,-5-4 1 15,5 4 0-15,-7 0 1 0,9 0 2 0,-9 0-5 16,8 0-3-16,0 0 5 0,0 0-2 0,-8 0 0 15,8-3-3-15,0 3 2 0,-8 0 0 0,9-4 3 16,-2 4 0-16,1 0-5 0,-1-4 1 0,-6 4 1 16,7 0-1-16,-7 4-5 0,-1-4-2 0,9 0 4 15,-9 0 2-15,1 0 0 0,0 0-1 0,1 0 1 16,-1 0 2-16,0 0-1 0,-7 0-2 16,7 0 1-16,0 0 1 0,-6 0 1 0,6 0 9 15,0-4-6-15,-7 4-3 0,8 0-2 16,-7-4 0-16,5 1-1 0,1-1-11 0,-6 0 5 0,6 1 5 15,-7 0 0-15,7 3-1 0,0-5 0 0,1 1 0 16,-1 4 8-16,0 0-3 0,-7 0-2 0,1 0 0 16,0 0-3-16,5 0 2 0,1 4-7 0,0 1 3 15,-6-2 3-15,6 0 2 0,1 1 5 0,-8 0-2 16,7-1-1-16,-6 1 1 0,-1 0 0 0,7 0-1 16,-6-4 1-16,6 3-2 0,-7 1 2 0,1-4-1 15,6 0 1-15,-6 0 0 0,-1 3-1 0,1-3-1 16,-1 4 2-16,0-4 0 0,1 0-3 0,-1 0 1 15,1 3 0-15,0-3-2 0,-1 0 1 0,-5 4-20 16,4-4 13-16,2 0 2 0,0 0 4 0,-1-4 4 16,7 4 1-16,-6-3 20 0,-1 3-13 0,1 0-3 15,6 0 2-15,-6 0 11 0,-1 0 13 0,1-4 10 16,0 1 13-16,-7 3 3 0,6 0 1 0,-6 0 0 16,0 0-7-16,7-4-6 0,-14 4-9 0,7 0 17 15,0-3-15-15,-7 3-14 0,8 0-6 0,-8 0-10 16,1 0-7-16,-1 0-36 0,1 0-28 0,-7 3-48 15,0 4-66-15,0 0-73 16,0 5-73-16,-7 3-147 0,1-9-77 0,-1 2-7 0,1-4 32 0,6-4 62 16,-14 0 68-16</inkml:trace>
  <inkml:trace contextRef="#ctx0" brushRef="#br0" timeOffset="45609.97">8523 1692 48 0,'-7'8'306'0,"7"-5"42"0,0-3 8 0,0 4-28 15,0-4-63-15,-7-4-56 0,7 4-33 0,0 0-15 0,0-3-7 0,0-1-3 16,0 0 2-16,0 0 1 0,-6 1 0 0,6-1 4 15,0 1 5-15,0-2 5 0,0 3 6 0,6-2 3 16,-6-4 7-16,0 5-1 0,0-1 7 0,0 8 2 16,0-1 5-16,0 5 0 0,0-4-12 0,0-2-16 15,0-2-35 1,0-2-19-16,0 2-24 0,0-8-21 0,0 4-20 0,0-3-14 0,0 3 2 0,7 0-19 16,-7-3-7-16,0 4-11 0,0 3 2 0,0-4-3 15,0 4-2 1,0-3 6-16,0 3-5 0,0 3 4 0,0-3 0 15,0 7 5-15,0 0 13 0,0 8 3 0,0-1 7 0,0 9 2 0,7 2-4 0,-7-2-2 16,6 6-12 0,-6 0-4-16,6 0-3 0,-6 1-3 0,7-1 3 15,-7-4-17-15,7 2 7 0,-1-6 4 0,0 1-2 16,1-4-4-16,-7-2-6 0,6-1-10 0,-6-1-58 16,7-7-80-16,-7-3-94 0,7-4-98 15,-1-4-95-15,-6-3-70 0,6-1-27 0,2 2-15 16,-2-6-11-16,0-3-26 0,0 0 29 0,1-3 56 15,0 0 60-15,-7-4 83 0</inkml:trace>
  <inkml:trace contextRef="#ctx0" brushRef="#br0" timeOffset="45988.1">8764 1564 330 0,'6'-14'402'0,"0"-1"55"0,1-4 6 0,0 5-57 16,-7-4-47-16,0 2-21 0,6 6-15 0,-6-5-11 15,0 8-12-15,0-4-15 0,0 7-25 16,0 0-29-16,0 12-20 0,0-2-30 0,0 14-14 0,0-6-18 0,0 5-18 0,7 3-21 0,-7 3-32 31,0 4-8-31,0 5-28 0,0-1-15 0,0-1-13 16,0 1 0-16,0 4 0 0,0-4-8 0,0-1-1 16,6-2-2-16,0-4-2 0,8 0-6 0,-8-4 1 15,7-7 3-15,0 2-4 0,0-5 4 0,1-5-1 16,-2 0 5-16,2-4 1 0,-2-3 1 0,1 0 4 15,1-7-1-15,-2 0 5 0,2 0 9 0,-2-4-5 16,2-3-2-16,-8-1 2 0,7 3-7 0,-13-3 0 16,6 5-17-16,-6-5 0 0,0 7 4 0,0-2 2 15,-6 6 5-15,0-3-10 0,6 3-3 16,-7 4-2-16,-6 4-7 0,6 3-12 0,-5 0-15 16,-2 4-17-16,2 0-50 0,5 0-41 0,-6 1-58 15,6-5-65-15,-5 4-66 0,4 8-51 0,-4-5-21 16,12 1-28-16,-6 2-43 0,6-9-71 0,0 3-6 15,0-11 30-15,0 0 51 0,0 0 61 0</inkml:trace>
  <inkml:trace contextRef="#ctx0" brushRef="#br0" timeOffset="46254.53">9200 1678 213 0,'6'-15'437'0,"2"-4"90"15,-2 2 99-15,-6 2-16 0,0-3-51 0,0 10-22 16,-6 1-36-16,6 11-56 0,0-1-85 15,0 9-72-15,-8-6-82 0,8 9-69 0,0 0-60 16,-6-1-36-16,6 5-20 0,0-1-11 0,0 4-4 16,0 0-16-16,6 4 2 0,2-1 4 0,-2 4 6 15,0-3 12-15,1 0 7 0,6-1-2 0,-7-2 2 16,1-2 7-16,-1-2-4 0,0-1-6 0,2-3-5 16,-2 0 1-16,-6-5 0 0,6 2-1 0,-6-5-3 15,0 1-2-15,0-6-2 0,0-2-17 0,0 4-45 16,-6-8-73-16,0 2-89 0,-2-6-91 15,2-4-92-15,-7 1-74 0,7 5-35 0,-7-3-5 0,0-1-12 16,-1 3-27-16,8-5 6 0,-7-5 43 0,0 2 55 16,0-7 63-16</inkml:trace>
  <inkml:trace contextRef="#ctx0" brushRef="#br0" timeOffset="46407.94">9135 1736 150 0,'13'-11'365'0,"-13"0"59"0,13-3 36 0,-7-1-31 15,7 1-70-15,-6 2-49 0,6-3-35 0,-7 5-33 16,8-1-31-16,5 0-42 0,-6 3-39 0,0 2-39 15,7 2-31-15,-7-1-24 0,6 2-21 0,1 3-7 16,-7 0-17-16,7 3-36 0,-1 6-55 0,1-3-72 16,0 9-77-16,-8 0-105 15,1 3-139-15,0 1-58 0,0-5 6 0,1 1 45 0,-2-5 64 16</inkml:trace>
  <inkml:trace contextRef="#ctx0" brushRef="#br0" timeOffset="47191.62">9735 1780 5 0,'6'-3'347'16,"7"-5"70"-16,-6-3 66 0,-1 1 17 16,-6-5-40-16,0 1-29 0,0-5-7 0,0 4 13 15,0 3 6-15,0 6 5 0,0-2-7 0,0 1-13 0,0-3-18 16,-6 2-34-16,6 4-27 0,-7-3-40 0,0 3-47 16,1 4-49-16,0 0-57 0,6 4-45 0,-8 3-46 15,2 5-28-15,-6 5-16 0,5-3-14 0,0 9-3 16,1 0-4-16,6-2 0 15,-7 4-2-15,7-2-4 0,0 2 0 0,0-3-2 16,0 0 2-16,7-3-1 0,-7-1-1 0,6 1-10 16,1-5-18-16,0 1-29 0,5-5-53 0,-6 5-53 0,2-8-55 0,4 1-53 15,2-5-55-15,-8-6-60 0,7-8-33 0,0-1-31 16,-6 5-12-16,5-3 1 16,-5-2 26-16,0 1 56 0,6-3 53 0,-7-1 60 15,1 1 53-15,-1-1 51 0,1-4 38 0,-1 1 34 16,0 3 31-16,-6-2 25 0,8-2 24 15,-8 1 18-15,0-1 22 0,6 2 25 0,-6-6 22 16,0 8 27-16,0-3 30 0,6 3 30 0,-6 4 28 16,0 1 17-16,0-2 10 0,0 9 6 0,0-1 0 0,0 0 0 0,0 4-3 15,7 0-9-15,-7 8-13 0,0-1-20 0,6 4-21 16,-6 7-31-16,0 5-27 0,7 2-21 0,-7 4-23 16,6 1-17-16,1-5-14 0,-7-7-6 0,6 1-15 15,-6-1-7-15,7-3 3 0,0-1 6 16,-7 1-2-16,6-8-4 0,-6 1 3 0,6-1 2 0,1-3 4 15,-7-4 0-15,7 0-2 0,-7-4 1 16,0-3 0-16,6-4-1 0,-6-1-7 0,6-2-7 0,-6-5-3 16,0 5-1-16,0-8-8 15,7 4-2-15,-7-4-3 0,0 4-3 16,6-5 6-16,-6 5 5 0,0 3 7 0,0 0 2 16,0 5 4-16,7 3 5 0,-7 3 0 0,0 4-3 15,7 0 5-15,-1 4 2 0,-6 3 1 0,14 3 6 16,-8 5-1-16,0 4-1 0,0-1-20 0,1 5 4 15,0-2 6-15,-1-2 5 0,-6 2 2 0,7-2 4 16,-1-5 19-16,-6 1-8 0,6-5-2 0,2 2-6 16,-8-5 0-16,6-3 4 0,-6 0 11 0,0 3 18 15,0-7-3-15,6 4 5 0,-6-4-1 0,0-7-5 0,0-1-14 16,0-6-17-16,6-1 2 0,-6-4-3 0,8-2-1 16,-8-2-11-16,0 2 4 15,6-5 0-15,-6-4 0 0,0 9-2 0,6-1 5 16,1 0 5-16,-1 3-4 0,-6 1 5 0,7 7-8 15,-7 4-8-15,7 0 3 0,-1 7 6 0,0 7 23 16,2 7 22-16,4 5 32 0,-6 3 31 0,1 0 11 16,6 0 3-16,-6-1-12 0,5 6-24 0,2-2-28 15,-8-4-30-15,8 6-23 0,-8-6-60 0,7 1-91 16,-7-3-113-16,1-1-118 0,0-6-114 0,-1 5-113 16,0-2-149-16,-6-4-19 0,6 0 55 0,-6-11 91 15,0 0 101-15</inkml:trace>
  <inkml:trace contextRef="#ctx0" brushRef="#br0" timeOffset="51715.38">8503 3854 49 0,'6'-4'285'0,"-6"0"33"0,7 1 0 0,-7-1-42 16,0 0-55-16,7 0-53 0,-1 1-23 0,-6-4-9 15,0 7 3-15,6-4 10 0,-6 0 22 0,7 1 16 16,-7-5 17-16,0 1 23 0,7 3 22 16,-7 1 21-16,0-1 7 0,0 0 18 15,6 0 8-15,-6 2 0 0,0 2-7 0,0 0-16 0,0 0-23 16,0 0-32-16,0 0-36 0,0 0-37 0,0 2-41 15,0 2-33-15,0 4-24 0,0 3-20 0,6 3-10 16,-6 1-8-16,0 3-1 0,0 4-1 16,7 1-6-16,-7 2-1 0,0 1-7 0,0-1 0 15,6 1-10-15,-6-1-10 0,0 2-36 0,0-2-62 16,0-3-83-16,0-8-105 0,7 1-108 16,-7-4-96-16,0 0-61 0,0-4-34 0,0-3-37 15,0-4-40-15,0 0 36 0,0 0 68 0,0 0 78 16,13-8 83-16</inkml:trace>
  <inkml:trace contextRef="#ctx0" brushRef="#br0" timeOffset="52037.41">8809 3743 330 0,'6'-13'457'0,"2"1"92"0,-8 1 59 15,0 7-58-15,0-3-59 0,0 3-40 0,0 4-33 16,0-3-44-16,0 6-57 15,0-3-64-15,0 8-60 0,-8-1-57 0,8 4-56 0,-6 4-46 0,6-1-18 16,0 5-7-16,6-1-2 0,-6 0-7 16,8 1-1-16,-2-1-3 0,6 1 1 0,-5-2-3 15,6-1-3-15,0-2 6 0,1 1 3 0,-2-4 3 16,2 0-1-16,5 0 0 0,-6-4 4 0,0 0-3 16,7 0-1-1,-8 4 11-15,2-3-6 0,-8 3 3 0,7-5-4 16,-7 2-5-16,1-1 6 0,0 1-7 15,-1 0 12-15,-6-2-3 0,0 2 3 0,-6 0 3 0,-1 3-8 16,0-4-43-16,1 0-29 0,-7 0-55 16,0 1-85-16,0-5-100 0,-7-3-103 0,8 0-63 0,-8-3-105 0,1-8-100 15,5 4 2-15,-5-8 57 0,6 4 81 0,0-7 86 16</inkml:trace>
  <inkml:trace contextRef="#ctx0" brushRef="#br0" timeOffset="52243.51">8841 3700 150 0,'14'-8'414'0,"-8"5"65"0,1-1 60 16,6 0-31-16,-6 1-104 0,5 3-68 0,2 0-74 0,-2 0-59 15,1 0-55 1,1 0-44-16,5 0-38 0,-6 3-38 0,7 1-15 0,5-4-10 0,-5 4-21 16,0-1-45-16,6 1-69 0,-7 3-80 0,1-3-105 15,0 3-133-15,-1 1-94 0,1 0-12 16,-8-1 35-1,8 3 61-15,0-2 97 0</inkml:trace>
  <inkml:trace contextRef="#ctx0" brushRef="#br0" timeOffset="53019.88">9494 3776 101 0,'6'-2'387'16,"0"-6"76"-16,-6 1 73 0,0-1-1 0,0 0-38 0,-6 2-31 0,6-1-9 15,-6 2-10 1,-1 2-8-16,0-1-19 0,1 0-37 0,-1 4-50 15,-6 0-64-15,6 4-59 0,1 0-62 16,0 4-56-16,-8 5-45 0,8 3-24 0,0-1-13 16,-1 6-10-16,1-3-6 0,-1 4 3 0,7 1 3 15,0 2-4-15,0-3-1 0,0 0 1 16,0 4 3-16,7-8-4 0,-1 4-4 0,1-5-3 16,-1-2 1-16,8-3 5 0,-2 3-3 0,1-8-13 15,0-3-31-15,0-1-45 0,1-3-70 0,-2-3-84 16,2-1-78-16,-2-3-75 0,1-4-39 15,-6 0-15-15,6-1 17 0,-13-2 40 0,6-1 47 16,8-3 60-16,-14 3 55 0,6 1 49 0,0-4 43 0,-6-1 38 0,7 1 32 0,-7-1 28 31,0 1 19-31,0-4 28 0,0 7 18 0,0-3 29 0,0 3 28 16,7 1 27-16,-7 3 31 0,0-1 20 16,6 6 28-16,-6-1 15 0,0 2 13 0,0 2-1 15,0 3-5-15,0 0 9 0,0 0 10 0,0 8 6 16,0-1 8-16,0 3 7 0,7 2 7 15,-7 3-29-15,6-1-35 0,-6 4-33 0,6 0-35 16,1 4-38-16,-7 7-30 0,7-3-13 0,-7 0-19 16,0 0-7-16,6-8-8 0,-6 4 5 15,6-7 2-15,-6-1-2 0,0 1 4 0,8-7-6 16,-8 2 4-16,0-6-6 0,0 0-3 0,0-4 6 16,0 0 5-16,0-8 0 0,0-2-6 0,0-2 3 15,0 1 4-15,6-3-9 0,-6-1-1 0,0-4 3 16,6 1 2-16,-6-4-2 0,7 4-6 0,-7 3 3 15,6-3-1-15,-6 3-8 0,7 5-5 16,-7 2 0-16,0 1-4 0,7-1 1 0,-7 8 0 16,6 0 9-16,-6 4 8 0,6 3 49 0,-6 1-13 15,6 2-16-15,2 6-7 0,-8-1-6 16,6 2-5-16,0 2-46 0,1-1 14 0,0 0 19 16,-7 0 9-16,6 1 1 0,-6-1-7 0,7-7 7 15,-7 3 5-15,6-6 0 0,-6 0-7 16,6-1 10-16,-6-3 15 0,0-4 12 0,7 3 2 15,-7-6 4-15,0-1 10 0,0-3-3 0,0-4-12 16,0-4-10-16,7 0-3 0,-7 1-7 0,0-9-9 16,6 5-2-16,0-4 4 0,1 1-6 15,-7 2-2-15,7-3-4 0,-1 3 3 0,1 1-3 16,-7 7-4-16,6 0-1 0,-6 4 2 0,7 3 11 16,-1 4 9-16,7 4 14 0,-7 3 19 0,2 4 11 15,4 4 6-15,1-1-4 0,-6 5-5 0,6 3-13 16,-7-3-15-16,8 2-14 0,-8 1-14 0,0-4-53 0,1 1-99 0,0-5-130 15,5-2-144 1,1 3-142-16,-6-5-184 0,-7-2-106 0,0-8 14 16,0 0 86-16,0 0 122 0,7 3 131 15</inkml:trace>
  <inkml:trace contextRef="#ctx0" brushRef="#br0" timeOffset="61148.5">11689 3747 299 0,'0'-4'456'0,"0"4"93"0,0-4 72 0,0 4-33 15,0 0-38-15,0 0-12 0,-6-2-9 0,6 2-19 16,0-4-17 0,0 1-36-16,0 3-53 0,0-5-60 0,0 2-63 0,0-1-58 0,0 0-60 0,0 0-43 15,0 1-35-15,0-4-28 0,0-1-18 16,6 1-13-16,0 3-9 0,-6-3-6 0,8 0-6 31,-2 3-1-31,0 1-4 0,1-5-2 0,-1 5 0 16,1-1-2-16,0 4 6 0,-1-4-7 0,6 4 0 15,2 0 2-15,-1 4 2 0,0 0 1 0,-6-1-3 16,5 5 2-16,-5-1 3 0,6 4 1 0,-7 3-2 16,-6-3 3-16,0 4 1 0,0 0 0 15,0-1 0-15,-6 5 1 0,0-1-2 0,-1 0-7 16,0 4 1-16,-5-3 1 0,5-2-2 0,-6-2-2 15,0 1 4-15,7-2 4 0,-8-3-3 16,8-3 3-16,0-1-2 0,-1-4-2 0,0 1-3 16,1 0-3-16,-1-4-3 0,7 0-17 0,-6 0 6 15,6 0 9-15,0 0-2 0,0 0 1 0,0 0 2 16,0-4 14-16,6 4-5 0,-6 0-5 16,7 0 0-16,-1 0 8 0,1 4-3 0,0-4-1 15,-1 3 1-15,6-3-6 0,-4 8-21 0,4-5-45 16,2 1-47-16,-1-4-72 0,-7 4-97 0,7-4-108 15,-6 0-99-15,5 0-80 0,-5-4-51 0,6 0-25 16,-6-7-25-16,6 4-33 0,-7-4 45 16,7-4 75-16,-7 0 82 0,8 1 85 0</inkml:trace>
  <inkml:trace contextRef="#ctx0" brushRef="#br0" timeOffset="61583.49">12054 3601 160 0,'0'-4'404'0,"0"-4"78"0,0 6 67 0,0-5-30 0,-6 7-65 16,6 0-46-16,0 0-41 0,0 2-50 0,0 3-49 16,-7-3-46-16,7 6-53 0,0 0-55 0,0 3-41 15,0-1-26-15,0 5-18 0,0-1-13 16,7 5-9-16,-7-4-4 0,6 3-20 16,0-3 11-16,2 0 9 0,-2-1-1 0,0 1-2 0,0-5 2 15,1-2 19-15,0-1-12 0,-7 1-4 16,6-5-1-16,1 1 3 0,-1-4 1 0,0 0 4 15,2 0-1-15,-8-7-4 0,6-1-3 16,-6 1 0-16,6-7-6 0,1 3 0 0,-7-5 1 16,7 3-9-16,-7 1 7 0,6-3 2 0,-6-3 7 15,0 3-5-15,6 0-1 0,-6 5 8 16,0-5 0-16,0 3-6 0,0 3 0 0,7 1 1 16,-7 4 1-16,0 0 0 0,0 0-2 0,0 4-1 0,0 0-2 15,0 4 5-15,0 0 7 0,0 0 9 16,0 7-2-16,6 3 6 0,-6 1 4 0,0 4-4 15,7 2-5-15,-7 5-4 0,7-3-1 0,-7 2-2 16,0 4-3-16,6-3-2 0,-6-1-3 0,0 0-6 16,0-2-2-16,6-1-14 0,-6-3-38 0,7-1-54 15,-7-4-69-15,0-3-73 0,0-4-72 16,0 0-57-16,7-3-28 0,-7 0-28 0,6-4-43 16,-6 0-36-16,0 0 15 0,6-10 37 0,-6 2 51 15,7-3 75-15</inkml:trace>
  <inkml:trace contextRef="#ctx0" brushRef="#br0" timeOffset="63690.84">12725 3730 245 0,'14'-5'380'0,"-8"5"52"0,0-3 11 0,-6-1-58 15,7 0-65 1,-7-3-44-16,0 0-22 0,0 3-15 0,0-3-4 0,0-1-3 0,0 1-8 0,-7 3-10 16,7 1-15-16,-6-1-18 0,6 4-26 15,-6 0-29-15,-2 4-25 0,2 3-27 0,0 4-24 16,-7 4-17-16,6-1-9 0,-6 2-1 0,7 5-10 16,-1 2 5-16,0-2 10 0,1 1 16 0,0 0 14 15,6-1 8 1,0 2 14-16,0-1-2 0,0 0-9 0,6-4-16 15,7-3-16-15,-6-1-9 0,6-3-14 16,0 0-3-16,6-3-1 0,-5-2-4 0,5-6-8 0,0 0-26 16,1 0-47-16,-1-2-76 0,1-2-94 15,-1-4-92-15,1 1-90 0,-6-3-66 16,-2-2-49-16,1 5-66 0,-6-4-18 0,-1 0 41 16,1 4 62-16,-1-4 73 0,0 3 91 0</inkml:trace>
  <inkml:trace contextRef="#ctx0" brushRef="#br0" timeOffset="64310.39">13045 3733 25 0,'6'-8'342'0,"-6"5"75"16,0-5 63-16,0 4 8 0,0 1-59 0,0-1-58 16,0 4-26-16,0-3-46 0,0 3-44 0,0 0-47 0,6 3-46 0,-6-3-42 15,0 4-31-15,0-1-18 0,7 5-3 0,-7-1 2 16,0 5-1-1,7 2 3-15,-7 1-6 0,0 3-8 16,6-3-11-16,-6 3-12 0,7 0-11 0,-7 1-8 0,6-5-3 0,-6 1-3 0,6-1-9 16,2-2 0-16,-8-1-1 0,6-4 0 0,0 0 0 15,-6 1 4 1,0-5 10-16,6 1 9 0,-6-4 16 0,0 0 11 0,0-4 5 0,8-3 1 16,-8 0-8-16,6-4-10 0,-6 0-17 0,0-1-9 15,6-2-6-15,-6-5-3 0,7 5-7 0,-7-8 4 16,6 4 2-16,-6-1 2 0,0-2-2 15,7 2-5 1,-7 1 9-16,7 3-4 0,-7 4-6 0,6 0-5 16,0 0 1-16,-6 4 5 0,6 3-2 0,-6 0 0 15,0 4 2-15,8 0 3 0,-8 4 1 16,6 0-1-16,-6 3-2 0,6 4 1 0,1-4 1 16,0 4 3-16,-1 5-1 0,-6-3 1 0,7 3 3 15,-1-5 4-15,-6 3 1 0,6-3-4 16,-6 4 0-16,0-8-1 0,7 0 1 0,-7 0-5 15,7 1-2-15,-7-4 3 0,0-1 1 0,0-3 0 16,6-3-7-16,-6 3 2 0,0-8 6 0,0 1-3 16,0 0 0-16,6-4-5 0,-6-4 6 0,7 4 2 0,0-3-10 15,-7-1 0-15,6-1-1 16,1 2 6-16,-1-1 0 0,-6 5-3 0,7-5 1 16,-1 8-3-16,-6-1 0 0,7 5 1 0,-1-1 3 15,0 1-9-15,2 6 8 0,-2 1 6 0,0-1 4 16,1 8-6-16,-1 0-1 0,1 0 19 15,-1 4-9-15,1 0-3 0,-1-1-6 0,1 1 1 16,0-1 0-16,-1 1-10 0,0 0 5 0,1-4-6 16,-7 0-31-16,13 0-61 0,-13-4-89 15,6 1-98-15,1-4-102 0,-7-2-85 0,0-4-122 16,0 2-77-16,0 0 17 0,6-8 63 0,-6-7 80 16,0 1 82-16</inkml:trace>
  <inkml:trace contextRef="#ctx0" brushRef="#br0" timeOffset="64677.56">13513 3260 150 0,'0'-7'410'0,"7"-4"80"0,-7 3 66 0,7 1-16 16,-7-1-81-16,0 2-77 0,6 2-61 0,1-3-57 15,-1-1-48-15,8 5-47 0,-2 0-43 0,-5-2-25 16,6 5-14-16,-7 5-5 0,7-5 9 0,-6 3 26 16,0 4 38-16,-1 0 32 0,0 1 28 0,-6 3 26 15,7-1 13-15,-14 5-7 0,7 3-20 0,-6 1-21 16,6 4-24-16,-6-2-31 0,-1 1-32 16,0-4-29-16,1 4-21 0,6-4-21 0,-7-3-17 15,7-1-14-15,-6-2-5 0,6-1-1 0,6-5 6 16,-6 2 13-16,7-4 14 15,-1 0 10-15,1-4 2 0,6 0-4 0,0-4-8 16,0 0-13-16,0 4-6 0,0-8-25 0,0 6-53 0,1-2-100 16,-8 1-148-16,6-1-187 0,-5 0-187 0,-7 0-171 15,0 4-166-15,0 0-15 0,0 0 87 0,0 0 154 16,0 0 166-16,0-8 177 0</inkml:trace>
  <inkml:trace contextRef="#ctx0" brushRef="#br0" timeOffset="65860.2">12054 1930 226 0,'-6'4'384'0,"-1"-8"59"0,0 4 34 0,7-3-36 15,-6-1-40-15,-1 0-15 0,7-2-7 0,-6-2 0 16,6 4-5-16,0 4-22 0,-6 0-44 0,6 4-54 16,0-4-48-16,-7-4-53 0,7 4-52 0,7-3-40 15,-7-1-25 1,6-4-13-16,0 5-14 0,1-1-7 0,-1-4-1 0,1 4-1 0,0 1 0 0,-1 0-2 16,0-1-4-1,2 0 11-15,4 4-4 0,-6 0 1 0,1 0 10 0,0 4 3 0,6 0 13 0,-7 2 3 16,8 3 19-1,-8 1 10-15,7 5 3 0,0 3 8 0,-7-3-3 0,7 7-4 0,1 0-12 0,-2 0-9 16,2 4-15 0,-2-4-10-16,2 0-9 0,-1 3-7 0,-7-2-4 0,8-3-16 0,-2-1 11 0,-6 0 3 15,8-4 1-15,-8-1-2 0,1 1-16 0,6-5-29 16,-6-1-67-16,-1-6-81 0,0 0-98 0,0-3-90 31,2 4-84-31,-8-4-57 0,6 0-49 0,-6 0-68 0,0 0-12 0,0-7 36 0,6-5 67 0,-6-2 83 31,7-1 102-31</inkml:trace>
  <inkml:trace contextRef="#ctx0" brushRef="#br0" timeOffset="66077.66">12458 1824 345 0,'-7'-7'476'0,"7"-1"74"16,-6 1 42-16,0 3-78 0,-8 4-87 15,8 4-85-15,-7 3-81 0,6 5-67 0,-6 2-54 16,1 4-47-16,-2 5-37 0,2-1-26 0,-2 3-11 16,1 4-8-16,-7 4-8 0,8 1-3 0,-2-2-3 15,2 5-2-15,-1-4-7 0,6 1-13 0,-6-3-25 16,0 3-41-16,6-5-50 0,1 0-49 0,0-6-47 16,6-2-45-16,0-2-30 0,0-9-50 0,6 2-77 15,-6-12-31-15,0 0 13 0,13-3 35 0,0-2 45 16</inkml:trace>
  <inkml:trace contextRef="#ctx0" brushRef="#br0" timeOffset="66509.6">12914 1721 214 0,'0'-7'430'0,"7"-4"75"0,-7 0 62 0,0-3-49 16,0-1-96-16,6 0-78 0,1 1-73 0,-1 3-65 15,0 0-58-15,8 0-50 0,-2 4-36 0,2-1-14 16,-8 5-11-16,7-1 6 0,7 4 20 0,-8 0 33 16,2 7 47-16,-1 8 49 0,0 3 61 0,0 5 55 15,1-2 44-15,-2 1 21 0,-6 0 6 0,2 4-27 16,-2 3-50-16,-6 1-66 0,0 2-61 0,0-3-55 16,0 4-56-16,-6 0-34 0,6 0-18 0,-8-3-7 15,8-1-38-15,-6-4-78 16,0 4-106-16,6-6-130 0,-6-2-154 0,6 2-144 0,-8-8-98 0,8 2-72 15,-6 3-75 1,6-6 38-16,0 1 105 0,-6-1 118 0,6 4 118 0</inkml:trace>
  <inkml:trace contextRef="#ctx0" brushRef="#br0" timeOffset="66666.97">13110 2472 417 0,'0'12'604'0,"0"-1"184"15,0 0 167-15,6-4-1 0,-6 0-38 0,0-3-71 16,0-1-120-16,0 1-160 0,0-4-154 0,0 0-138 15,0-4-113 1,6 1-87-16,-6-1-111 0,0 1-201 0,0 3-277 0,0-4-323 0,0 4-251 16,0 0-121-1,0 0 0-15,-6 0 139 0,-6 0 245 0,4 4 306 0</inkml:trace>
  <inkml:trace contextRef="#ctx0" brushRef="#br0" timeOffset="72137.13">1961 5433 236 0,'-7'-8'388'0,"7"1"56"0,0 0 40 0,-6 3-71 0,6 1-68 0,0-1-42 16,0 4-23-16,0 4-14 0,0 3-5 15,0 3-10-15,6 5-22 0,1 11-33 0,0 3-25 16,-1 8-37-16,0-1-41 0,-6 8-40 0,14 0-21 31,-8 0-10-31,0 1-12 0,1-5-22 0,0 4-46 16,6-8-59-16,-1-3-80 0,-5 0-88 0,6-7-84 15,-7-8-75-15,1-7-82 0,0-3-61 0,-7-8 12 0,0 0 51 0,0 0 65 16,0-15 83-16</inkml:trace>
  <inkml:trace contextRef="#ctx0" brushRef="#br0" timeOffset="72404.67">1929 5605 229 0,'-14'-22'412'0,"8"3"52"0,-1 1 39 31,0 4-85-31,7-5-115 0,7 5-83 15,0-1-54-15,5 1-38 0,8-2-29 0,7 3-18 16,5 5-15-16,-6 0-17 0,0 4-10 0,7 4-11 16,-7 4-1-16,-1 4 0 0,-5 7 0 0,0 3 16 15,-1 0 12-15,-5 8 15 0,-8 3 13 0,-6 3 6 16,0 2-29-16,-6 3 4 0,-8 3-10 16,1-3-20-16,0 2-12 0,-6-5-12 0,-1 2 27 0,1-7-16 15,-1 5-10-15,0-5-3 0,1 0-7 16,6-3-1-16,-6-4-5 0,5 0-10 15,2-5-25-15,-2 2-39 0,8-7-61 0,0-2-66 16,6 1-64-16,0-7-66 0,0 0-82 16,0-4-89-16,0 0-9 0,6-4 30 0,0-4 47 15,8-2 64-15</inkml:trace>
  <inkml:trace contextRef="#ctx0" brushRef="#br0" timeOffset="72563.95">2228 5770 226 0,'13'-12'464'0,"-7"6"95"0,1 2 83 0,-7 0-31 15,0 8-83-15,0 0-75 0,-7 2-71 0,1 9-76 16,6 0-67-16,-6 3-64 0,6 4-50 0,-7 4-44 16,7-1-35-16,0 1-20 0,0 0-13 0,7-1-23 15,-1-3-46-15,0 0-68 0,1 0-84 16,-1-3-90-16,1-5-85 0,6-6-68 0,-7-1-81 0,-6-7-75 16,0 0 10-16,8-11 48 0,-2 0 61 15,0-3 78-15</inkml:trace>
  <inkml:trace contextRef="#ctx0" brushRef="#br0" timeOffset="72755.42">2424 5583 140 0,'6'-8'444'15,"0"4"83"-15,-6 4 71 0,0 8-15 0,0 4-114 16,-6 2-110-16,0 4-99 0,-1 5-76 0,7 6-68 16,0 0-46-16,0 0-31 0,0 5-19 0,0-2-33 15,0 1-52-15,0-4-66 0,7-4-69 16,-1 2-74-16,-6-6-82 0,6-2-92 0,-6-5-68 15,7-3 2-15,-7 1 36 0,0-12 54 16,0 0 76-16</inkml:trace>
  <inkml:trace contextRef="#ctx0" brushRef="#br0" timeOffset="73176.39">2339 5883 345 0,'-7'-11'435'16,"7"4"58"-16,0-1 19 0,0 5-70 0,0-5-78 15,0 4-60-15,7-2-39 0,5-2-35 0,-4 1-33 16,4-1-38-16,2 1-35 0,5 0-30 15,7-4-30-15,-6 4-24 0,6-1-16 0,-1-2-10 16,1 2-7-16,1-3-2 0,-1 3 1 16,0 1-3-16,-7-3 1 0,7 2-1 0,-12 4-1 0,5-3-2 15,-6-1-1-15,-6 1 3 0,-1 4 1 16,0-1 1-16,-6-3 7 0,0 3 19 0,-6 4 21 0,6-4 14 16,-6 4 17-16,-1 4 14 0,1 0 2 0,-8 7-10 15,8-1-17-15,-7 5-19 0,6-1-15 0,-5 6-15 16,-2-3-8-16,8 6 0 0,-7-1 6 0,7 0 4 15,-2-5-10-15,2 2 5 0,6-1 3 16,0-3-3-16,0 0-4 0,0 0-5 0,0-5 11 16,6 2-7-16,-6-9 1 0,8 1-3 0,4-1-4 0,-5-6 0 15,6-1 1-15,0-3 1 0,0-4-5 0,6-3-1 16,-12-1-1-16,13-1-2 0,-14-1-5 0,7-2-2 16,-6 1 0-16,-1-1-5 0,0 5 2 0,2-1 4 15,-2 4 3-15,-6 5 0 16,6-3-1-16,1 6 6 0,-7 3-5 0,0 3-1 15,6 6-10-15,-6 1 3 0,7 1 1 0,-1 7 2 16,-6 1 6-16,7-2 1 0,-1 6 6 0,-6-2-25 0,6-2-48 0,8 0-65 16,-8-1-80-16,1-4-81 0,0 1-74 0,-1-4-49 15,0-3-30-15,1-5-32 0,-7-3-35 0,0 0-13 16,0 0 29-16,6-7 48 0,1-4 61 0</inkml:trace>
  <inkml:trace contextRef="#ctx0" brushRef="#br0" timeOffset="73909.24">2912 5758 255 0,'7'-6'393'0,"-7"6"51"0,6 0 8 0,-6 3-68 0,0 5-90 0,0 2-73 0,0 1-54 16,0 4-45-1,7 3-33-15,-7 5-28 0,6-6-21 0,-6 2-17 16,7-9-10-16,-7 6-8 0,6-1-2 0,0-5-2 0,-6-3 2 0,8 5 8 16,-8-9 10-16,0 4 22 0,0-2 19 0,0-5 20 15,0 0 12-15,0-5 1 0,0 2-8 0,0-4-18 16,0-1-22-16,6-3-17 0,-6-3-14 0,0-1-7 15,6 0-2-15,1-3-3 0,-7-1-4 0,7-2 2 16,-1 2 2-16,0 1 0 0,1 0-5 0,-1 3 1 16,1 4 6-1,-7 0-4-15,7 4 2 0,-1 0 3 0,-6 3 8 0,6 4 12 0,1 0 17 16,-7 4 19-16,7-2 14 16,-1 6 11-16,0 4 7 0,1-1-8 0,0 4-15 15,-1-1-19-15,-6 4-17 0,7-4-12 0,-1 5-15 16,0-5-3-16,-6 1-5 0,8 0 0 0,-2-5-7 15,6 2-5-15,-5-5-20 0,0-3-28 0,-1 4-29 16,-6-8-35-16,7 0-28 0,-1-4-25 0,1-4-10 16,0 1 4-16,-1-8 9 0,0 1 16 0,0-1 19 15,2 1 19-15,-2-1 24 0,0-4 23 16,-6 1 17-16,7 3 22 0,-7 0 20 0,0 1 27 16,0 3 32-16,0-1 38 0,0 6 40 0,6 2 34 0,-6 0 33 15,0 4 15-15,0 8 0 0,0-2-9 16,0 6-24-16,0-1-27 0,0 3-35 0,0 5-27 15,0 3-25-15,7-4-21 0,-7 7-14 0,0-2-7 16,7-2-5-16,-1-2-6 0,0 0 3 0,1-1-8 16,0-4-3-16,-1-3-4 0,7 0 1 15,-6-3 3-15,-1-4-4 0,1-1 3 0,5-6 4 16,-5-1-4-16,0-4-6 0,-1-3-9 0,0-3-10 16,2-1-19-16,-2-3-21 0,-6-4-14 0,6 3-15 15,1-6-5-15,-7 3-1 0,0 0 10 0,0 0 16 16,0 4 18-16,0-4 21 0,0 7 14 0,0 1 16 15,0 6 15-15,0 1 6 0,0-1 12 0,0 8 17 16,0 0 14-16,6 8 7 0,1-1 3 0,-7 8 1 0,7 0-19 0,-1 2-12 0,0 9-10 16,-6-4 10-1,6 8-8-15,2-1-1 0,-8 4 11 0,0-4-4 16,0 5-3-16,0 2-21 0,0-3 2 0,-8 0-1 0,2-4-3 0,6 0 0 0,-6-3 0 16,0-4-1-16,-1 0-3 0,0-8-5 0,1-2-4 31,-7-1-7-31,7-7-18 0,-8-2-23 0,8-4-26 15,-1-2-30-15,0-7-32 0,1-1-34 0,0 2-28 16,6-5-22-16,0-4-22 0,0 1-17 0,6-4-21 16,0 0-29-16,8 0-37 0,-8 0-42 0,8 3-4 15,-8-2 18-15,7 3 42 0</inkml:trace>
  <inkml:trace contextRef="#ctx0" brushRef="#br0" timeOffset="74209.64">3531 5792 103 0,'13'-15'382'0,"-6"1"83"0,5-1 89 0,-4 3 19 16,-8 5-14-16,0-3 0 0,0 2 13 0,0 1 11 15,0-1-10-15,0 4-31 0,0 1-52 0,0-1-71 16,0 4-86-16,-8 0-80 0,2 4-77 16,0-1-64-16,-1 5-48 0,1-1-31 0,-7 7-13 0,6 1-13 15,1 1-5-15,6 2 1 0,-7-4-3 0,7 1-3 16,-7 3-2-16,7-7-2 0,7 1-5 0,-7-2 2 16,0-3-2-16,7-3-1 0,-7 0-1 0,6 0-1 15,1-8-7-15,6 0-8 0,-7 0-9 0,7-7-8 16,-7 5-5-16,8-9 0 0,-1 3 2 0,-7-2 7 15,7 3 10-15,-6 4 5 0,-1-4 1 16,1 8 4-16,0-6 4 0,-1 6 1 0,0 3-1 0,1 3 9 16,-7 2 2-16,7 2 3 0,-1 4 1 0,0 0-2 15,-6 0-11-15,7 3-41 0,-7 1-57 0,6-1-91 16,1 1-113-16,0-4-115 0,-1 0-105 0,0-3-71 16,2-1-56-16,-2-3-59 15,-6-4-15-15,0 0 51 0,0 0 83 0,6 0 89 16,7-8 108-16</inkml:trace>
  <inkml:trace contextRef="#ctx0" brushRef="#br0" timeOffset="74380.11">4027 5598 374 0,'0'-4'738'0,"6"4"217"0,-6-3 169 0,0 3 50 16,0 0-98-16,0 0-164 0,0 0-215 0,0 0-198 15,0 0-163-15,0 0-130 0,0 0-106 16,6-5-100-16,-6 10 0 0,7-2-145 0,-7 1-167 15,0-2-185-15,0 3-195 0,0-2-157 0,6-3-131 16,-6 0-99-16,0 0 48 0,0 0 128 0,0 0 168 16,0 12 159-16</inkml:trace>
  <inkml:trace contextRef="#ctx0" brushRef="#br0" timeOffset="74546.81">4033 5767 149 0,'0'10'696'0,"6"-3"255"15,-6 1 217-15,0-1 169 0,0-3-94 0,0 3-174 16,-6-4-245-16,6 1-237 0,0-4-420 0,0 0-167 15,0 0 0-15,0 0 0 0,0 0 0 16,6 0 0-16,-6 0 0 16,7 0-81-16,-7 0-606 0,0 0-271 0,0 0-262 0,0 0-90 0,0 0 45 15,0 0 178-15,0 8 255 0,0-1 261 0</inkml:trace>
  <inkml:trace contextRef="#ctx0" brushRef="#br0" timeOffset="77616.02">4789 5441 172 0,'0'-8'471'0,"-6"4"106"0,6 0 99 0,0 4 27 0,-8-4-65 0,2 4-62 0,6 0-87 16,-6 4-74-16,6 0-79 0,0 8-86 15,0-3-81-15,-7 11-67 0,7 1-20 0,0 9-22 16,0-1-6-16,0 4-2 0,0 4 2 0,7-1-4 16,-7 4-9-16,6-3-8 0,-6 3-13 0,6-7-9 15,2 1-8-15,4-5-3 0,-5-4 0 0,6-2-1 16,0-6-2-16,-1-2-9 0,8-1 9 0,-6-6 3 16,5-1 0-16,1-3-24 15,-8-8-53-15,8 1-72 0,0-5-110 16,-1 2-115-16,1-6-107 0,-1 5-80 0,-6-8-65 0,7 5-74 0,-7 2 0 15,-7-3 54-15,8-1 78 16,-2 5 88-16</inkml:trace>
  <inkml:trace contextRef="#ctx0" brushRef="#br0" timeOffset="77824.52">5186 5685 227 0,'7'0'450'0,"-7"-3"79"15,6 6 78-15,-6-3-23 0,0 7-64 16,6 5-48-16,-6 3-49 15,8-1-43-15,4 8-57 0,-6 4-68 16,2 3-72-16,-2 3-63 0,0 5-50 0,7 1-30 0,-6-6-20 0,0 9-15 0,-1-9-47 16,6 5-80-16,-4-4-97 0,-2-4-111 15,0-3-100-15,1-7-98 0,0-9-85 0,-7-10-57 16,0 0 29-16,0 0 65 16,0 0 79-16,0-10 92 0</inkml:trace>
  <inkml:trace contextRef="#ctx0" brushRef="#br0" timeOffset="78059">5231 5777 127 0,'8'-10'367'16,"-8"-5"46"-16,6 4 32 0,0 3-61 15,1-4-107-15,-1 6-80 0,8-2-52 16,-8 1-35-16,14 3-25 0,-8 0-16 16,2 1-14-16,5 3-9 0,-5 0-10 0,-2 7 4 15,2-3 17-15,-2 7 21 0,-5-3 23 0,-1 6 25 16,1 1 16-16,-7 0-5 0,0-1-14 0,0 5-24 0,-7-5-27 0,1 4-25 15,-1 0-17 1,1-3-17-16,0 3-33 0,-8-6-36 0,8 2-45 16,-8-2-64-16,8-5-56 0,0-4-49 0,-7-3-31 15,6 0-44-15,0 0-55 0,7 0-39 0,0 0 1 16,-6-10 25-16,6-2 40 0</inkml:trace>
  <inkml:trace contextRef="#ctx0" brushRef="#br0" timeOffset="78775.6">5446 5707 368 0,'8'-7'472'0,"-2"3"92"0,-6 0 62 16,6 1-35-16,-6 3-32 0,0-4-34 0,0 4-33 15,0 0-62-15,0 0-77 0,0 4-80 0,0-1-85 0,0 1-72 0,0 0-57 0,7 3-33 32,-7 1-13-32,7-2-23 0,-1 2 5 0,7-1 2 15,-7 1 0-15,1 0 2 0,6-5 1 0,-7 0 10 16,1 2-2-16,0-1-1 0,-1-8 5 15,1-1-1-15,-7 2-1 0,6-4 5 0,1 0-1 16,-1-5-2-16,-6-2-4 0,0-1-2 0,0 4 0 16,0-3 1-16,0-1-2 0,-6 1-5 0,-1 2 0 15,1 1 0-15,-1 0-1 0,1 4-3 0,-1 0-4 0,-6 0 4 16,0 7-2-16,6 0-3 16,-5 7 1-16,5 0 0 0,1 8 1 0,-8-1 0 15,8 4 0-15,6 5 2 0,-6-6 1 0,6 10 4 16,-8-5-1-16,16 0-4 0,-8-1 4 15,6 1-3-15,0 0 2 0,1-4 0 0,0-3 1 16,-1 0 3-16,1 0-3 0,5-4 1 0,-5-8-18 16,6 5-25-16,0-8-34 0,-6 0-53 15,6-4-57-15,-7 0-64 0,1-3-49 0,-7 0-40 0,6-5-20 16,-6-2 5-16,7-1 16 0,-1 1 28 16,0-5 31-16,-6 1 37 0,0 0 38 0,0 0 34 15,0-1 38-15,0 4 40 0,0-3 35 16,0 3 34-16,0 1 32 0,0 3 32 0,0 0 26 0,0 3 21 15,8 2 20-15,-8 2 13 0,0-1 11 16,0 5 10-16,6 0 20 0,-6 5 23 0,6 5 20 16,1 1 15-16,-7 4 5 0,6 3-11 0,1 5-27 15,-1-1-38-15,1 0-40 0,-1 3-35 16,1 4-29-16,0-6-20 0,5 2-11 0,-5-4-7 16,6-2-4-16,0 0-3 0,-7-9 2 15,1 2 0-15,-7-2 2 0,0-5 5 0,7-3 9 16,-7-2 4-16,0-2-3 0,0-3 4 0,0-5 1 15,0-2-5-15,0-2-11 0,0-4-1 0,0-1-3 0,6 1-4 16,-6-5-1-16,0 6-1 0,0-2 3 16,6-3 0-16,-6 5 1 0,8-2-2 15,-8 0-4-15,6 5 1 0,0-1-2 0,-6 0 0 16,6 5 4-16,-6-2 0 0,0 5 1 0,0 0 0 16,7 7-2-16,0-3 3 0,-1 6 4 0,1 0 8 15,-1 5 4-15,0-1 3 0,8 4 3 16,-8 3 2-16,1 1-1 0,6 4-9 0,-7-1-4 15,1 1-10-15,6-1-50 0,-6-3-97 0,-1 2-113 16,0-5-119-16,1-1-212 0,-7-11-103 16,0 0-15-16,0 6 60 0,0-6 94 0,7 4 111 15</inkml:trace>
  <inkml:trace contextRef="#ctx0" brushRef="#br0" timeOffset="81361.91">6118 5682 89 0,'0'3'377'0,"0"-3"72"0,0 0 67 0,0 4-15 16,0-4-71-16,0 3-62 0,0 1-54 0,0-4-46 15,0 4-55 1,0 0-53-16,0-1-41 0,0 5-36 0,7-4-24 0,-7-2-26 0,6 3-11 0,-6-2-3 15,6 1-5-15,1-1-2 0,-7-3 0 16,7 5 3-16,-7-5 7 0,6 0 14 0,-6-5 7 16,0 5 13-16,7-3 8 0,-7-4 7 0,0 0 2 15,0-1-8-15,6 4-1 0,-6-3-6 0,0-1-8 16,0 5-7 0,0-4-25-16,0 3 13 0,0 1 4 0,0-1 5 15,0 0 8-15,0 0 7 0,0 1 27 0,0 3-11 0,0-4-5 0,0 0-4 16,0 4-17-1,0 0-7-15,0 0-11 0,0 0-4 0,0 0-4 0,-6-3-8 0,6 3 4 16,-7 0-4-16,7-3 0 0,-6 3-7 0,-1 0-3 16,7 0 5-16,0 0-1 0,0 0 1 0,0 0 2 15,-7 0 6 1,7 3-5-16,-6-3-5 0,0 3-2 0,-1 1 0 0,0 3-7 0,1 1-6 0,0-1 1 31,-1 4 4-31,0 4 1 0,1 0-2 0,-1-5 3 16,7 5 8-16,-6-1-2 0,6 1-2 0,0 0 0 15,0 0-3-15,0-1-4 0,0-3-7 0,6 1 4 16,-6-2 6-16,7 1-5 0,-7-3 9 0,13-1 2 16,-6-4 4-16,-1 1-5 0,7-4-8 15,-6 0-2-15,5-7-13 0,-5 0-17 0,6-1-18 16,-6-3-23-16,-1 1-17 0,0-2-16 0,1-3-20 0,0 1-9 0,-7-1-9 0,6 1 3 16,-6-1 5-1,6 1 17-15,-6-1 21 0,0 4 22 16,0 0 27-16,0-1 20 0,0 5 17 0,0 4 12 15,0-1 5-15,0 1 7 0,0 3 7 16,8 3 8-16,-8 1 6 0,0 3 7 0,0 4 7 0,6 4 2 0,-6-1-1 0,6 1-8 0,1 4-6 31,-7-1-7-31,6 0-9 0,1 0-4 16,-1 5-2-16,1-9-4 0,-1 4-4 0,0-4-16 0,2-2-36 16,-2-1-54-16,0 0-64 0,1-4-59 15,-7-3-62-15,0-1-47 0,7-6-45 0,-7-1-37 16,0 4-50-16,0-10 2 0,6-2 34 0,-12 1 44 15,6-4 75-15</inkml:trace>
  <inkml:trace contextRef="#ctx0" brushRef="#br0" timeOffset="81847.24">6326 5675 270 0,'7'-4'407'0,"0"0"67"0,-7 4 19 0,0 0-56 0,0 0-80 15,6 4-52-15,-6 0-40 0,0-1-41 0,0 4-36 16,6 0-28-16,-6 5-24 0,7-1-31 0,0 3-32 15,-7 5-23-15,6 0-15 0,1-2-11 0,-7 2-10 16,6-1-7-16,-6 1-3 0,7-5 1 16,-7 1-5-16,6-1 0 0,-6-6 0 0,0 3 1 15,0-8 0-15,7 5 6 0,-7-4 2 0,0-4 5 16,0 0 0-16,0-8-6 0,0 4 0 16,0-3-4-16,0-5-6 0,0 2-9 0,0-5-3 15,6 0 1-15,-6 1-8 0,6-1-6 0,-6-3 1 16,8 3 2-16,-8 1 1 0,0-4 0 15,6 2 8-15,-6 6 3 0,0 3 5 0,0-1-1 0,6 4 5 16,1 4 1-16,-7 0 4 0,6 4 7 0,-6 0 5 16,7 0 9-16,-7 6 7 0,6 2 8 15,1-1-1-15,-7 0-3 0,6 3-5 0,1 1-7 16,0-4-8-16,-7-1-5 0,6 2-5 0,-6-5-2 16,6 1-2-16,-6-6-2 0,7 2 2 15,-7-4 0-15,7 0 4 0,-7 0-1 0,0-4 3 16,6-2 5-16,-6-2 2 0,6-3-4 0,1 0-4 15,-7 1-4-15,6-2 3 0,-6 5-8 0,7-3-5 16,-7 1 2-16,7 3-2 0,-1 2 4 0,-6 0-1 16,6 4 3-16,2 4 1 0,-2 0 3 15,0 2 1-15,0 6-4 0,1 2 0 16,0-2-1-16,-1 2-8 0,1 4-29 0,-1-4-44 0,0 1-62 16,-6 0-69-16,8-1-79 15,-2-6-72-15,-6 0-101 0,0-8-78 0,0 0-2 16,0 0 36-16,0 0 58 0,0 0 73 0</inkml:trace>
  <inkml:trace contextRef="#ctx0" brushRef="#br0" timeOffset="82101.63">6835 5627 196 0,'0'-4'494'0,"0"4"120"0,0-3 108 0,0 3 12 0,0 0-75 0,0 0-88 0,0 0-83 15,0 3-72-15,6 5-59 0,-6-2-45 0,7 9-38 16,-7 8-27-16,7-2-29 0,-1 9-43 0,-6-1-44 16,6 8-40-16,-6-1-38 0,6 5-25 0,2 3-17 15,-2-1-9-15,0 1-3 0,8 1-17 0,-8-6-40 16,7 2-64-16,-7-9-82 0,1 2-99 0,0-5-113 16,-1-7-95-16,0-3-58 0,1-5-28 15,0-2-7-15,-7-9-11 0,0-3-19 0,0 0 35 16,0 0 60-16,-7-8 70 0,7-6 80 0</inkml:trace>
  <inkml:trace contextRef="#ctx0" brushRef="#br0" timeOffset="82357.82">6782 5817 225 0,'-6'-18'383'16,"6"7"41"-16,6-4 12 0,-6 0-82 15,8 5-106-15,-2-2-78 0,0 2-54 0,0 3-37 0,8-5-24 16,5 1-9-16,-5 4-6 15,4 3-5-15,-4-3 6 0,-1 7 6 0,0-3 3 16,0 3 7-16,-7 0 18 0,1 3 25 0,0 4 24 16,-1 0 16-16,-6 5 12 0,0-1-3 0,-6 0-15 0,6 4-32 0,-7-1-29 15,0 4-27 1,1-3-19-16,-7 0-16 0,7-1-20 0,-1 1-26 0,0-1-40 0,-5-3-48 16,12-3-46-1,-8-1-45-15,2 0-40 0,0-3-27 0,6-1-36 16,0-3-48-16,0 0-71 0,0 0-14 0,0 0 18 0,0 0 37 0,12-3 63 0</inkml:trace>
  <inkml:trace contextRef="#ctx0" brushRef="#br0" timeOffset="82740.89">7238 5704 328 0,'8'-8'449'0,"-2"4"77"0,-6-3 44 0,0 0-37 15,-6 4-47-15,6-1-24 0,-8 0 1 0,2-3 2 0,6 7-15 0,-6 0-30 16,-1 0-54-1,1 0-71-15,-1 7-80 0,0 1-74 0,-5 2-57 0,6 1-42 0,-2 4-20 16,2 3-9 0,-7 1-5-16,6 3-7 0,1 0-1 0,6-1-4 15,-7 2 1-15,7-2-5 0,0-2 1 0,7-1 2 16,-7-3-2-16,0-4 3 0,0 0 2 16,6-4 2-16,1-3-9 0,0 0 4 0,-1-4-2 15,0-4 3-15,8-4 0 0,-8-2-5 0,0-1 3 16,1-4-15-16,0-4-18 0,-1 1-24 0,1 3-29 15,-1-3-21-15,-6-4-11 0,0 8-2 0,6-5 14 16,2 4 12-16,-8 5 30 0,6 3 28 0,-6-1 14 16,0 4 4-16,0 4 4 0,0 0 8 15,0 4-4-15,6 4-21 0,1 3 9 0,-7 4 0 0,7-5-26 0,-7 5-37 0,6-4-57 16,-6 3-53-16,6-3-81 16,-6 1-67-16,7-2-39 15,-7-3-20-15,6-3-4 0,-6-4 7 0,7 0 6 16,0-4-2-16,-7 4-4 0,6-7 13 0,-6-3 35 15,0-5 52-15</inkml:trace>
  <inkml:trace contextRef="#ctx0" brushRef="#br0" timeOffset="83407.47">7330 5700 221 0,'0'-8'326'0,"0"5"21"0,0-1-11 31,0 4-29-31,0 0-40 0,0 7-42 0,7 1-28 16,-7 3-10-16,6 4 0 0,0 3 17 0,1 5 3 15,-7-2 4-15,7 4 1 0,-7 4-15 0,0-2-25 0,0 2-43 0,6-3-31 0,-6-4-31 16,7-1-30-1,-7-2-19-15,6-5-8 0,-6 1-2 0,6-8-2 16,-6 1 1-16,0-4 4 0,8-8 2 16,-8 0 3-16,6-7-4 0,-6 0-2 0,6-3 0 15,-6-5-6-15,0 1-4 0,6-4-10 0,1 0-5 16,-7 4-4-16,7-4-10 0,-7 3-7 16,6 1-6-16,-6 3-6 0,0 1-4 0,7 3-5 15,-7 3-5-15,0 1-3 0,6 0-10 0,-6 7-11 16,0-3-9-16,7 6-10 0,-7 0-11 0,7 1-11 15,-1 7-7-15,-6-3-1 0,6 2-3 16,0 1-3-16,-6-3 0 0,8 3-8 0,-2-5 6 16,0 6 7-16,1-5 13 0,-1-3 12 0,1 3 20 15,6 0 23-15,-7-7 8 0,8 4 6 0,-8-4 5 16,0-4 5-16,8 4 1 0,-8-3 10 16,1-4 17-16,-1-1 21 0,0 1 19 0,1-1 19 15,-7 2 19-15,7-6 15 0,-7 1 15 0,0 4 14 16,0-4 9-16,-7 0 20 0,7 4 18 15,-7-1 16-15,7 2 15 0,-6-3 22 0,6 3 29 16,-6 2 20-16,6 0 12 0,-7 4-14 0,1 0-25 16,6 4-45-16,-7 0-45 0,0 7-49 0,1 3-44 15,0 1-20-15,6-1-15 0,-7 8-5 16,7-4-7-16,-7 1 3 0,7-1 0 0,7 1-4 0,-7-4 2 16,7-1 3-16,-7-3-1 0,6 0-4 15,-6-3 0-15,6-6 6 0,1 2 5 0,-7 0 7 16,7-8 7-16,-1 0 0 0,1-3 2 15,-1 0-3-15,-6-8-5 0,6 5-5 0,-6-5 2 16,7 4-21-16,-7-4 3 0,7 1 2 0,-7 2 5 16,0 1-4-16,0 5-10 0,0 2 18 0,6 0-6 15,-6 0-3-15,0 8-7 0,6 0 4 0,2 2 0 16,-2 6 9-16,-6 3 18 0,6 2 23 0,1 6 38 16,-1 6 37-16,1 0 52 0,-7 4 39 15,13 3 22-15,-7 2-2 0,-6 1-22 0,0 2-18 16,0 0-52-16,-6-4-50 0,-1-1-37 0,1-3-20 15,-7-4-15-15,6 1-27 16,-5-8-32-16,-2 4-74 0,-6-9-117 0,1 3-155 0,-1-6-150 16,1-7-171-16,-7 1-170 0,0-6-31 0,6-2 60 15,-6-2 121-15,7-2 135 0,-1-7 170 0</inkml:trace>
  <inkml:trace contextRef="#ctx0" brushRef="#br0" timeOffset="83978.77">8235 5685 24 0,'0'-7'325'0,"0"-4"51"0,-6 4 43 0,0-4-28 0,6 4-69 0,-7-4-62 0,0 0-30 15,1 3-23-15,0 1-13 0,-1 0-9 0,1 3-17 16,-1 1-25-16,0 3-28 16,7 3-29-16,-6 3-27 0,0 2-32 0,6 7-15 0,0-4-9 0,0 7-6 15,0 1 0-15,6-1-5 16,0 4 8-16,1 0 3 0,6 0-1 15,-6 0 0-15,5-3-10 0,-5 2 6 0,6-2 0 0,-7-1 1 0,2 0 4 16,-8-4-31 0,6 2 28-16,-6-5 5 0,-6 0 14 0,6-8-5 15,-8 4-5-15,-4-3 23 0,-2-4-38 16,8-4-45-16,-7-3-63 0,-7 4-47 0,8-4-51 16,4-5-44-16,-4 1-48 0,6-4-58 0,-1 5-76 15,0-2-13-15,1 1 21 0,-1 1 34 0,7-1 57 0</inkml:trace>
  <inkml:trace contextRef="#ctx0" brushRef="#br0" timeOffset="84313.12">8275 5631 207 0,'0'0'399'15,"0"-4"51"1,0 8 27-16,0-1-79 0,0 0-107 16,-7 6-81-16,7 1-57 0,0 1-40 0,0 0-26 0,0 3-17 15,7-2-15-15,0 3-11 0,-1-5-11 0,6 2-8 16,2-1-9-16,-1-5-4 15,0 3 0-15,0-6-3 0,0-3 0 0,0 0-1 0,0-3 2 0,0-6 0 0,0 3-2 16,0-5-1 0,-6-1 0-16,-1 2 0 0,-6-5-3 0,0 0-1 15,0 1-2-15,0-1 7 0,0 4 0 16,0-1 9-16,-6 2 13 0,6 3 15 0,-7 3 11 16,1 0-3-16,-7 8-3 0,6 0-5 0,-6 3-12 0,6 8-18 0,-5-1-9 0,5 5-2 31,0 2-3-31,1 2-1 0,0 2-4 0,-1 1 3 0,7 0-2 0,0-1 0 0,0 0 0 15,7-2-1 1,-1-6-3-16,0 2-5 0,8 0-19 0,-2-5-33 0,2-6-42 0,-1 2-44 0,6-5-47 16,0-5-42-1,1-8-38-15,0-3-32 0,-1-4-42 16,1 1-41-16,-7-5-3 0,0 1 19 0,0-1 41 16</inkml:trace>
  <inkml:trace contextRef="#ctx0" brushRef="#br0" timeOffset="84517.63">8614 5634 198 0,'0'-11'373'15,"-6"0"56"-15,6 4 18 0,-8 2-59 0,2 5-95 16,-7 5-81-16,6-2-58 0,7 9-53 0,-6-1-42 16,-1 4-24-16,7-1-15 0,7 4-10 0,-7 0-6 15,6 1-3-15,8-1 0 0,-8 4-1 0,8 0-1 16,-2-3 0-16,-6 2-1 0,8-6 3 16,-8 3 0-16,7-3-2 0,-7-1 2 0,2-2 4 15,-8-1-1-15,0-4-1 0,0 1-1 0,-8-1 1 16,-4-4-2-16,5 4-3 0,-6-7-3 15,0 0-6-15,-7-3-12 0,8-1-25 0,-2-3-31 16,-5 4-38-16,6-9-35 0,6 5-64 0,-5-5-76 16,5 2-79-16,-6-1-23 0,6 0 9 0,7-1 24 15</inkml:trace>
  <inkml:trace contextRef="#ctx0" brushRef="#br0" timeOffset="84774.8">8724 5642 260 0,'7'4'380'0,"0"-1"45"0,-1 8 7 0,0 0-82 16,1 0-86-16,-7 3-63 0,7 1-43 0,-1 3-34 16,0-3-28-16,1 4-19 0,0-5-21 0,-1 1-14 15,7-1-10-15,-7-3-5 0,8 4-3 16,-8-7 2-16,0-2 10 0,8-2 12 16,-8 0 16-16,1-8 9 0,-1 0 2 0,1 0-2 15,-7-6-9-15,7-5-15 0,-7 4-24 0,6-7-24 0,-6 3-37 16,0-3-45-16,0-1-52 15,0 2-54-15,0-6-59 0,-6 9-79 0,6-5-105 16,0 8-49-16,-7 1 1 0,7 2 31 16,0 8 47-16</inkml:trace>
  <inkml:trace contextRef="#ctx0" brushRef="#br0" timeOffset="85149.15">8946 5546 105 0,'7'0'403'0,"-7"0"73"0,6 0 55 16,-6 4-30-16,6 0-106 0,-6 3-94 0,0 1-83 16,0 2-70-16,0 2-50 0,7-3-34 15,-7 7-25-15,7-1-14 0,-7 3-9 0,6 4-4 16,0-4 1-16,1 0-1 0,-7 1-3 0,0-1-2 16,7 1-1-16,-7-5-7 0,6 1 2 15,-6-4 6-15,7-4 7 0,-7 0 14 0,0-3 15 0,0 0 25 16,0-4 1-16,0 0-2 0,0-8-7 15,0 1-12-15,6 0-14 16,-6-4-17-16,6 0-11 0,1 0-3 16,0-4-6-16,-1 1-6 0,-6-1-2 0,6-4 1 0,2 8-1 0,-2 0-1 15,-6 1 5 1,6 2 4-16,1 4 8 0,-1 1 7 0,1 3 8 16,-1 3 15-16,1 5 5 0,-1-1 3 0,8 4-8 15,-8 0-8-15,0 4-5 0,1-1-18 0,6 5-6 0,-7 0-21 0,1-2-35 16,6-2-55-16,-6 3-64 15,-1 1-59-15,0-9-57 0,2 1-34 0,4 1-17 0,-5-5-11 0,6-7-25 16,0 0-27 0,-1 0 13-16,2-4 22 0,-1-3 41 0</inkml:trace>
  <inkml:trace contextRef="#ctx0" brushRef="#br0" timeOffset="85515.6">9454 5678 46 0,'0'-15'351'0,"0"4"68"0,0 1 66 15,0 2-6-15,-7 1-39 0,7 0-55 0,-6 3-42 16,0 0-36-16,0 0-50 0,-2 8-50 0,-4 0-57 31,5 3-36-31,1 1-40 0,-1 3-34 0,0 3-17 16,1 1-15-16,0 3-4 0,-1 0-3 0,0 4-5 15,1-3-3-15,6 0-7 0,0-2-5 0,0-2-8 0,0 3-7 0,0-7-10 0,0 1-15 16,6-6-14-16,-6-2-9 0,7-4 6 16,0 0 8-1,-7-4-1-15,6 0 12 0,0-6 16 0,-6-1 13 16,7-4 1-16,0 1 1 0,-7-1 14 15,6-4 7-15,1 5 4 0,-7-1-1 0,6 5-1 16,0 2 0-16,2 1 2 0,-2 3 0 0,-6 4 3 16,6 4 5-16,0-1-2 0,1 9 2 0,0 2 0 15,-1 1 3-15,-6 4-1 0,7-2-1 16,-7 9 3-16,0 0 1 0,0-1-3 0,0 0 0 0,0-2-4 0,-7 2-2 0,7 2-3 16,-6-6-1-1,-1 1-2-15,0-4-2 0,-5-4 0 0,6 2-1 16,-2-5-10-16,-4 0-23 0,5-8-34 15,-6 2-43-15,6-5-45 0,-5-5-50 0,5-2-40 0,0-4-62 0,1 0-78 0,0-3-45 0,6-5 0 32,0 1 29-32,6-1 36 0</inkml:trace>
  <inkml:trace contextRef="#ctx0" brushRef="#br0" timeOffset="85934.91">9735 5586 43 0,'6'-11'380'0,"0"-3"83"0,1 7 84 0,-7-5 28 0,0 5-60 16,-7 4-36-16,1-4-41 0,0 3-40 0,-2 4-60 16,2-5-59-16,0 10-58 0,-7-1-67 0,6-1-53 15,1 8-39-15,-7 0-30 0,7 3-13 0,-2 5-17 16,-4-2 1-16,12 6-2 0,-14 0-3 16,14-2 6-16,-6 1-6 0,0-4 3 0,-1 4-2 15,7-7-2-15,0 4 1 0,-6-9-4 0,6 1 2 16,6-3-5-16,-6-1 0 0,0-3-4 15,7-4-1-15,-7 0-6 0,6-4-5 0,0 1-7 16,1-5-14-16,0 1-15 0,-7-4-14 0,6-1-11 16,0 2-13-16,2-2 6 0,-2 5 1 15,0 4 6-15,1-2 11 0,-1 5 14 0,1 0 14 0,0 8 6 16,-1-1 15-16,0 1 14 0,0 6 6 0,2 5 6 16,-8 0 1-16,6 2 2 0,-6-2 0 15,0 2-6-15,0 5 0 0,0 0 2 0,-6-1 0 16,6-3 1-16,-8 4 3 0,8-8 3 0,-6 4-3 15,0-3-1-15,0-5-2 0,-1-2 3 16,0-5-17-16,-6 1-27 0,7-6-38 16,0-2-47-16,-2-7-51 0,-4 0-55 0,12-4-43 15,-7-7-29-15,0-4-41 0,7 0-60 0,0 0-52 16,-6-4 1-16,12 1 28 0,-6-1 42 0</inkml:trace>
  <inkml:trace contextRef="#ctx0" brushRef="#br0" timeOffset="86163.64">9786 5571 83 0,'14'-10'387'0,"-8"6"73"0,0-3 60 16,1-1-14-16,-7 5-92 0,0 3-86 0,7 0-76 15,-7 3-66-15,6 1-52 0,-6 7-40 0,7 1-30 16,-1 2-14-16,1 1-6 0,-7 3-2 16,13 0-6-16,-7-3-6 0,8 3-9 0,-8-3-7 15,7-1-2-15,-7-3 8 0,7-3 17 0,-6-4 17 16,6-2 23-16,-6-2 18 0,5-2-2 15,-5-6-12-15,0 1-20 0,-1-8-21 0,0 1-36 16,-6-1-58-16,7-3-66 0,-7-4-75 0,0 2-86 16,-7-1-88-16,7-1-136 0,-6 4-85 0,0 0-5 15,6-1 40-15,-7 4 69 0,7 5 80 0</inkml:trace>
  <inkml:trace contextRef="#ctx0" brushRef="#br0" timeOffset="86621.27">10092 5334 229 0,'0'-7'408'0,"0"2"54"0,0 3 43 0,0 2-73 0,0 0-94 16,0 0-77-16,0 7-56 0,0 0-40 0,0 4-40 16,0 3-31-16,0 5-24 15,8 3-7-15,-8 3-10 0,6 0-5 16,-6 4-5-16,0 2-2 0,6 1-8 0,-6 1-10 0,6 0-7 0,-6-4-5 16,8 1-6-16,-8-8-5 0,0 0 1 15,0 0 1-15,6-7 3 0,-6 0 1 16,6-5 8-16,-6-2 16 0,0-5 8 15,0-3 7-15,0 0 3 0,7-7 0 0,-7-3-6 16,6-5-14-16,-6-4-12 0,7 1-8 0,0-1-8 16,-1-2-6-16,-6-2-7 0,0 5-7 15,6 0-4-15,2 2-3 0,4 7-2 0,-6-3 4 0,1 4 5 0,0 6 7 16,-1-3 14-16,1 5-2 0,-1 5 0 0,0 1-6 16,8 2-8-16,-8 3-16 0,0 3-32 0,2 1-31 15,-2-1-43 1,0-2-44-16,1 2-50 0,-1-2-53 0,1-2-76 15,-7 1-100-15,7 0-28 0,-7 1 13 0,6-5 38 16,-6-7 56-16</inkml:trace>
  <inkml:trace contextRef="#ctx0" brushRef="#br0" timeOffset="87022.19">10341 5462 232 0,'6'4'368'0,"-6"3"37"0,6-1 11 15,-6 2-84-15,7 4-89 0,-1 2-58 0,1 5-33 16,0-5-27-16,-1 9-19 0,0-6-19 0,1 5-17 16,6-3-19-16,0 3-17 0,-6-4-12 15,-1-3-8-15,-6-1-5 16,7-3-2-16,-7 1-2 0,0-5 0 0,0 0 7 16,6-7-7-16,-6 0 4 0,0 0 0 0,0-7 2 0,0 0-2 0,0-5-6 15,0 1 7 1,0-3-6-16,0-5-5 0,0 2-4 0,0 2-6 15,6 0-10-15,-6-3-12 0,7 3-10 16,-7 3-9-16,7-2-7 0,-7 3-1 0,6 0 6 0,0 4 6 16,2 0 10-16,-8-1 11 0,6 8 9 0,0 0 7 0,1 3 6 15,-1 6 6-15,1 1 5 16,-7 1 1-16,13 4 0 0,-13-1 0 0,6 2 0 0,0 1-5 0,2-2-3 16,-2-1-6-16,0 5-15 0,1-4-15 15,0-1-24-15,-1-3-23 16,0-3-27-16,1-1-33 0,-7-3-40 0,6 0-46 15,-6-4-48-15,0 0-48 0,0 0-10 16,0 0 19-16,0-12 40 0</inkml:trace>
  <inkml:trace contextRef="#ctx0" brushRef="#br0" timeOffset="87406.29">10706 5521 270 0,'6'0'380'0,"-6"0"50"0,6 7-12 16,-6-3-53-16,0 6-83 0,0-2-76 0,0 3-57 15,7 3-48-15,-7 2-32 0,0-2-25 0,7 1-6 16,-1-1-8-16,0 1-7 0,1-4-3 0,-1 4-7 15,1-5-6 1,0 1-12-16,-1 0 0 0,0 1 2 0,1-5-4 0,0-4 2 0,-1-3-3 16,0-3-11-16,1-2-14 0,0 3-13 0,-1-10-11 15,1 1-13 1,-1 0-7-16,-6-3 0 0,0-1 2 16,0 1 3-16,0-1 1 0,0-4 6 0,-6 5 11 0,6-1 12 0,0 0 15 15,0 5 17-15,-7-2 17 16,7 5 13-16,0 0 9 0,0 4 9 15,0 3 5-15,0 0 8 0,0 3 6 0,0 4 4 16,7 0 5-16,-7 1 3 0,6 6-3 0,-6 1 3 16,6 4 7-16,2 3 15 0,-2 0 14 0,0 3 18 15,-6 0 18-15,6 2 6 0,1 6-6 0,-7-4-21 0,7 0-23 0,-1 1-26 16,-6-1-26 0,7 0-17-16,-7-3-13 0,6-1-10 0,-6-7-2 15,0 5-3-15,0-9 2 0,-6 1-12 0,6 0-27 16,-7-8-30-16,1 0-44 0,-1-7-46 15,0 0-52-15,-5-7-47 0,6 0-38 0,-2-8-66 16,2 0-76-16,-7 1-30 0,7-9 9 0,6 5 35 16,0-4 53-16</inkml:trace>
  <inkml:trace contextRef="#ctx0" brushRef="#br0" timeOffset="87704.19">11213 5473 254 0,'0'-7'422'0,"0"-1"75"0,0 0 44 0,-6 6-61 0,0-3-84 0,6 5-73 0,-7 0-65 15,1 7-65-15,-1 1-52 0,0 0-45 0,1 5-37 16,-8 4-25-16,8-3-19 0,-6 4-9 16,5 0-16-16,0-3-10 0,1-1-13 0,-1 2-15 15,7-9-11-15,0 3-15 0,0-6-13 0,0 0-5 16,0 0-5-16,7-8 2 0,-1 0 4 15,1 0 11-15,-7-4 18 0,7 2 14 0,-1-2 15 16,6 1 11-16,-4-1 10 0,-2 6 5 0,7-6 3 16,-6 8 2-16,-1 0 2 0,1 3 5 0,-1 2 5 15,-6 1 7-15,6 2 5 0,1 3 6 16,-7 0-4-16,0 0-10 0,7 0-25 16,-7-1-51-16,0 2-64 0,6-1-94 0,-6-4-139 0,0-7-88 15,0 0-31-15,6 8 19 0,1-5 44 0</inkml:trace>
  <inkml:trace contextRef="#ctx0" brushRef="#br0" timeOffset="87985.43">11898 5117 387 0,'-7'-7'549'0,"-6"4"75"16,7-5 38-16,-1 1-99 0,7-5-162 0,0 2-144 15,0 3-107-15,7-5-73 0,-1 2-38 16,7 3-20-16,0-1-5 0,1 0-3 0,-2 8-4 0,1-3 4 16,7 6 6-16,-7 1 5 0,0 0 4 15,0 7 8-15,0 1 17 0,-7 2 6 0,1 3-3 16,-1 6-4-16,1 2-4 0,0 1-10 16,-7 4-15-16,0 2-12 0,0 1-20 0,-7 1-51 15,0-1-73-15,-6 3-84 0,7-3-96 0,0 0-123 16,-1 3-143-16,-6 1-37 0,7 0 25 15,-8 4 61-15,1-5 80 0</inkml:trace>
  <inkml:trace contextRef="#ctx0" brushRef="#br0" timeOffset="88142.73">12028 5978 55 0,'6'8'490'16,"1"-1"158"-16,-7-7 174 0,7 4 116 0,-14-1-73 15,7-3-108-15,0 4-134 0,-7-4-142 0,7 0-172 16,-6 0-127-16,6 0-132 0,-7-4-138 0,7 4-215 15,0-3-227 1,0 3-251-16,-12-4-169 0,5 1-42 0,-6 3 43 0,7-4 166 0,-8 4 199 16</inkml:trace>
  <inkml:trace contextRef="#ctx0" brushRef="#br0" timeOffset="89013.61">1459 7594 150 0,'14'-18'376'0,"-8"-5"55"0,0 2 50 0,1-1-39 0,-7 0-74 0,6 4-38 31,-12 0-8-31,6-2 8 0,-7 6 19 16,7-1 19-16,0 8 5 0,0 4-27 0,0 3-40 16,0 7-56-16,0 11-67 0,7 16-68 15,-7 6-52-15,6 7-28 0,1 16-18 16,-1 6-9-16,7 12 1 0,-7 6-2 0,8 5 1 16,-8 6-6-16,1-2-1 0,0 3 7 15,-7-3-1-15,0-1-3 0,0-8-5 16,0-3 8-16,-7-6-4 0,0-8-3 0,1-12 2 15,-8-7-15-15,8-10 5 0,-13-8-11 0,6-11 0 0,-6-8-5 0,-8-10-8 32,7-12 14-32,-6-2-8 0,6-9 2 0,1-7 4 15,0-3 6-15,6-4-1 0,-1 0 4 16,8-3 0-16,6-5 3 0,0 5 3 16,6-1-1-16,8 1-3 0,-1-1-26 0,6 1-53 15,0 2-72-15,1 1-98 0,6 0-87 16,7 4-77-16,0-4-51 0,-1 0-12 0,1 3-9 15,-1-2-1-15,1 2-4 16,-7 1 19-16,-6 0 42 0,6 4 49 0,-7-5 75 16</inkml:trace>
  <inkml:trace contextRef="#ctx0" brushRef="#br0" timeOffset="89347.46">1759 8045 19 0,'6'-18'281'0,"-6"-1"69"0,0 1 44 16,-6 3-3-16,0 4-29 0,-1 4-46 16,0-1-32-16,-6 4-26 0,7 4-28 15,-8 4-33-15,2 0-37 0,6 7-34 0,-8 4-39 0,8 3-25 0,6 7-27 0,-7 2-16 31,7 5-5-31,0-6-14 0,0 3-2 16,7 0-10-16,-1-3 7 0,0-3-1 16,8-5-1-16,-8-4 4 0,7-3 8 0,-6-4 2 15,6-7 1-15,0 0 2 0,0-11 0 16,-1 1-1-16,-4-5-6 0,4-7-5 16,-5 1-6-16,6-6 17 0,-6 1-7 0,-1 1-4 15,0-1 0-15,-6 3 7 0,6 6 5 16,2 3-17-16,-8 2 9 0,0 5 5 15,0 7-2-15,-8 7 0 0,8 5-2 16,0 6-2-16,-6 7-1 0,6 0 0 0,0 9 0 16,-6-5-7-16,0 4-17 0,6-3-27 15,0-5-33-15,-7 1-37 0,7-4-41 0,7-4-34 16,-7-3-32-16,0-7-16 0,6-1-17 16,0-7-24-16,0-7-23 0,2-1-19 15,-2-7-4-15,7-3 5 0,-6-4 24 0,-1 0 42 16</inkml:trace>
  <inkml:trace contextRef="#ctx0" brushRef="#br0" timeOffset="89659.04">1921 8107 225 0,'0'-14'304'16,"0"2"26"-16,0 5-13 0,0 7-39 16,0 0-61-16,0 11-64 0,0-1-50 15,-6 9-34-15,6 3-17 0,0 0-15 16,6-3-7-16,2 3-4 0,-8-5-7 0,12 2-4 16,-5-4-6-16,-1-1-2 0,1-3 1 15,0-3 3-15,5-5 8 0,-6-3 4 0,2-3 4 16,4-1-2-16,-5-6-2 0,0-2-4 0,6-2-6 15,-7-5-5-15,7 1-5 0,-6 3-3 0,5 1-1 16,-5-5 0-16,0 4-2 0,-1 4 0 0,7 4 5 16,-6 4 9-16,-1-1 10 0,7 4 13 0,1 7 12 15,-2 0 13-15,1 4 3 0,0 4 1 16,0 0-6-16,1-1-9 0,-2-2-11 0,2-1-12 16,5 0-3-16,-6-4-1 0,0 0 5 15,1-3 10-15,-2 0 14 0,1-4 30 0,0-4 12 0,-6 0 4 16,-1-3-3-16,0-5-11 0,-6-2-12 0,8-3-33 15,-2-3 0-15,-6-2-17 0,0-3-18 0,0 2-22 16,-6-2-34-16,-2 4-44 0,8-1-61 0,-6 3-41 16,6 4-40-16,-6 4-31 0,6 4-44 0,0 4-59 15,0 3-48-15,0 0-3 0,-7 7 24 0,7 7 36 16</inkml:trace>
  <inkml:trace contextRef="#ctx0" brushRef="#br0" timeOffset="90016.81">2560 8004 48 0,'0'-11'373'0,"-6"4"69"0,-1 0 52 15,1 3-13-15,-8 1-94 0,8 3-93 16,-14 0-83-16,14 7-62 0,-7 4-54 0,0-1-39 0,6 10-30 16,-5-7-15-16,5 10-4 0,0-1-6 0,7 0 1 15,-6 0-1-15,0-1 0 0,-1 1 1 0,7-2-2 16,0 1 2-16,0-6-2 0,0-4-1 0,7 0-1 15,-7-4-2-15,6-4-3 16,0-3-7-16,8-3-7 0,-8-4-8 0,0-1-6 16,8-6-11-16,-8-1-8 0,7-4-3 15,-7-3 1-15,8 0 5 0,-8 4 7 0,0 0 10 0,8-4 11 0,-8 7 10 0,1 3 4 16,-1 3 4 0,1 1 1-16,-7 0 1 0,7 8 1 0,-1 4 1 15,0 0 3-15,0 7 3 0,2 1 0 0,-2 2-3 0,0 1-10 0,1-1-21 0,-1 1-28 16,1-1-38-16,-7-2-38 0,7-2-57 0,-1 2-60 15,-6-5-65 1,0-7-50-16,0 0-4 0,0 0 17 0,0 0 46 0</inkml:trace>
  <inkml:trace contextRef="#ctx0" brushRef="#br0" timeOffset="90376.69">2710 7850 51 0,'6'-7'330'0,"1"0"40"0,-7 3 34 0,7 0-47 0,-1 8-85 16,0 3-73-16,2 4-48 0,-2 0-29 0,0 7-21 15,1 2-11 1,6 5-8-16,-7 0 2 0,7 8 6 0,-7-3 3 0,8 3 6 0,-8 0-5 16,1 0-5-1,-7-4-8-15,7 1-7 0,-7-5-1 0,0-4-4 0,6 2 8 0,-6-9 9 0,0 2 10 16,0-6 13-16,0-3 11 0,0-3 7 0,-6 0-8 16,6-4-14-16,0-4-19 0,0-3-22 0,0-7-29 31,0-2-20-31,0 2-11 0,6-4-4 0,0-4 0 0,-6 2-5 0,7-1-2 0,-1-1-1 0,8 0-6 31,-8 1-7-31,8 2-11 0,-2 3 0 0,1 3 1 16,0 1 0-16,6 6 2 0,-5 1 7 0,-1 5 11 15,0 5 5-15,0 1 4 0,-7 6 9 0,1 1 12 0,0 7 7 0,-7-5 31 0,0 3-9 0,0 0-5 32,-7 1-5-32,7 3-9 0,-13-5-8 0,6 2-32 15,1-1 11-15,0-3 0 0,-8-4 3 0,8 3-8 16,-8-3-23-16,8 0-44 0,-7-3-63 0,7-1-65 15,-1 0-72-15,1-3-73 0,6-1-71 0,0-3-98 16,0 0-49-16,0 0 7 0,0 0 43 0,0 0 61 16,13-3 89-16</inkml:trace>
  <inkml:trace contextRef="#ctx0" brushRef="#br0" timeOffset="90561.95">3518 8095 442 0,'13'0'621'0,"-6"0"151"0,-1 5 131 0,-6-5-41 16,0 3-106-16,0 1-129 0,0 3-138 0,0-3-146 16,0 0-132-16,0-1-99 0,0-3-74 0,0 4-69 15,0-1-89-15,0-3-104 0,7 4-117 0,-7 0-127 16,0-1-103-16,-7 5-88 0,7-1-73 0,0-7-21 16,0 7 53-16,-6 5 93 0,6-4 101 0,0 2 113 15</inkml:trace>
  <inkml:trace contextRef="#ctx0" brushRef="#br0" timeOffset="90701.48">3571 8301 4 0,'6'11'415'0,"0"0"117"16,-6-3 123-16,7-2 112 0,-7 2-10 0,6-1-28 0,-6-3-46 16,0 0-73-16,-6 0-98 0,12-1-125 15,-6-3-126-15,0 4-135 0,-6-4-152 0,6 0-199 16,0-4-241-16,-13 1-272 0,13-5-205 0,-6 1-81 16,-2-5 18-16,8 2 122 0,0-9 201 0,0 1 255 15</inkml:trace>
  <inkml:trace contextRef="#ctx0" brushRef="#br0" timeOffset="94967.49">5089 7700 75 0,'0'-7'416'16,"6"0"84"-16,-6 3 77 0,0 0 25 0,0 4-86 0,0-4-80 0,0 4-69 15,6 4-68-15,-6-4-69 0,0 8-51 0,0-1-53 16,0 8-41-16,7 3-31 0,-7 8-18 0,6 0-5 16,-6 6-14-16,0 8 0 0,0 1-4 15,0 3-4-15,0 0 1 0,0-1-2 0,0 1-16 16,-6-3-36-16,6-5-53 0,0-2-66 0,6-5-74 16,-6-7-75-16,0-7-67 0,7-5-56 0,0-2-63 15,-7-8-51-15,6-8 12 0,8-2 42 16,-2-5 59-16,8-7 78 0</inkml:trace>
  <inkml:trace contextRef="#ctx0" brushRef="#br0" timeOffset="95300.97">5330 7745 223 0,'6'-12'448'0,"-6"5"79"0,-6-1 65 16,-1 8-43-16,0 0-99 0,1 8-81 0,-8 6-62 15,8 4-60-15,0 2-45 0,0 9-51 0,-1-4-41 16,7 8-40-16,0 1-28 0,7 2-17 0,-7 4-19 15,6-7-3-15,0 4 2 0,8-4 0 0,-2-4-1 16,2-7 2-16,-1 0 0 0,-1-8-6 0,8 0 0 16,-6-6 1-16,-2-4 0 15,1-4-6-15,1-6 4 0,-2-2 1 0,-6-4-3 16,8-2-2-16,-8-1 2 0,-6-3 0 0,0-5-6 0,0 2 1 16,0 3 1-16,-6-1 3 15,0 4-1-15,-2 1 0 0,2 3 4 0,0 7 2 0,-7 1 2 16,0 6-4-16,6 4-1 0,-5 8 2 15,-2 3-3-15,2 1-1 0,-2 7-8 16,1-4-18-16,7 0-38 0,-1-1-52 0,0 1-54 0,7-2-61 0,-6-6-51 16,6 1-42-16,6-5-35 0,-6-2-44 15,0-8-68-15,0 0-6 0,14 0 25 0,-1-8 42 16,-1 0 65-16</inkml:trace>
  <inkml:trace contextRef="#ctx0" brushRef="#br0" timeOffset="95569.33">5558 7865 311 0,'6'-22'430'0,"-6"7"74"16,7 5 42-16,-7-1-47 0,0 3-59 0,-7 1-60 16,7 3-59-16,-6 4-64 15,6 4-68-15,0-1-61 0,0 5-58 0,0-1-35 0,0 1-21 16,0 6-10-16,6 1-5 0,1 3-4 0,6 0 0 16,-1 7-1-16,2 2 4 15,-1 2 1-15,-7-3 3 0,7 4 2 0,0-5-1 0,-6 0 5 16,6 0-2-16,-7-2 4 0,1-1 4 0,0-4 9 15,-7 1 2-15,6-5 2 16,-12-3 3-16,6 1-7 0,-7-2-8 0,7-2-13 16,-13-5-22-16,7-3-47 0,-8-3-67 0,1-1-69 0,-6-8-72 0,6 6-69 15,-1-9-67-15,-5-1-80 0,6-5-49 16,-6 3 13-16,5-4 41 0,2-3 59 0,-2-2 77 16</inkml:trace>
  <inkml:trace contextRef="#ctx0" brushRef="#br0" timeOffset="95745.81">5499 7715 205 0,'6'-7'427'0,"8"2"68"0,-2-1 63 0,-5 2-38 16,6 4-92-16,0-4-76 15,7 4-57-15,-8 0-55 0,8 0-52 16,0 4-53-16,6-4-44 0,0 4-33 0,0-1-25 0,0 5-18 0,0-1-24 0,0 4-54 16,-7-4-81-16,8 5-94 0,-8-5-101 15,-6 4-157-15,1-8-105 0,-2 5-14 16,-5-4 44-16,0-1 73 15,-7-3 93-15</inkml:trace>
  <inkml:trace contextRef="#ctx0" brushRef="#br0" timeOffset="96063.39">4704 8514 114 0,'0'17'392'0,"6"-5"64"0,1 2 54 0,6 1-15 0,6-3-93 16,7 2-64-1,1-3-25-15,11-5-18 0,9 2-16 0,5-4-17 0,-1 0-23 0,8 0-35 0,6-4-43 16,1 0-43-16,-1-4-39 0,6 0-30 15,-6 0-24-15,8 1-14 0,-8-2-10 0,0 5-1 0,0-2-4 32,-7 2-19-32,-5 0-39 0,-2 0-69 0,-5 0-91 15,-13 0-92-15,-1 0-87 0,-12 2-94 0,-7 3-123 16,-13-5-19-16,0 0 45 0,0 0 65 0,0 3 79 0</inkml:trace>
  <inkml:trace contextRef="#ctx0" brushRef="#br0" timeOffset="96323.07">5154 9030 297 0,'6'-4'460'16,"7"-3"53"-16,-6 7 39 0,-1 0-75 15,1 0-104-15,-1 7-86 0,8 5-59 0,-8-1-40 16,0 7-32-16,8 4-37 0,-8 0-36 0,7 3-34 16,-7 8-26-16,1-3-14 0,6 3-16 0,-7-1-42 15,0 1-66-15,-6-3-73 0,0-1-71 0,8-7-102 16,-8 0-137-16,-8-8-60 0,8 1 9 16,-6-4 49-16,6-11 64 0</inkml:trace>
  <inkml:trace contextRef="#ctx0" brushRef="#br0" timeOffset="96615.84">5499 9030 136 0,'13'-15'501'0,"-6"1"132"0,-1 3 117 0,-6 7 51 16,0 0-99-16,0 4-121 0,-6 4-120 16,-1 3-120-16,7 8-109 0,-7 1-95 0,1 5-61 0,6 1-32 15,-6 0-23-15,6 7-10 0,6-3-10 16,0 4-1-16,1-1-3 0,6-4-2 0,-7 4 0 15,8-3-3-15,-1-1 3 0,6-2 4 16,-6 2 3-16,1-3 5 0,5 0 8 0,-6-4 12 16,-7 1 11-16,7-1 9 0,-6-4 10 15,6 2 4-15,-13-5 2 0,6-4 1 0,-6 0-8 0,0 1-10 16,0-1-13-16,-6-4-18 0,-7 1-10 16,6-4-34-16,-12 0-59 0,6-4-77 15,-6 1-103-15,-1-4-104 0,7 3-106 0,-7-7-70 16,0-3-49-16,1-1-61 0,6-7-11 0,-6-1 47 15,5 1 74-15,2-7 78 0,-2 0 95 0</inkml:trace>
  <inkml:trace contextRef="#ctx0" brushRef="#br0" timeOffset="96774.01">5531 8968 382 0,'14'-11'501'0,"5"3"89"0,-6-2 82 16,0 3-68-16,1 3-74 0,-2-4-82 0,8 8-76 15,-7-3-73-15,0 3-79 0,6 3-76 0,-5-3-53 16,5 4-35-16,1-4-21 0,6 4-16 0,0 0-27 15,-1-4-72-15,2 3-116 0,-8-3-119 16,8 0-116-16,-8 0-158 16,-6 0-133-16,0-3-10 0,7-5 69 0,-8 1 96 15,2-4 102-15</inkml:trace>
  <inkml:trace contextRef="#ctx0" brushRef="#br0" timeOffset="97041.24">6717 8246 494 0,'0'0'653'0,"-6"4"122"16,6-1 101-16,0 1-88 0,0-4-155 0,0 0-163 15,6 4-139-15,-6-4-109 0,6 0-91 0,8 0-48 16,-1 0-16-16,0 0-12 0,0 0-19 15,7 0-19-15,0 0-10 16,-8 3-22-16,8-3-68 0,-1 0-97 0,-5 5-110 16,-2-5-115-16,2 0-112 0,-8 0-123 0,-6 0-112 15,0 0 8-15,0 0 67 0,0 0 95 16,0 0 101-16</inkml:trace>
  <inkml:trace contextRef="#ctx0" brushRef="#br0" timeOffset="97208.45">6816 8444 345 0,'-14'14'607'0,"8"1"148"15,6-3 127-15,-6-2-14 0,-2-3-112 0,8 2-143 16,0-6-143-16,0 0-126 0,8 5-111 16,-2-8-77-16,6 0-49 0,8 3-24 0,-7-3-23 15,13 3-60-15,-6-3-104 0,0 0-169 16,-1 0-188-16,1 0-207 16,-1 0-220-16,1 5-79 0,-7-5 27 0,6 4 124 0,-5-1 165 0,5-3 192 15</inkml:trace>
  <inkml:trace contextRef="#ctx0" brushRef="#br0" timeOffset="97927.62">8144 7770 259 0,'0'0'512'0,"-6"0"139"0,6-4 151 0,-6 8 43 0,6-4-14 0,-7 0-32 0,7 4-40 0,0-4-73 16,-7 0-100-16,7 0-108 0,0-4-111 0,0 0-93 16,0 1-84-16,0-5-67 0,0 2-94 15,7-3-29-15,0-2 0 0,-1 4 0 0,0 0 0 16,8 0 0-16,-2 2 0 0,2 2 0 0,-1 0 0 16,6 6 0-16,-6 0 0 0,7 5 0 0,-1-1 0 15,1 8 0-15,0 1 0 0,-1 1 0 0,1 2 0 16,-1 3 0-16,-6 3 0 0,0 4 0 0,7 1 0 15,-7-1 0-15,0 0 0 0,-7-3 0 0,8-1 0 16,-8 2-105-16,0-9-130 0,1 1-135 16,-1-5-153-16,-6-3-150 0,7-7-113 15,-7-2-75-15,0-2-60 0,0 0-8 16,0 0 77-16,-7-10 131 0,7-1 133 0,0-5 129 16</inkml:trace>
  <inkml:trace contextRef="#ctx0" brushRef="#br0" timeOffset="98133.35">8523 7671 72 0,'-7'-7'474'0,"7"7"135"15,0-4 123-15,-7 8 84 0,1-1-66 0,-1 1-84 16,1 3-96-16,-7 4-103 16,0 3-107-16,-1 1-103 0,8 0-83 0,-13 7-63 0,6 1-52 0,0 2-32 15,-1 0-45-15,-5 5-59 0,6-1-87 16,0 0-110-16,-7-2-108 15,0-2-112-15,8 0-80 0,-8-3-63 0,7 0-61 0,1-7-8 0,-8-1 55 16,6-2 80-16,2-1 88 0,5-7 107 0</inkml:trace>
  <inkml:trace contextRef="#ctx0" brushRef="#br0" timeOffset="98379.2">7884 8301 291 0,'-6'11'464'16,"-8"-3"60"-16,8-1 46 0,6 1-80 0,0-1-107 16,6 0-75-16,1-4-55 0,12 1-21 0,1-4-7 0,13 0 0 0,6 0 5 15,-1-4-6-15,9 1-7 16,4-4-23-16,1 2-27 0,1-1-33 0,-1-2-41 0,-7 0-27 0,8 5-25 16,-8-1-20-1,1 2-14-15,-7 2-32 0,0 0-63 0,0 0-85 0,-6 2-96 0,-7-2-96 0,-1 0-102 31,-5 4-90-31,-6-1-101 0,-2-3-24 0,-12 0 39 0,0 0 71 0,0 0 86 0</inkml:trace>
  <inkml:trace contextRef="#ctx0" brushRef="#br0" timeOffset="99014.32">8125 8917 20 0,'0'-4'465'0,"0"-3"145"0,-7 4 135 0,1-2 119 0,-1-2-25 16,1 4-53-16,0-5-69 0,-8 4-84 0,8 0-96 16,0-3-112-16,6 3-106 0,-7-2-95 0,14-2-80 15,-7 1-60-15,6-1-42 0,6-3-24 16,2 4-12-16,-1-4-6 0,7 0-2 0,-2 1 1 0,2 1 2 16,0 3-1-16,-1 2 1 0,1 4-1 15,6 0 0-15,-13 0 0 0,1 7-1 16,4 5 2-16,-10-2 1 0,4 5 3 0,-12-1-3 0,0 8 3 15,0 4-1-15,0 3-1 0,-12 1 6 16,4 3-4-16,-4-4-3 0,-1 7-2 0,0-2 0 16,-6-5 0-16,11 4-8 0,-4-8 4 0,-2 2 4 15,8-2 0-15,0-6-1 0,-1-5-2 16,7-3-1-16,-6-5 1 0,12 6-3 0,-6-5 2 16,7-3 0-16,5 0 2 0,2-4 3 0,-2-4 0 15,2 0 2-15,-1-7-21 0,7 3-37 16,6-2-74-16,-7-1-101 0,1-7-131 0,-1-1-144 15,0 2-115-15,-5-6-81 0,5 0-23 0,-6 6-10 16,0-5 15-16,1-4 28 0,-2 1 75 16,-5 2 85-16,-1-2 80 0,1-1 100 0</inkml:trace>
  <inkml:trace contextRef="#ctx0" brushRef="#br0" timeOffset="99365.4">8523 8770 250 0,'6'-14'405'0,"-6"2"78"0,0 2 42 0,0 6-9 15,0 0-31-15,0 4-17 0,0 0 0 0,0 4-3 16,0 0-14-16,0 3-20 0,0 3-37 0,0 6-46 15,0 2-63-15,0 4-65 0,0-1-62 16,0 6-53-16,0 2-38 0,0-4-30 0,6 5-13 16,-6-5-10-16,7 1-5 0,-7-1-6 0,7-2-5 15,-1-5 0-15,-6-4-5 0,6 1-3 0,1-8 1 16,-1 0 0-16,1 1 0 0,0-8-7 0,-1-4-6 16,8-2-2-16,-8-6-16 0,6-3-9 15,2-2-12-15,-8-6-8 0,7 1-11 16,-7-4-5-16,2 1-3 0,-2-4 4 0,0 4 13 15,0-2 11-15,-6 6 20 0,8 2 15 0,-2 1 20 16,-6 3 22-16,6 4 18 0,-6 4 24 16,0 4 18-16,0 6 16 0,0 4 12 0,0 8-4 15,0-1-4-15,0 12-21 0,0 3-15 0,0 4-18 16,0 0-18-16,0 7-11 0,0 2-10 0,-6 1-3 0,6 1-9 16,0-4-9-16,0 0-37 15,-6 1-73-15,6-5-104 0,0-2-139 0,0-5-136 0,0-4-132 16,0-6-141-16,-8 3-85 0,8-8 22 0,0 1 94 15,-6-1 118-15,6-6 127 0</inkml:trace>
  <inkml:trace contextRef="#ctx0" brushRef="#br0" timeOffset="105298.34">13983 3012 107 0,'0'0'238'0,"0"-5"0"0,6 5-17 0,-6-3-25 16,0 3-32-16,0 0-34 15,7 0-31-15,-7 0-20 0,0 0-11 0,0 0-5 0,0 0-3 16,0 0 0-16,0 0 0 0,0-4-1 0,0 4 0 16,0 0-1-16,0 0 1 0,0 0 0 0,0-4 2 15,6 4 3-15,-6 0 5 0,6 0 7 0,-6-4 2 16,0 4 5-16,-6 0 4 0,6-3 2 15,-6-1 2-15,6 4-4 0,0-3 1 0,-7-2-7 16,7 5-3-16,-6-2-13 0,6-2-7 0,-7 0-6 16,7 0-9-16,-6-3-6 0,-1 3-3 0,7-2 3 15,-12 1 0-15,12-2 3 0,-8 0 6 0,-4 3 9 16,5-3 7-16,0 0 8 0,1-2 10 0,-7 3 1 16,7 2 5-1,-8-3-1-15,2-1-3 0,-2 4-1 0,8-3-11 0,-14 5 8 0,7-3-7 16,-7 2 3-16,2 3-6 0,4 0-7 0,-5 0-9 15,5 0-15 1,-4 0-11-16,4 3-8 0,-5 2-8 0,-1-3 0 0,7 5-6 0,-6 1 0 0,5 0-1 16,-5 3-4-1,6 0-1-15,0 3 0 0,-1 1 2 0,2-1-15 0,-1 9 8 0,-1-6 17 16,2 10 1 0,-2-6-6-16,2 6 2 0,-2-2 13 0,8 4-9 0,-7-4-15 0,7 5 1 0,-1-1 0 15,-6 0 1-15,7 4 2 0,6 1 0 16,-7-1 0-16,7 0 5 0,0-4 2 0,7 5-1 0,-1-2 0 31,0-3 2-31,8 0-1 0,-2-3-6 0,1 3 1 16,7-7 0-16,6 5 1 0,-6-6-3 0,5 1-23 0,2-4 10 0,-1 0 7 0,0-3-2 15,6-3 26-15,1-5-10 0,-1-5 20 0,1 2-12 16,-7 0-9-16,7-4-3 0,-1-4-35 0,1-2-7 31,-7-1-11-31,6-5-21 0,-12-3-15 0,6-3-16 16,1-4-10-16,-15 0 6 0,8-3 4 0,-1-2-1 0,-5-5-5 0,-2 3-11 0,2-8-14 31,-8 1-22-31,7-1-24 0,-6-4-17 0,-7 5-18 16,0-4-11-16,0 6-7 0,0 1-8 0,-7 1-35 15,-6 6-64-15,7 1-50 0,-8 6-7 0,-5 4 15 0,0 1 29 0</inkml:trace>
  <inkml:trace contextRef="#ctx0" brushRef="#br0" timeOffset="109243.63">4418 7674 203 0,'6'-10'276'0,"0"-5"-3"0,-6 1-30 0,7-1-45 0,-7 0-48 0,6 0-49 15,-6-3-19-15,0 3-18 0,0-3-5 16,0 3-3-16,0 1 2 0,0-1 6 15,0 1 6-15,7-1 8 0,-7 4 2 0,0 0 3 0,0 3-2 16,0 1-5-16,7 3-8 0,-7 1-10 16,0-1-10-16,0 4-8 0,0 0-9 0,0 4-7 15,0 3-7-15,-7 8-3 0,7-1 0 0,0 9-4 16,-7 3-4-16,1-1-2 0,6 8-5 16,-7 4-2-16,1 3-2 0,0 4-4 0,-1 3 3 0,-6 12 2 15,7 3 3-15,-2 4 2 0,2 4 5 0,-7 6 0 16,7 1 0-16,-8 8 1 0,2-1 0 15,6 8-2-15,-8-1-4 0,1 4 0 16,6 1-1-16,1 0 4 0,-7 2-1 16,7-2-1-16,-1-2-2 0,7-2-4 0,-7-5-1 0,7 3-7 0,0-3 1 15,7-7 4-15,0 1 0 0,-1-4 2 0,7-1 3 16,0-10-4-16,0 1-12 0,1-4-15 0,-2-5-17 16,8-7-22-16,-1 0-26 0,1-7-26 15,0-3-36-15,-1-5-53 0,7-2-102 0,-6-5-47 16,-1-4-8-16,1-4 12 15,6-5 36-15</inkml:trace>
  <inkml:trace contextRef="#ctx0" brushRef="#br0" timeOffset="109861.41">6281 7517 195 0,'6'-14'371'0,"-6"3"44"0,0 3 30 0,0-3-67 0,0 8-82 31,-6-1-59-31,6-1-45 0,0 5-35 16,-6 5-35-16,6 2-30 0,-8 4-31 0,2 8-22 16,6 2-11-16,-6 8 1 0,6 0 12 0,0 9 18 15,-7 9 30-15,7 12 26 0,7 14 30 0,-7 4 10 16,0 11 4-16,6 4-11 0,0 3-16 15,-6 4-19-15,8 0-28 0,-2 0-19 0,-6 3-19 16,6-3-13-16,-6-4-12 0,7-3-11 0,-7-4-4 16,0-7-6-16,0-4-3 0,0-8-6 0,-7 0 3 15,7-10-2-15,-6 1-2 0,0-14 2 16,-2 2 1-16,2-4 3 0,0-7-6 0,-1-4 4 16,1-4-8-16,-7-3-15 0,6-4-27 0,1-4-31 15,-8-7-39-15,8 0-49 0,-7-4-48 0,6-3-45 16,-5-11-40-16,5-1-41 0,1-6-83 0,-1-1-72 15,0-6-9-15,1-6 30 0,6-6 48 0,0-3 64 16</inkml:trace>
  <inkml:trace contextRef="#ctx0" brushRef="#br0" timeOffset="110257.64">6528 7400 213 0,'0'-18'474'0,"0"3"80"0,0 5 65 0,0-2-32 16,0 1-126-16,0 0-105 0,0-1-86 0,0 5-69 16,7-3-55-16,6 2-39 0,0-3-22 15,7 3-20-15,-1 6-16 0,-6-2-6 0,6 4-8 16,1 0-3-16,-6 4 4 0,5-2 14 0,-6 6 48 15,0 3 61-15,-1 0 62 0,-4 7 52 16,-2 5 39-16,-6-1 16 0,0 7-23 0,-6 0-45 16,-2 0-48-16,-4 2-39 0,6-2-46 0,-8 0-36 0,1 0-27 15,7-4-19-15,0-7-16 0,-2 2-20 16,8-6-3-16,-6 1-14 0,6-5 1 0,6 1 6 16,-6-3 3-16,8-5 6 0,4 1 6 0,1-4 11 15,7-4-4-15,0 1-8 0,-1-1-3 16,13 0-26-16,-6 0-77 0,1 4-140 0,-1-3-194 15,-6 3-198-15,-1-4-235 0,1 4-174 0,-1 4-30 16,-6-1 83-16,0 1 165 0,0 0 185 0</inkml:trace>
  <inkml:trace contextRef="#ctx0" brushRef="#br0" timeOffset="123082.59">5454 11389 237 0,'6'-7'342'0,"0"0"40"0,1 0-9 0,-7-1-48 16,7 0-49-16,-1-2-17 0,-6 6-1 0,0-4 9 15,0 1 14-15,7 5 10 0,-7-4-2 0,0 4-8 16,0 2-14-16,0-4-16 0,0 4-26 0,6-4-29 16,-6 4-24-16,0 0-26 0,-6 0-28 0,6 4-24 15,0-4-16-15,0 6-6 0,0 2-4 16,6-1 0-16,-6 9 1 0,6-2-4 0,-6 5-9 15,0 2-10-15,7 1-13 0,-7 4-12 0,7-1-9 16,-7 2-6-16,6-1-3 0,-6-1-3 0,6 0-4 16,-6 0-9-16,0-2-28 0,7-1-58 15,-7-7-89-15,7 0-102 0,-7-5-98 0,6 1-89 16,-6-7-57-16,0 0-25 0,0-4-16 0,0 0-30 16,0 0 22-16,0 0 51 0,7-12 67 15,-7 1 71-15</inkml:trace>
  <inkml:trace contextRef="#ctx0" brushRef="#br0" timeOffset="123365.21">5649 11375 200 0,'6'-7'364'16,"-6"-1"57"-16,7 0 20 0,-7 2-37 0,7 2-57 15,-7-3-31-15,0 2-20 0,0 2-24 0,0-1-21 0,0 4-24 16,0-2-36-16,0 4-38 0,0-2-35 15,0 4-31-15,0-1-40 0,0 5-13 16,0-4-4-16,0 6 1 0,0 2 8 0,-7 3 11 0,7-1 21 16,0 4-5-16,0 5-5 0,0-2-11 0,0 2-12 15,0 2-14-15,7 1-6 0,-7 0-9 0,0-1-8 16,0 0 1-16,6 0-7 0,-6 2-15 16,0-8-40-16,6 2-62 0,-6-10-75 0,7 3-74 15,-7-2-77-15,0-4-65 0,7-5-80 0,-7-3-77 16,0 0 0-16,0 0 33 0,0 0 59 0,0 0 68 15</inkml:trace>
  <inkml:trace contextRef="#ctx0" brushRef="#br0" timeOffset="123734.99">5239 11976 110 0,'-14'7'368'0,"2"1"54"0,4-6 50 0,2 2-40 0,0 0-89 0,-1 0-73 16,7-1-61 0,0 1-45-16,0-4-31 0,7 4-16 0,-1-4 6 0,0 0 23 0,14 0 23 0,0 3 19 15,6-3 9-15,7 0-3 0,-1-3-22 16,7 3-33-16,0-4-22 15,1 0-20-15,11 1-21 0,-5-1-25 0,-1 0-17 0,8 0-10 0,-1 2-14 16,1 2-10-16,-8-4 0 0,7 4 7 0,-7 4-2 16,1-4-6-16,-1 2 8 0,-5 2 7 0,-7 0-6 15,-1 3-10 1,1 1 2-16,-7-1-15 0,-7 0-47 0,1 2-63 0,0-7-68 0,-8 5-72 16,-5-2-77-16,-1 2-60 0,1-3-58 0,-7-4-82 15,0 0-34 1,0 0 25-16,0 7 45 0,-7 0 66 0</inkml:trace>
  <inkml:trace contextRef="#ctx0" brushRef="#br0" timeOffset="124569.6">5604 12759 277 0,'0'4'366'0,"6"0"44"0,-6 0-17 0,0 0-49 0,0-1-52 0,6-3-32 16,-6 4-21-16,0-4-10 0,0 0-4 15,7-4-1-15,-7 1-3 0,0-5-3 0,6-4 3 0,-6 5 8 16,7-3 3-16,-7-5-7 16,6 1-5-16,-6-5-13 0,7 4-18 0,-1-3-27 0,-6 0-27 15,7 4-22-15,0-6-18 16,-7 6-16-16,6-1-17 0,-6 4-5 0,0 5-10 0,0-3-11 0,0 6-6 16,6-4-7-16,-6 7-3 15,0 0-11-15,0 0-5 0,0 3 2 16,0 4-3-16,0 8 0 0,0 0-3 0,0 10 7 0,0 2 1 15,7 2 1-15,-7 4 1 0,0-1-1 0,0 5-7 0,0-4-3 16,0 4-1-16,7-4-2 0,-7 0-4 16,0-4-3-16,0 0 11 0,6-3-24 0,-6-4-48 0,0-3-85 15,0-5-107-15,0-3-124 0,6-5-127 16,-6 2-88-16,0-8-114 0,0 0-62 0,0 0 34 16,7-10 83-16,-1-2 101 0,1-3 101 0</inkml:trace>
  <inkml:trace contextRef="#ctx0" brushRef="#br0" timeOffset="125390.81">5108 11163 165 0,'0'-8'413'0,"6"4"71"0,-6 0 59 0,0 4-34 15,0 4-83-15,0 0-73 0,-6 6-57 0,6 10-39 16,0 1-32-16,-7 9-32 0,7 6-27 0,0 7-11 15,0 10 10-15,7 9-31 0,-7 8-23 0,6 10-18 16,-6 4-22-16,0 3-22 0,0 5-41 16,-6 8 4-16,6-2-7 0,0 2-4 0,-7 2 2 15,7-6 1-15,0 3-1 0,7-12-2 0,-1-3-1 16,1-7 0-16,6-8-9 0,1-6-5 0,4-8-10 16,2-7-23-16,-1-8-33 0,1-4-48 0,6-3-56 15,1-3-76-15,-1-8-60 16,6 0-62-16,-5-11-76 0,-1-4-109 15,-1-3-24-15,1-8 29 0,0 0 50 0,7-3 70 16</inkml:trace>
  <inkml:trace contextRef="#ctx0" brushRef="#br0" timeOffset="125757.96">6698 11110 350 0,'-7'-3'458'0,"1"3"49"0,-1 3 27 0,-5 5-103 15,4 3-108-15,-4 7-74 0,-2 4-42 16,8 11-12-16,-7 1 9 0,13 9 17 0,-6 5 17 15,6 11 9-15,0 6 14 0,6 5-4 0,1 7-17 16,5 7-24 0,2-3-30-16,-2-1-38 0,2 5-34 0,-1-5-31 0,-7 1-25 0,8 0-20 0,-8-8-14 15,0 1-3-15,0-8-27 0,2-5 7 0,-8-1 3 16,0-10-1-16,0-6-1 0,-8-3 5 16,2-5 15-1,-6-2-19-15,-2-9-22 0,1-4-42 0,1-5-39 16,-8-5-59-16,0-4-65 0,-6-7-71 0,7 0-74 15,-1-7-60-15,0-4-55 0,1-12-81 0,6 1-90 16,-6-7-3-16,5-4 45 0,8-6 76 16,-1-6 84-16</inkml:trace>
  <inkml:trace contextRef="#ctx0" brushRef="#br0" timeOffset="126327.33">7043 10456 197 0,'7'0'322'0,"-7"-5"41"0,0 1-10 0,0 4-38 0,0 0-50 0,0 0-38 0,0 0-14 32,0 0-20-32,0 0-13 0,0 0-6 0,0 0-10 15,0 0-11-15,0 0-17 0,0 0-15 16,0 0-16-16,0 0-17 0,6 0-15 0,-6-3-9 15,0 3-9-15,7 0 4 0,-1-4-6 0,1 4-8 16,-1-3-9-16,1-1-10 0,0 4-1 0,5-3-20 16,2 3-3-16,5 0 2 0,-6 0 0 0,0 3 7 15,-7-3 0-15,8 4 9 0,-8-1 17 0,0 4 27 16,1 2 37-16,0-3 39 0,-7 8 31 16,6 3 23-16,-6 0 2 0,-6 5-15 0,6 4-31 15,-14-1-37-15,8 4-33 0,0 4-29 0,-8 1-12 16,8-5-12-16,-7 4-3 0,6-4-5 0,7-3 0 15,-6 0-6-15,-1-9-6 0,7 2 1 0,0 0-1 16,0-9-2-16,7 2 0 0,-7-5 3 0,6 1 0 16,1-1-4-16,6-4 8 15,1 1-22-15,4-1 4 0,-4-3-3 0,5 4-37 16,-5-4-74-16,5 0-122 0,0 4-101 0,1-4-128 0,-1 4-136 16,1-1-160-16,-7 1-28 0,0 3 56 15,0 0 92-15,7 4 109 0</inkml:trace>
  <inkml:trace contextRef="#ctx0" brushRef="#br0" timeOffset="126560.35">7402 11451 235 0,'-6'12'485'0,"-2"-2"88"0,2-3 66 0,0 2-13 0,6-6-92 16,-7 5-84-16,7-5-83 0,0 1-74 0,0-1-49 15,0 1-73-15,7-4-59 0,5 0-48 16,-4 0-23-16,4 0-17 0,1-4-34 0,0 1-52 16,0 3-82-16,7 0-105 0,-14 0-107 0,8 0-127 15,-14 0-164-15,12 0-59 0,-12 0 25 0,13 0 76 16,-6 3 87-16</inkml:trace>
  <inkml:trace contextRef="#ctx0" brushRef="#br0" timeOffset="126711.95">7473 11822 288 0,'0'11'577'16,"-6"-4"133"-16,6 4 115 0,-6-4 9 0,6-3-95 16,-7 0-123-16,7-4-127 0,7 0-116 0,-7-4-107 15,6 0-91-15,6 1-69 16,2-5-65-16,-1 1-120 0,0 0-175 0,0 3-192 0,7-3-223 16,-8 3-202-16,2 0-87 0,-1 4 35 0,-1 0 128 15,8 0 167-15,-6 4 213 16</inkml:trace>
  <inkml:trace contextRef="#ctx0" brushRef="#br0" timeOffset="127229.82">8392 11364 369 0,'0'0'580'0,"-7"-4"137"0,1 1 126 0,0 3-20 0,-1-5-85 16,0 3-98 0,1-2-111-16,0 0-116 0,-1-3-115 15,7-1-95-15,0-4-71 0,0 2-56 16,0-1-34-16,7-4-22 0,-1 1-11 0,7 3-8 15,-6 0-4-15,5-1-4 0,2 2 1 0,-1 3 0 16,0-1 4-16,0 8 0 0,7 4 14 0,-8 0-5 16,8 3-1-16,-1 3-3 0,-5 6-2 15,5 2 1-15,-6 7-13 0,6-2 5 0,-5 6 4 0,-2-3 2 16,2 3 0-16,-8 0-7 0,7 0-22 16,-6-4-51-16,6 2-83 0,-1-5-112 0,-4-4-122 15,4 0-114-15,-6-7-87 0,2 0-70 16,-2-6-66-16,-6-5-5 0,0 0 57 0,0 0 88 15,6-5 94-15,1-6 110 0</inkml:trace>
  <inkml:trace contextRef="#ctx0" brushRef="#br0" timeOffset="127421.63">8770 11290 270 0,'0'-6'521'0,"0"-2"128"0,-6 0 124 15,6 5 19-15,-7-1-51 0,-6 0-60 0,7 4-73 16,-1 0-93-16,-6 4-102 0,6 0-107 0,-5 3-95 15,4 5-78-15,-4 2-59 0,-2 3-39 0,2 3-32 16,-1 2-48-16,-1 3-74 16,-4 0-105-16,4 2-128 0,-6 2-131 0,7-3-110 0,1-1-74 15,-2 1-62-15,2-1-59 0,-2-3 39 0,1 4 84 16,0-4 99-16,0 0 98 0</inkml:trace>
  <inkml:trace contextRef="#ctx0" brushRef="#br0" timeOffset="127631.36">8268 11947 292 0,'0'3'486'0,"-6"1"86"0,6-1 70 15,0-3-54-15,0 4-90 0,0-4-80 0,6-4-59 16,1 1-49-16,6-1-69 0,7-3-27 0,6-1-31 16,-1 1-34-16,1-3-31 0,7-2-37 0,-1 4 1 15,1-3-39-15,7 4-22 0,-8-1-14 0,-6 2-49 16,7 2-78-16,-7 0-108 15,-1 4-114-15,1 0-116 0,-6 0-145 0,0 0-128 16,-7 4-11-16,0 0 59 0,0 2 92 0,-7-2 101 0</inkml:trace>
  <inkml:trace contextRef="#ctx0" brushRef="#br0" timeOffset="128318.97">8399 12397 96 0,'-26'18'396'0,"0"-3"54"0,-1-1 42 0,7-3-21 16,2 1-109-16,-2-9-83 0,7 2-61 0,7-3-39 0,-2-4-33 15,2-3-30-15,6 2-28 0,6-9-29 0,2 5-23 16,-2-3-16-16,7-2-8 16,0 1 16-16,6 0-14 0,1 0-3 0,0 1-3 0,5-2 0 15,-5 5-2-15,0 3-21 0,-7 0 8 0,6 4 3 16,-6 4 4-16,1 4 6 0,-2 3 5 15,-5 3 13-15,-7 1 13 0,6 7 16 16,-6 3 18-16,-6 1 16 0,6 4 28 0,0-1 19 16,-7-4 7-16,7 1-1 0,0-4-11 0,0-8-9 15,0 1-25-15,0-3-27 0,7-5-17 0,-7-7-25 0,6 0-3 16,1-4-3-16,6 1-8 16,0-9-4-16,0 2-22 0,7-9-20 0,-1 2-55 0,-6-6-64 0,6-3-62 15,1 0-56-15,0 5-40 16,-7-4-15-16,7-2 7 0,-8 1 28 0,2 5 39 15,-2-5 46-15,1 5 50 0,-6 2 40 16,0-4 41-16,-1 5 33 0,-6 0 29 0,6 0 30 16,-6 3 28-16,7 5 36 0,-7 2 38 0,0-3 44 15,0 7 48-15,0 0 35 0,0 4 26 0,0 4 13 16,0 4 2-16,0-1-18 0,-7 7-35 0,7-3-37 16,-6 8-42-16,6-1-44 0,-6 5-35 0,6-2-23 15,0 4-20-15,0-2-15 0,0-1-7 16,6-1 0-16,-6 1-9 0,6-6-3 15,1 1 0-15,0-5 1 0,-1-1-2 0,0-5-3 0,8-1 5 0,-8-5-7 16,7-5-5-16,1-1-2 0,-2-2 3 16,1-3 0-16,-6-3-8 0,6-1-5 0,0-7-5 15,-6 4 27-15,5-4-27 16,-6 0-17-16,2 0-9 0,4-1-1 0,-5 1 6 16,-1 1-28-16,1-1 27 0,-7 3 21 0,7 5 16 15,-1-1 22-15,-6 3 26 0,0 10 23 0,6-3 22 16,-6 5 20-16,-6 7 20 0,6 1 17 0,0 7 3 15,0 3-3-15,-6 5-2 0,6 6-6 16,-7 0-8-16,7 11-20 0,-7 1-17 0,1 6-19 16,6 1-19-16,-7 3-21 0,7-2-29 15,-6-3-65-15,6-2-95 0,0-4-121 0,-6-3-127 0,6-4-120 16,0-8-147-16,0 1-108 0,0-7 2 0,0-5 73 16,0 5 103-16,0-9 112 0</inkml:trace>
  <inkml:trace contextRef="#ctx0" brushRef="#br0" timeOffset="129020.1">5564 13892 390 0,'20'-15'483'0,"-8"4"80"0,-4-1 56 0,-2 6-79 0,0 2-79 15,1 0-49-15,-7 4-25 0,6 8-26 0,-6 2-33 16,7 5-35-16,-1 4-33 0,-6 3-47 0,7 0-60 16,-1 3-42-16,-6 4-36 0,7 2-30 0,-7 0-20 15,7-1-12-15,-7 3-5 0,6-7-14 16,-6 3-15-16,0-4-43 0,0-3-70 0,6-7-102 15,-6-1-116-15,7-2-107 0,-7-5-93 0,7-3-94 16,-7-4-80-16,6-4 20 0,0-7 75 0,1-3 89 16,6-1 90-16</inkml:trace>
  <inkml:trace contextRef="#ctx0" brushRef="#br0" timeOffset="129404.58">5896 13969 50 0,'0'-8'437'0,"-6"5"115"0,6-1 107 16,-6 4 62-16,-1-4-44 0,-6 0-68 15,6 4-74-15,7-3-81 0,-6-1-83 0,0 1-79 16,6-1-96-16,0-3-71 0,0-1-50 0,6 0-30 16,0-1-26-16,1-3-19 0,6 4-3 0,0-3 2 15,0 5 0-15,6 1-4 0,1-2 0 0,-1 4 6 16,1 3 2-16,0 0 0 0,-1 3 4 16,-5 4 3-16,-2 4 3 0,2 4-4 15,-2 3 5-15,-5 5 2 0,-7 2-8 0,6 0-6 0,-12 1 0 16,6 3 12-16,-7 0-12 0,1-2-5 0,-8 2 4 15,8-3-3-15,-6-1 4 16,-2-3-11-16,1-3 9 0,0-1 5 0,0-3-5 16,1-4 1-16,4-4 3 0,-4-3-10 0,5-4-8 15,-6 0-10-15,6-8-3 0,7 5 8 0,0-5-11 16,0 5 6-16,0-5 10 0,0 5 9 16,7-5 5-16,0 4-1 0,6 1 6 0,-7-2 2 0,8 3 0 15,-2 2-6-15,1-4 0 0,7 4 2 16,0 4-5-16,-8-4 1 0,8 2-2 0,-7 3 2 15,7 2-16-15,-8-3-58 0,8 0-84 0,-7-4-108 16,0 3-113-16,0-3-109 0,0-3-76 16,-6-1-87-16,-1-4-58 0,8 0 27 0,-14 2 75 15,12-9 84-15,-5 5 82 0</inkml:trace>
  <inkml:trace contextRef="#ctx0" brushRef="#br0" timeOffset="129605.67">6385 13840 317 0,'7'-11'504'0,"-7"4"113"0,6 3 101 0,-6 4-25 0,0 0-61 0,0 4-68 0,0 3-70 16,0 4-97-16,0 3-79 0,0 1-79 15,-6 8-75-15,6-1-53 0,0 7-37 0,-7 0-21 16,7 8-27-16,0 0-26 0,0-1-50 0,-6 1-87 16,6-1-122-16,0 1-128 0,0 0-130 15,-7-4-140-15,7-4-143 0,0 0-15 0,-6 1 63 16,6-5 104-16,6-3 115 0</inkml:trace>
  <inkml:trace contextRef="#ctx0" brushRef="#br0" timeOffset="129939.42">5251 14947 220 0,'-6'0'470'0,"6"0"58"16,0 0 54-16,0 0-43 16,6 3-113-16,7-3-92 0,1 0-75 0,12-3-25 15,6 3-23-15,1 0-12 0,12 0-31 16,1-4-28-16,6 4-23 0,13-7-29 0,-6-1-27 15,6 1-27-15,6-1-14 0,-5 5-5 0,-1 3-4 16,1-3-2-16,-8 3-9 0,0 3 17 0,1-3-26 16,-7 3-44-16,-6 2-51 0,-7-2-62 15,0 4-59-15,-13 1-82 0,0-1-38 0,-6 4-29 16,-1-3-46-16,-13 2-74 0,2-3-30 0,-2 5 18 16,-6-1 36-16,0-1 57 0</inkml:trace>
  <inkml:trace contextRef="#ctx0" brushRef="#br0" timeOffset="130167.31">6164 15254 297 0,'0'-6'551'0,"0"6"138"0,0-5 120 0,0 5-12 15,0 5-98-15,0-3-116 0,-7 10-123 16,7 5-124-16,0 6-106 15,0 7-80-15,0 1-56 0,0 6-31 0,0 4-25 0,0 2-16 0,0 6-19 16,0-2-49-16,0 1-90 0,0-4-132 0,0 0-134 16,0-4-130-16,0-3-163 0,0-8-121 0,7-3 1 15,-7-4 83-15,6-4 112 0,7-7 119 0</inkml:trace>
  <inkml:trace contextRef="#ctx0" brushRef="#br0" timeOffset="130545.63">7154 14650 423 0,'0'0'558'0,"-7"0"111"0,7 0 74 15,-6 0-62-15,6 0-102 16,-7 0-111-16,7 0-116 0,7-5-110 15,-7 3-88-15,6 2-69 0,1 0-45 0,0-4-30 16,5 4-6-16,2-3 1 0,-2-5-2 0,8 0-7 0,-7 2-30 0,7-1-57 0,0-1-83 31,-8 0-97-31,1 4-91 0,1 1-82 0,-2-1-80 16,2 1-75-16,-14 3-24 0,0 0 40 0,6 7 63 16,0 0 71-16</inkml:trace>
  <inkml:trace contextRef="#ctx0" brushRef="#br0" timeOffset="130701.76">7317 14808 22 0,'0'18'389'0,"0"0"82"0,0-7 68 16,0 4 20-16,0-8-59 0,0 0-62 0,6 0-56 16,1-2-47-16,0-5-46 0,5 0-51 0,2-5-57 15,-1-2-56-15,-1 0-49 0,8 0-75 16,0-5-104-16,-1 5-124 0,7-3-128 0,-6-2-211 16,-1 1-131-16,1 5-30 0,-7-2 43 0,13-3 94 15,-6 4 113-15</inkml:trace>
  <inkml:trace contextRef="#ctx0" brushRef="#br0" timeOffset="131260.76">8366 14016 314 0,'-7'0'526'0,"7"0"118"0,0-3 105 0,-6 3-18 0,6-4-67 0,0-4-72 0,0 1-72 16,0 0-79-16,0-8-79 0,0 4-81 15,0-4-73-15,6 5-60 0,1-1-55 0,0 0-32 16,-1 3-25-16,7 2-19 16,-6 2-6-16,6 0 4 0,0 8 9 0,0 0 4 0,7 2 6 15,-8 5 11-15,8 4 3 0,-7 7-5 0,7-4-5 0,-1 8-5 16,-6-1-7-16,0 2-8 0,7 2-10 16,-8 0-8-16,2-3-26 0,-2-1-54 0,2 0-77 15,-8-2-99-15,7-5-111 0,-7-3-111 0,8-1-86 16,-8-6-48-16,0-5-21 15,-6 1-18-15,0-4-28 0,0 0 41 16,8-11 71-16,-8-1 76 0,0-2 88 0</inkml:trace>
  <inkml:trace contextRef="#ctx0" brushRef="#br0" timeOffset="131444.67">8731 13909 185 0,'7'-13'459'0,"-7"-3"111"0,0 9 107 15,0 0 25-15,0-1-39 0,-7 1-43 0,7 7-59 16,-7 0-76-16,1 3-82 0,-7 6-93 0,7 1-93 15,-8 5-75-15,2 3-57 0,-2 1-36 0,1 2-27 16,-7 5-15-16,8 0-37 0,-8 3-63 16,0 1-85-16,1-5-108 0,6 4-112 0,-13-3-113 15,13 3-80-15,-7-3-69 16,1-1-78-16,-1-2 19 0,1 2 67 0,-1-3 89 16,7-4 95-16</inkml:trace>
  <inkml:trace contextRef="#ctx0" brushRef="#br0" timeOffset="131629.26">8203 14636 289 0,'0'7'448'16,"0"4"60"-16,0-4 57 0,6-4-65 0,1 5-83 15,0-4-61-15,5-1-33 0,2-3-16 0,5-3-18 16,7-1-28-16,0-4-35 0,7 1-31 0,-1 0-40 16,1-4-36-16,7 0-39 0,-2-1-26 0,1 3-19 15,-6-3-16-15,7 4-56 0,-8 1-91 16,1-1-109-16,-1 6-121 0,-6-6-107 0,-7 8-157 15,1 0-97-15,0 0 4 0,-7 0 66 0,-1 4 91 16,2 2 98 0</inkml:trace>
  <inkml:trace contextRef="#ctx0" brushRef="#br0" timeOffset="132298.29">8399 15057 132 0,'-20'14'392'0,"0"-2"52"0,-5-2 41 0,5 1-39 16,6-3-98-16,-4-1-69 0,4 0-43 15,8-4-27-15,-1 5-18 0,-5-8-23 0,12 0-25 16,0 0-30-16,0-4-27 0,0 0-25 0,6 1-18 16,0-4-13-16,1 0-9 0,6-1-8 0,0 1-4 0,7 0 0 0,-8 0-3 0,8 3-1 31,-7 0-4-31,7 0 6 0,-8 8-8 0,2 0 14 0,-1 3 6 0,-7 4 8 0,1 7 9 15,-1 4 13 1,-6-1 26-16,7 9 7 0,-7-5 18 0,0 10 20 0,0-7 14 0,0 1-6 0,0-2-8 31,6-5-15-31,-6-1-16 0,0-6-22 0,6 0-16 16,2-4 0-16,-2-4 27 0,0-4-5 0,7-3 19 16,-6-3-13-16,12-4-11 0,-5-4-12 0,5-4-32 15,-6 0-1-15,6-6-32 0,1-6 8 0,6 2 4 16,-6-4-7-16,-1-1-25 0,1 0-11 0,0-2-2 15,-1 3-7-15,1-4-4 0,-8 4 8 16,2-1 9-16,-2 4 16 0,2 4 7 0,-8 4 41 16,7 0-2-16,-7 7 17 0,2 0 27 0,-8 4 27 0,6 3 21 0,-6 4-3 0,0 0 36 15,6 7 2 1,-6 1-13-16,0-1-18 0,0 7-11 16,0 1-26-16,0-1-30 0,0 5-14 0,6 3-7 15,-6-3-12-15,0 3-11 0,7 0-6 0,-7-5-1 16,7 2-1-16,-1-1-8 0,1-3-2 15,-1-1 3-15,1-5-4 0,0-2-9 0,-1-5-7 16,0 3-4-16,0-10-9 0,8 3-16 0,-8-5-5 16,1-5 2-16,6-3-4 0,-6 1-7 15,-1-5 4-15,7-3 14 0,-6 0 6 0,-1-3 3 16,0 7 7-16,1-5 18 0,6 5 3 0,-13 0 5 16,7 7 9-16,-1 3 24 0,-6 5 22 0,6 3 18 15,-6 3 28-15,7 5 22 0,-7 7 12 0,7 6 0 16,-7 5-15-16,0 4-14 0,6 3-27 0,-6 3-24 0,0 4-23 0,0 5-14 0,0-2-19 31,0 1-45-31,0-3-72 0,0-4-103 0,0-1-138 16,0-3-150-16,6-8-136 0,-6 2-119 0,0-2-127 15,-6-7-3-15,6 0 81 0,-6-3 123 0,6 1 130 16,-7-7 151-16</inkml:trace>
  <inkml:trace contextRef="#ctx0" brushRef="#br0" timeOffset="132900.39">6131 16537 9 0,'-13'7'370'0,"0"1"85"0,0-1 51 0,0-4 10 16,-6 1-77-16,5-4-52 0,2 0-29 0,-2 0-25 0,1-4 3 15,7 1-4-15,-1-2-10 0,0-1-28 0,7-2-29 16,-6 1-34-16,6-3-21 0,6 2-38 0,-6-3-33 16,7 0-32-16,-7-1-30 0,13 1-22 0,-6 4-34 15,6 0-1-15,0 3 10 16,7 4 20-16,-1 4 22 0,1 0 18 0,-1 6 17 16,7 6 5-16,-6 6-6 0,6-1-18 0,-6 4-22 15,-1 5-19-15,7 3-15 0,-6 0-13 0,-1 0-12 16,7 0-7-16,-6-4-8 0,-1 0-13 0,-6 1-41 15,0-4-69-15,7-4-97 0,-8-5-131 0,-4-2-124 16,4-4-114-16,-5-3-63 0,-1-4-54 16,-6-4-47-16,13-4 29 0,-13-7 77 0,7 0 93 15,-1-7 90-15</inkml:trace>
  <inkml:trace contextRef="#ctx0" brushRef="#br0" timeOffset="133091.41">6548 16438 232 0,'0'-22'471'0,"7"3"105"16,-14 1 103-16,7 7-6 0,-7 4-58 0,-6 7-55 15,7 0-50-15,-7 7-55 0,-6 4-64 16,-1 7-60-16,0 4-60 0,1 4-54 16,-1-1-55-16,1 5-46 0,-1-1-38 0,0 4-36 0,1 0-22 0,0-4-15 15,-1 5-13-15,1-5-13 0,5 0-39 0,1-3-65 16,0-5-70-16,7 2-81 0,-7-5-82 0,7-7-83 16,6 0-53-1,-8 0-15-15,8-4-2 0,8-3-11 0,-8-4-26 0,0 0-15 0,0 0 34 0,12-8 50 16,-5 1 59-1,12 0 85-15</inkml:trace>
  <inkml:trace contextRef="#ctx0" brushRef="#br0" timeOffset="133302.76">6822 16562 430 0,'13'0'525'0,"-7"0"65"16,8 4 55-16,-8-4-116 0,0 0-124 15,0 3-109-15,8-3-80 0,-1 4-55 0,0-4-44 0,0 0-37 0,7-4-25 0,6 1-15 16,-7-1-11 0,7-4-18-16,-6 2-45 0,6-2-74 0,-7 1-88 0,1-1-94 0,0 1-119 0,-8 4-162 15,1-4-53 1,1 3 20-16,-8-4 61 0,0 8 78 0</inkml:trace>
  <inkml:trace contextRef="#ctx0" brushRef="#br0" timeOffset="133452.38">7082 16683 179 0,'0'19'499'16,"-6"-9"122"-16,-1 1 98 0,7-3 2 16,0-5-104-16,-6 1-118 0,6 0-123 0,0-1-115 0,6-3-92 0,1 0-63 0,-1-3-47 0,8-1-40 31,-2 0-69-31,8-3-107 0,-7 3-134 0,7-3-167 16,0 3-205-16,-2-3-94 0,-4 4-3 0,5 3 70 15,1 0 111-15,6 0 154 0</inkml:trace>
  <inkml:trace contextRef="#ctx0" brushRef="#br0" timeOffset="133913.07">7825 16174 357 0,'7'-12'517'0,"-7"2"105"0,0 3 89 0,0-1-53 0,0 4-66 0,0 4-71 16,-7 0-77-16,1 8-81 0,6-1-74 0,-7 7-78 15,7 1-69-15,-6 11-51 0,6-1-35 16,6 5-21-16,-6 3-19 0,0 5-9 15,7-2-5-15,-7 1-5 0,6-1-18 0,-6-4-46 0,7 2-76 16,-1-5-89-16,0 0-108 0,2-7-106 0,-2 1-86 16,0-9-94-16,1 1-78 0,-7-7 14 15,0-8 63-15,0 0 85 0,13-8 92 0</inkml:trace>
  <inkml:trace contextRef="#ctx0" brushRef="#br0" timeOffset="134238.26">7923 16346 170 0,'-6'-11'461'15,"6"0"95"-15,0-1 83 0,0 6-12 0,-7-2-107 16,7 5-102-16,0-5-100 16,0 2-94-16,7-6-68 0,-1 5-52 0,0-4-33 15,1 4-19-15,6-4-12 0,0 0-6 0,7 3-11 16,-8 2-5-16,2-3-6 0,-2 6-1 0,8 3 1 16,-13 3 8-16,6 1-3 0,-6 7-3 0,-1 3 0 0,-6 2-4 0,0 6-6 15,0-1-1-15,-6 2-1 16,-1 2-2-16,0 1-4 0,-6 0-1 0,0-1 4 15,6 1-4-15,-5-4 0 0,-2-1 2 0,2 2 6 16,5-4-3-16,-6-2-3 0,6-3-1 16,7 1-2-16,-6-7 4 0,6 3-12 0,6-4 2 15,-6-3 8-15,14-1 4 0,-8-3 1 0,7 0 1 16,1 0 7-16,4-3 3 0,2-1-6 0,-7-3 3 16,13 0-1-16,-6 3-4 0,-1-4-18 0,1 1-50 0,0-1-74 15,-8 2-93-15,8-5-87 0,-7 3-78 0,0-3-112 16,-6 4-96-16,5-8-1 15,-4 5 44-15,-8-2 66 0,12-2 73 0</inkml:trace>
  <inkml:trace contextRef="#ctx0" brushRef="#br0" timeOffset="134422.97">8379 16181 202 0,'6'-4'434'0,"-6"-3"79"0,7 3 68 15,-7 4-41-15,0 4-92 16,0 3-74-16,0 7-72 0,0 3-66 0,0 0-61 0,0 5-54 0,0 0-36 15,0 4-34-15,0 3-21 16,0 1-15-16,0-1-10 0,0 0-12 0,7 0-35 0,-7 0-51 0,6-3-61 16,-6 3-64-16,7-6-65 15,-1-2-70-15,1-6-77 0,-7 0-89 0,6-4-10 16,1 0 27-16,-1-8 46 0,8 2 70 0</inkml:trace>
  <inkml:trace contextRef="#ctx0" brushRef="#br0" timeOffset="134590.42">8691 16460 173 0,'8'-8'495'0,"-2"5"130"16,0-1 118-16,1 0 40 0,-7 1-77 0,6 3-90 15,-6 3-108-15,0-3-115 0,0 4-110 0,0-4-108 16,0 4-83-16,0-4-62 0,0 3-79 0,0-3-97 16,7 0-113-16,-7 0-111 0,7 4-105 0,-7-4-97 0,6 0-97 0,-6 0-51 15,0 0 35-15,0 0 76 16,0 0 89-16,6-4 99 0</inkml:trace>
  <inkml:trace contextRef="#ctx0" brushRef="#br0" timeOffset="134969.63">8906 16372 295 0,'0'-7'530'16,"0"3"115"0,-6 1 98-16,6-1-21 0,-6-1-92 0,6 2-133 0,0-4-96 0,-6 3-96 0,6-7-89 15,6-1-85 1,-6 2-56-16,12-5-1 0,-4 4-40 0,11-3-19 0,-6-1-8 0,6 1 0 0,1-1 1 15,0 5-6 1,-1 1 2-16,1 1 2 0,-8 6-6 0,8-2 1 0,-7 8 0 0,0-2 10 0,-6 6-3 16,5 4-1-1,-4 2 4-15,-8 5 2 0,6 3-4 0,-6 3-8 16,-6 1 6-16,6 0 2 0,-8-1-4 0,-4 1-5 0,5-1 0 0,-6 5 1 0,0-5-4 31,1-3 3-31,-2 5 1 0,1-6 4 0,0 1-4 16,0-7 7-16,7-1-6 0,-1 1-7 0,0-4 2 15,1 0 1-15,6-7 0 0,0 4-6 0,6-6 9 16,-6 2 12-16,7 0 13 0,6-4 6 0,0 4 22 16,0-4 0-16,0 0-4 0,7-4-4 0,-7 4-13 15,6-4-9-15,0 0-22 0,1 2 1 0,-6-6-5 16,5 4-7-16,-6 1-2 0,0-2-17 0,1 2-51 16,-2-1-77-16,-5 0-84 0,6 4-94 0,-7-3-91 15,1 3-69-15,-7-3-32 0,6 3-37 0,-6 0-45 16,0 0 10-16,0 0 46 0,0 0 62 15,0 0 72-15</inkml:trace>
  <inkml:trace contextRef="#ctx0" brushRef="#br0" timeOffset="135409.21">9376 16298 266 0,'0'-15'456'0,"6"1"94"0,-6 3 96 0,0 0-1 0,-6 4-12 0,6-5 4 0,0 9 5 0,0-4-6 16,0 3-42-16,0 1-59 0,0 3-87 0,-6 0-97 16,6 3-93-16,0 1-81 0,-7 6-63 0,7 2-47 15,0 2-30-15,0 1-19 0,0 3-9 16,7 5-4-16,-7-4-3 0,0 6 2 0,6-4 4 0,-6 1-4 16,6 0-3-16,1-3 2 0,-7-1-6 15,7 0-2-15,-1-6-8 0,1 2 1 0,-1-3 1 16,0-4-3-16,8-2 4 0,-8-3 0 0,0-4 2 15,8-3-1-15,-8-2-4 0,1 0-6 0,6-8-6 16,-6 0-4-16,-1-3-4 0,6 0-2 0,-4-4 5 16,-2 0 6-16,0 0 6 0,1-1 3 0,-1 3 8 15,-6-3 4-15,7 4 3 0,0 1 3 0,-7 3-2 16,6 1 3-16,-6 2 0 0,0 2 3 0,0 3 7 16,0-1 10-16,0 8 16 0,6 5 10 0,-6 1 12 15,0 5 9-15,0 4-4 0,0 7-8 0,7-1-10 16,-7 6-12-16,0 2-13 0,0 4-11 0,0 3-9 15,-7 1-9-15,7 4-12 0,-6 2-32 0,6-3-58 16,-6 4-96-16,6 1-142 0,-7-5-173 0,7 0-158 16,0-4-115-16,0-2-105 0,-7-5-91 0,7 0 46 15,-6-7 126-15,6 1 139 0,0-10 129 0</inkml:trace>
  <inkml:trace contextRef="#ctx0" brushRef="#br0" timeOffset="136009.73">6946 17466 216 0,'0'5'520'0,"0"2"106"0,0-4 83 0,6 2-1 15,-6-5-140 1,6 3-143-16,1-3-116 0,0 4-91 16,6-4-80-16,0-4-55 0,6 1-27 0,1-5-24 15,-1 1-9-15,1 0-4 0,0-1-48 0,-1 1-91 0,0-1-111 16,-6 4-108-16,1-3-134 0,-14 7-182 0,0 0-54 15,6 7 36 1,-6-7 81-16,0 8 96 0</inkml:trace>
  <inkml:trace contextRef="#ctx0" brushRef="#br0" timeOffset="136161.1">7023 17713 286 0,'0'7'450'0,"0"0"67"15,0 1 61-15,8-5-77 0,-2-3-112 16,0 0-100-16,7-3-71 0,0-1-61 0,7-4-62 15,-1-2-58-15,1 3-90 0,-1-5-111 16,1 9-211-16,-6-1-143 0,-2 4-74 16,1 7-24-1,0-3 41-15,0 4 94 0</inkml:trace>
  <inkml:trace contextRef="#ctx0" brushRef="#br0" timeOffset="138336.13">7825 17449 218 0,'13'3'379'0,"-13"5"52"0,6-2 35 0,-6-1-37 15,0-2-54-15,8-3-28 0,-8 0-5 0,6-3 0 16,-6 3-3-16,0 0-27 0,0-5-24 15,0 3-24-15,6-2-33 0,-6-4-31 16,7-3-32-16,0 0-23 0,5-3-21 0,1-1-81 16,1-4-50-16,5 2-34 0,-6-3-24 15,7 6-19-15,-1 3-12 0,1 0 51 0,-8 8 37 16,8-1 27-16,-7 8 28 0,1 4 26 16,-2 9 21-16,-6 2 13 0,2 10-3 15,-2 4-14-15,0 4-17 0,-6 7 40 16,0 0 20-16,0 0 1 0,0-1 2 15,0-2 4-15,0-4-8 0,0-8-62 16,7-4-39-16,-1-6-21 0,1-4-11 0,0-5-7 16,5-2-12-16,2-4-29 0,-2-4-56 15,8-8-72-15,-1 1-93 0,1-9-108 16,6-1-94-16,1-2-68 0,-1-3-30 0,0-3 4 16,-1-1 7-16,8 4 13 0,-7-4 16 15,0 1 23-15,-6 3 45 0,-1 1 54 16,1-2 77-16</inkml:trace>
  <inkml:trace contextRef="#ctx0" brushRef="#br0" timeOffset="138705.96">8568 17420 56 0,'6'-22'314'16,"-6"3"66"-16,0 2 40 0,-13 0 8 16,7 3-22-16,0 3-25 0,-8 5-6 0,2-2 14 15,-2 8-12-15,1 3-32 0,0 8-45 16,0 8-60-16,1 7-63 0,-2 3-71 16,8 4-56-16,-1 0-21 0,1 0 15 15,-1 0-21-15,7-3-17 0,0-5-6 0,0 0 10 16,7-7-5-16,-1-3-33 0,1-4 8 15,5-3 6-15,-4-8 5 0,4-4 2 0,1-3-1 16,0-11 1-16,-6 3 9 0,6-4 3 16,-6-6 1-16,5-1 0 0,-5-3-2 15,-7 0-4-15,7-1-7 0,-7 4 2 16,6 4 3-16,-6 8-1 0,0-1 5 0,0 8 7 16,6 3 1-16,-6 4-2 0,0 4-2 0,7 6-2 15,-1 9-4-15,1 3 0 0,0 7 4 16,5 5 4-16,-4 2-5 0,-2 4 2 0,0 4 4 15,-6 0-6-15,6 0 3 16,-6 0-6-16,0-1-6 0,-6 3-22 16,0-10-25-16,6-3-31 0,-6 0-43 15,-8-8-56-15,8-6-47 0,-8-5-41 0,1-7-35 16,7-3-21-16,-7-8 1 0,6-3-34 16,1-3-49-16,0-2-53 0,-1-5-1 15,7 2 27-15,7-4 19 0,-1-3 82 0</inkml:trace>
  <inkml:trace contextRef="#ctx0" brushRef="#br0" timeOffset="139015.6">8861 17427 178 0,'7'-22'436'0,"-1"4"91"0,-6 3 91 0,-6 5-7 0,-1 1-71 0,-6 9-77 16,6 9-67-16,-5 1-75 0,-2 9-80 15,8 2-76-15,-7 4-64 16,0 9-39-16,6-2-42 0,7 2-12 0,0 2-5 0,0 1-1 15,0-4 1-15,7-4-2 0,6-3 13 16,-6-4-8-16,5-4-3 16,2 0 2-16,5-7-2 0,1-7 1 0,-7-4-12 15,6-7-1-15,1-8 5 0,-1-3-5 16,-5-5-2-16,-2-6-2 0,2 0 6 0,-8-7-12 0,0 3-25 16,-6 0-20-1,-6 0-15-15,0 7-9 0,-1 1-11 0,0 6-10 0,-5 1-13 16,-2 7-24-16,1 3-36 0,7 8-49 0,-8 0-46 15,2 4-40 1,6 4-63-16,-1-1-86 0,0 7-35 0,7 1 16 0,-6 3 38 0,6-3 50 16</inkml:trace>
  <inkml:trace contextRef="#ctx0" brushRef="#br0" timeOffset="139406.78">9102 17320 262 0,'13'-11'478'0,"1"1"101"0,-8 2 80 15,-6 8-52-15,6 0-103 0,-6 8-103 16,7 7-96 0,-7-1-87-16,0 8-74 0,7 0-56 0,-1 4-30 0,0 3-21 0,1-4-8 15,-1 1-12 1,1 4-9-16,6-9-6 0,-7 1-4 16,2 0-4-16,-2-8 2 0,7 1-2 15,-7-3 3-15,1-9-5 0,-1 1 6 0,1-4 3 0,-1-7 1 0,0-5-2 16,2-3-3-16,-2-2 8 15,0-5-6-15,1-4-5 16,0 1-4-16,-7-6 10 0,6 6 1 16,0-4 3-16,-6 8 5 0,7-2 7 15,-7 5 16-15,6 7 13 0,-6 3 14 0,0 8 10 16,7 5 5-16,-7 2 3 0,0 7-10 0,7 8-13 16,-7 4-14-16,6-1-10 0,-6 9-4 15,6 2-6-15,1 1-7 0,0 3-9 16,-7 0-7-16,6 1-12 0,0-5-42 15,1 1-50-15,0-4-73 0,-1-4-76 0,1-3-72 16,-1-1-67-16,8-6-37 0,-8-5-73 0,0-3-67 0,0-3 4 16,1-2 39-16,6-2 55 15,0-8 64-15</inkml:trace>
  <inkml:trace contextRef="#ctx0" brushRef="#br0" timeOffset="139667.63">9793 17456 181 0,'0'-19'533'0,"0"2"123"16,0 2 65-16,-7 1 39 0,1-1-157 15,0 4-122-15,-1 3-113 0,-6 8-106 0,6 5-55 0,-5 1-58 0,4 5-49 16,2 8-37 0,0 3-27-16,0 7-19 0,-1 0-13 15,7 1-1-15,0-1-3 0,0 4-5 0,7-4-3 16,5 1 2-16,-6-5-2 0,8 0-13 0,-1-2-29 0,7-5-43 15,-8-3-63 1,8-8-80-16,0-4-84 0,-1-3-61 16,1-7-41-16,0-4-20 0,-1-3-20 15,-6-1-16-15,0-7-7 0,0 4 14 0,-6-4 42 0,-1 0 51 0</inkml:trace>
  <inkml:trace contextRef="#ctx0" brushRef="#br0" timeOffset="140169.88">9988 17405 183 0,'7'-11'411'0,"-1"-1"66"15,-6 6 50-15,0 2-22 0,0 8-89 16,7 2-70-16,-7 6-47 0,7-1-81 0,-7 4-61 16,0 2-51-16,0 2-48 0,0 3-34 0,6 3-24 0,-6-2 14 0,6 7 3 15,2-5 2-15,-8 0-4 0,6 0-15 16,-6-2-5 0,6-5 2-16,0 1 2 0,-6-4-3 15,7-5-2-15,0 1 12 0,-7-7 0 16,6-4-2-16,1-4 2 0,-7-7-1 0,6 1-3 15,-6-9 0-15,6-3-2 0,2 0-1 16,-8-7-5-16,6 2 3 0,-6 2 3 0,6 0-2 0,-6 3 3 0,6 4 1 31,-6-1 3-31,0 5-1 0,8 6 2 0,-8 4-1 0,6 4-1 0,0 4 1 0,1 6-1 32,-1 5 0-32,1 4-3 0,0 0 1 0,-1 3 3 0,0-1-4 0,2 4 4 0,-2-2 0 31,-6-2-1-31,6 2 0 0,-6-5-2 15,6 1-4-15,-6-4-2 0,7-8-4 16,-7 0 3-16,7-4 4 0,-7-6-1 0,0-1 1 16,6-6 3-16,-6-2-1 0,7-6-2 15,-1 0-2-15,0-4-1 0,2-4 3 0,-8 3-2 0,6 2 3 0,0-1 3 0,0 0-3 32,2 8 5-32,-2-1 6 0,0 8 7 15,1 2 5-15,-1 10 7 0,1-2 5 0,6 8-1 0,-7 4-7 0,8-1-16 16,-8 5-3-1,7 3-8-15,-7-5-22 0,1 2-50 16,6-1-74-16,-7-3-81 0,1-4-85 16,0-3-155-16,-7-8-114 0,0 0-21 15,0 0 37-15,0-11 67 0,6-7 73 16</inkml:trace>
  <inkml:trace contextRef="#ctx0" brushRef="#br0" timeOffset="140493.47">10588 16944 307 0,'-6'-8'576'0,"-1"1"132"0,0-1 112 0,1 2-20 0,6 2-119 15,-6 0-134-15,6 0-140 0,0-7-123 0,0 3-104 16,6 2-81-16,0-6-41 0,1 5-29 0,6 0-12 16,-7-5-7-16,7 2 5 0,1-1 18 15,-8 0 10-15,8-1 10 0,-2 6 7 0,-5-2 13 0,6 0 15 16,-7 8 15-16,1-3 25 0,-1 6 29 15,0 2 25-15,2-2 15 0,-8 9-2 0,6-2-14 0,-6 9-27 16,0-2-36-16,0 6-31 0,0 2-29 16,-6 2-20-16,6-2-10 0,0 4-6 0,0 1-1 0,0-5 0 15,0 0-1-15,0-2-3 0,0-1-4 0,6-8-6 16,0 1-4-16,1-4-3 0,0-5 0 0,-1-1-1 16,7-5-1-16,0-5 0 0,6-1-11 0,1-5-34 15,0-4-75-15,-1 1-117 0,-5 2-163 0,4-3-187 16,2 1-162-16,7-3-151 15,-9 1-115-15,9 1 17 0,-1-3 114 0,6 0 157 16,7 0 158-16</inkml:trace>
  <inkml:trace contextRef="#ctx0" brushRef="#br0" timeOffset="140761.54">11807 16786 220 0,'-7'-4'742'0,"7"-4"231"0,-6 5 184 15,-1 3 148-15,0 0-102 16,1 3-175-16,0 2-231 0,-2-2-209 0,-4 1-410 0,-1 6-178 0,0 9 0 0,0 10 0 16,-7 5 0-16,0 3 0 0,-5 9 0 0,-1 6 0 15,0 14 0-15,-13 11 0 0,-1 11 0 16,1 7 0 0,-7 11 0-16,-5 7 0 0,-2 5 0 0,8 3 0 0,-7-7 0 0,13-2-37 15,-1-8-553 1,14-12-183-16,1-17-142 0,11-8-91 0,1-19-70 0,6-4 13 15,7-12 148-15,0-10 172 0,14-7 168 16,-2-15 153 0</inkml:trace>
  <inkml:trace contextRef="#ctx0" brushRef="#br0" timeOffset="140928.74">11722 17654 616 0,'6'-4'883'0,"-19"15"146"0,-7 19 153 31,-12 17 57-31,-7 19-322 0,0 15-261 16,-7 14-322-16,1 0-491 0,5 3-562 0,1-2-300 15,1-8-158-15,5-4-76 0,1 1 72 16,-1-12 328-16,0-10 401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4-24T05:32:54.695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70C0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16615 446 91 0,'0'-14'521'0,"0"-3"100"0,0-3 88 0,0 6 100 15,0 10-46-15,0 0-117 0,0 8-108 0,0 3-83 16,0-3-73-16,0 3-95 0,-6 1-125 0,6 4-83 0,0-6-26 15,0 5-16-15,0 1-13 0,0 2-4 0,0-3-1 16,0 3 0-16,0-3-4 0,6 0 2 0,-6-3 6 16,7 3 5-16,0-4 0 0,-7 0-7 0,6-3 2 15,0 0 3-15,8-1-7 0,-8 1-17 0,0-4-4 16,7 3 5-16,-6-3-6 0,0-3-12 0,-1 3 1 0,0 0 6 16,1-4 0-16,6 1-4 0,-7 3 9 0,-6 0-2 15,7-4 0-15,0 4-4 16,-1 0-7-16,-6-4-9 0,0 4-20 0,0 0-28 0,7 4-56 15,-7-4-23-15,0 4 1 0,0-1 15 0,0-3 26 16,-7 4 36-16,7 3 74 0,-6 0 39 0,-1 0 12 0,0 5 4 0,1 5 1 16,-7 3 39-16,6 5 14 0,-5 1 6 0,5 7 7 15,-6 0 1-15,0 7-6 0,-1 4-38 0,2 0-21 16,-1 7-11-16,6-3-3 0,-6 7-12 16,1-1-1-16,-2 9 11 0,2-1-14 0,-2 1-11 15,8 3-8-15,-7-1 2 0,-1 2-3 0,8-6-16 16,0 2 7-16,6-7 1 0,0-6 4 0,6-2 1 15,-6-4 1-15,13-4-5 16,-6-3 0-16,6-8-2 0,-1 0-1 0,-4-6-1 16,4-2-6-16,2-2 4 0,-2-4 3 0,8-1 3 15,-7-3-2-15,-1 3-2 0,2-2 0 0,-1 3-3 16,-7-1 2-16,8 4-4 0,-8 0 1 0,-6 4 5 0,6 0-2 0,-6 7 1 16,7 1 1-16,-7 3-1 15,-7 3 1-15,7 5-1 0,0-4 5 0,-6 6 3 16,6 2 1-16,-6-1 0 0,-1 3-2 15,0-4 1-15,7 6-5 0,-6-9-3 0,-1 4-1 16,1-4 1-16,0-3 3 0,-2-1 0 0,8 1 3 16,0-5 3-16,0-5 0 0,0-2-2 0,0 0 0 15,8-2-2-15,-2-2-2 0,0-2-4 16,1 3 1-16,-1-3-5 0,1-4-2 0,-7 2 2 16,7-2-8-16,-1 3 6 0,0-2-1 0,-6 2 8 15,7-4 3-15,-7 5 0 0,7-1 10 16,-7 0-4-16,6 5 1 0,-6 2-6 0,0 1-2 15,0 3-1-15,0 3 2 0,-6 2-1 0,6-1-3 16,0 0 5-16,0 3 0 0,0 1 0 0,0-1-1 16,0 1 1-16,0 0 1 0,6-1-2 0,-6-2 0 15,6-5-1-15,8 4-9 0,-8-4 3 16,7-3 1-16,-7 3 0 0,8-7 4 0,-2 4-1 16,2-4 7-16,5-1 0 0,-6-2-5 0,6-2-4 15,-5-2-6-15,6 1-3 0,-8 2 1 16,8 0-3-16,-1 0 2 0,-5 1 6 0,5 4 1 0,-12 2 3 0,6 4 4 15,-7 1-1-15,0 2-1 0,2 8 2 16,-2 0 2-16,-6 1 8 0,0 2-3 16,-6 3 5-16,6-3-2 0,-8 4-3 0,8-2 0 0,-6 2-14 15,0 1 3-15,6-5-1 16,-7 1 2-16,7 0 0 0,0 4 3 0,0-4 5 16,0 0 2-16,0 0-4 0,0-4-2 0,0 4 0 15,0-4-1-15,7 4-1 0,-7-3-1 0,6 3-13 16,-6-4 10-16,6 0 4 0,-6-2 1 15,0-2 1-15,8-4-3 0,-8 2 9 0,0-1-6 16,0-1-1-16,0 1-6 0,0 0-8 0,0 1 0 16,0-5 0-16,0 4-1 0,0-4 2 0,0 1 1 15,0-1 5-15,-8 4 1 0,8-4 4 16,0 3 1-16,0 6-5 0,-6-6 0 0,6 5 5 0,0-4 2 16,0 4-7-16,0-1-8 0,6 1-4 15,-6-4-11-15,0 3-14 0,8 1-10 0,-8-4-2 16,6 4 5-16,-6 0 0 0,0-4 12 0,0-1 6 15,0 5 10-15,0-4 12 0,-6 3 4 16,6 2 4-16,0 1 4 0,-8 2 5 0,2 3 1 16,0-1-8-16,6 6-2 0,-7-2 1 0,-6 5-8 0,7-1 2 15,-7 4 4-15,7 3 6 16,-8-3-3-16,1-1 2 0,6 2 7 0,-6-1 0 16,7-1 2-16,0-2 2 0,-8 3 4 0,14-3 13 15,-6-1-12-15,0 0-6 0,-2-3-3 16,8-1-8-16,0-3-7 0,0 0-12 0,-6 0 6 15,6 0 1-15,0 4 0 0,0-4 2 0,0 3 11 16,6 0 2-16,-6 2 1 0,0 2 5 0,0-3 12 16,0-1 1-16,8 4-6 0,-8 1 4 15,0-5 8-15,6 5-3 0,0-5-24 0,-6 5 7 16,7-1 3-16,0 0-3 0,-1 0-4 0,7 1-1 16,-7 0 17-16,1 2-8 0,6-2-7 15,-7 2-4-15,8-6 3 0,-8 3-11 0,7 0 1 16,-6 1 0-16,6-1 3 0,-7 1 5 0,0-6-1 0,8 6 10 15,-8 0-8-15,1-6-2 16,6 7 4-16,-7-2 2 0,1 0-3 0,-1 4 3 0,1 0 1 16,0-3 0-16,-1 3-2 0,0-5-7 15,1 2-1-15,-7-1-4 0,7-4 3 0,-1 1 0 16,-6 0-6-16,6 0 4 0,-6-1 1 0,0 4 2 16,7-3-2-16,-7 2 6 0,0 6 4 0,7-5-2 15,-7 5 0-15,0-2-2 0,0 2 4 16,0 2-5-16,0 0-2 0,0-2 0 0,0-2-1 15,0 2 4-15,0-2-6 0,0-3-1 0,-7 1 2 16,0 3-1-16,7-8 0 0,-6 5-2 16,6-5-2-16,-6 0 6 0,-1 2 2 0,7-2 0 15,-7 1 0-15,1 0-1 0,6-4 7 0,-6 3 0 16,6 1-7-16,0-4-2 0,-7 0 1 0,7 0 0 16,0 0-7-16,0-4 3 0,0-4 5 15,0 5 3-15,7-8-6 0,-7 3-11 0,0-3 10 16,6 1 3-16,0-2-5 0,-6-2 3 0,7 3 3 15,-7-5 12-15,7 7-12 0,-7-4-4 16,6 3 4-16,-6 3-2 0,0-1-1 0,6 1 3 0,-6 3 9 16,7 1-5-16,-7-1-6 0,7 0 2 0,-7 4 1 15,0 0-2-15,6-1-4 0,-6 3 5 0,0-3 5 16,7-2-1-16,-7 2-13 0,0-3 3 16,0 1 7-16,0-1 1 0,6-4-2 15,-6 6-2-15,0-6 16 0,6 3-4 0,-6 2-8 0,0 0-1 16,0 2-1-16,0-3 2 0,0 1-2 0,0 3 0 15,-6 0 0-15,6-4 3 0,-6 4 3 16,6-3 0-16,-7 2 2 0,7-2-1 0,0 3-1 16,0-5-1-16,0 3-2 0,0-2-2 15,-6-1 0-15,6 3-1 0,-7-2 4 0,0-4-5 16,7 5 3-16,-6-4 0 0,0-1-1 0,-1 3 2 16,7-1-3-16,-7 2 1 0,7 0 5 15,-6 4 2-15,0-1-3 0,6 2 4 0,-7 0-2 16,0-2 3-16,1 1-8 0,6 0 0 0,-7 0 4 15,7 0-4-15,0 0 0 0,0-4-2 0,0 3 2 16,-6-1 0-16,6 1-1 0,0-3 3 0,0-3-1 16,0 4-1-16,0-5-3 0,0 1 0 15,0 0 0-15,0-1-4 0,0 4 0 0,0-3 0 16,6 0 4-16,-6-1 14 0,0 1-10 0,0-5 0 16,0 3 1-16,0-4 3 0,7 3 0 0,-7-1-15 15,0-4 9-15,0 1 2 0,6-1 3 0,1-4 0 16,-7 0-1-16,7 2-2 0,-7-5-3 15,6 3 0-15,0-3-3 0,-6 1 0 0,0-2 2 16,7 1-3-16,-7 1 4 0,7-2 3 0,-7-2-3 16,6 2 0-16,-6 2 4 0,6-2 2 0,-6 2 0 0,7-1-2 15,-7-1 0-15,7 5-3 0,-7-4-3 0,6 0 1 16,-6 0 7-16,7 3-2 0,-7-2 7 16,6 2-3-16,-6-3-7 0,6 0-1 0,-6 4-10 15,0 0 4-15,8-1-4 0,-8 1 4 0,6-1 8 16,0 6-1-16,-6-6-16 0,6 4 9 0,1 0-2 15,0-3 4-15,-7 3-1 0,6-3 4 0,1-1 15 16,-1 1-5-16,1-1-1 0,0 1-5 0,-1 0 0 16,0-3-2-16,0 2 1 0,2-4-1 0,-2 1-2 15,-6 0 4-15,6-3-1 0,1 2-1 0,-1-1 4 16,-6-3-1-16,7 2 4 0,-7 3-2 0,7-5 4 16,-7 2 0-16,6 4-1 0,-6-2 2 0,0-2 1 15,6 3 6-15,-6-5-1 0,0 6 2 0,7 0-2 16,-7-6-3-16,0 2 0 0,7-1 0 15,-7 0-1-15,0 4 2 0,6 4 5 16,-6-1 1-16,6 1 0 0,-6 8-2 0,7-5 5 16,-7 3 0-16,7 2-2 0,-7-2-1 15,6 1 8-15,-6 3 9 0,0-2 4 16,0 3-2-16,7-1 1 0,-7 1 0 0,6-1-12 16,-6 1-9-16,6-4-6 0,1 0-4 15,-7-4-1-15,13 1 0 0,-7-1-2 0,-6 4-2 16,14-1 1-16,-8 1-1 0,1 4-2 0,-1-3 1 15,8 6 4-15,-8-3 0 16,6 3-3-16,-4 0-6 0,-2-1 1 0,0-1 1 16,1-1-6-16,0-1 1 0,6-3 11 15,-13-3-1-15,6-1-3 0,0 0-63 16,1 4-31-16,-7-3-19 0,7-5-19 16,-7 1-3-16,6-4-2 0,-6-4 51 0,0 0 0 15,0 0-41-15,0-7-79 0,-6 3-142 16,-1-6-285-16,7-1-146 0,-13-2-61 0,7-5 10 15,-1-5 69-15,1-2 139 0,-8-1 288 16,-6-2 158-16,8 3 100 0,-8-5 56 0,1 10 26 16,-1-3 17-16,0 2 10 0,1-1 6 15,-1-7 1-15,1-3 1 16,0-5 1-16,-1-3 0 0,1-7-2 0,-7 3 1 16,6-3 3-16,-13 3-1 0</inkml:trace>
  <inkml:trace contextRef="#ctx0" brushRef="#br1" timeOffset="33519.81">17671 574 46 0,'0'-7'298'0,"0"5"35"0,0-10 30 0,0 5-57 16,0-1-71-16,0 1-46 0,0 0-35 15,0 0-23-15,0 3-24 0,0-4-28 16,0 5-24-16,0 3-19 0,0 0-12 0,0-4-2 16,0 4 9-16,0 0 19 0,0 0 20 0,0 0 16 0,6 4 17 0,-6-4 13 0,0 3 10 15,0 1 4-15,7 4 3 0,-7-1-2 0,0 0-3 16,0 4-7-16,0 3-12 0,0-3-13 0,0 4-11 16,0-3-16-16,0-3-15 0,0 7-14 0,0-5-12 15,0-1-9-15,0-2-10 16,0-1 0-16,0 1-4 0,0-4 0 0,7-1 2 15,-7 1-1-15,0-4 0 0,0 0 2 0,0 0 1 0,6-4-4 0,-6-3-4 16,6 3-1-16,1 0 0 0,-7-3-6 0,7-1 3 16,-1 2 2-16,7-2 1 0,-7 1-2 0,1-1-2 15,0 0 3-15,-1 2 0 0,0 3-3 0,2-1 0 0,4 0 4 16,-6 0 6 0,1 0-5-16,6 0-8 0,-6 4 2 0,-1 0 3 15,0 0-5-15,2 0-5 0,-2 0 3 0,-6 4 7 0,6 0 0 0,-6 0 0 0,0 4 6 16,6-1 1-16,-6 3-2 0,-6 2-41 0,6-1 20 15,-6 3 6-15,0 1 57 0,-2 3 32 0,2 0 20 16,0 5 51 0,-7-1-14-16,6-1-13 0,-6 2-53 0,1-2-28 0,4 1-18 0,-4-4-13 0,5 1-23 15,0-5-38-15,1-2-60 0,-1 3-73 16,1-1-78-16,0 1-77 16,-1-1-61-16,0 1-59 0,1-4-82 0,0 0-37 0,6-11 22 0,0 0 49 15,0-11 65-15,0-3 90 16</inkml:trace>
  <inkml:trace contextRef="#ctx0" brushRef="#br1" timeOffset="33746.54">17691 634 246 0,'0'-11'359'0,"0"-1"36"0,0 4 3 0,6-1-83 0,-6-3-78 16,0 2-57-16,6 3-43 0,-6-5-31 0,7 1-30 0,6 3-28 15,-7-2-22 1,14-1-10-16,-7 3-6 0,1 1-8 0,4-1-1 0,2 1-1 0,-1 4-3 0,1-1-16 16,-6 1-23-1,-2 6-32-15,-5 1-40 0,6-1-42 0,-6 8-51 0,-1 0-70 0,8 3-75 16,-8-2-20-16,0-5 13 16,0-7 31-16</inkml:trace>
  <inkml:trace contextRef="#ctx0" brushRef="#br1" timeOffset="34121.67">18062 384 21 0,'-6'-11'310'0,"-8"-7"48"0,1 3 47 0,-7 1-21 32,2-4-50-32,-9 4-32 0,1-6-9 0,0 6 0 15,0 2-10-15,-7 2-11 0,1 3-16 0,-1 3-16 16,1-4-24-16,5 1-22 0,-5 7-17 0,-1 4-6 0,7 3-9 15,-6 8-3-15,6 7 3 0,-1-5 1 16,-5 6-2-16,6 3-13 0,-1 0-15 0,-5-1-23 0,7 8-21 0,-2 1-25 0,8 5-21 0,-1 5 15 16,1 1 24-1,12 6 13-15,-6 0 3 0,7 3 9 0,6 2 4 0,0 3-28 0,6-5-36 16,7 1-22 0,0-4-8-16,7-3-12 0,5-8-1 0,1 0-4 15,7-7 2-15,7-8 5 0,-1-2-2 0,6-9 1 16,1-5-8-16,6-13 1 0,7-7 3 0,0-8-1 15,-8-6 0-15,8-5 1 0,-7-6 1 0,-7-5-7 16,-5 2-22-16,-7-10-23 0,-7 6-27 0,0-1-85 16,-7-7-75-16,-6-1-70 0,0 5-62 0,-7-5-62 15,-6 12-62-15,-6 7-5 0,0 8-11 0,-8 5-15 0,-5 13-59 0,-7 0-16 0,0 0 37 0,0 3 60 32,-7-3 74-32</inkml:trace>
  <inkml:trace contextRef="#ctx0" brushRef="#br1" timeOffset="41848.65">18720 645 188 0,'7'-7'379'0,"-7"3"42"0,0-4 30 0,0 8-84 0,0 0-77 0,-7 4-54 0,7 4-35 0,-7 2 19 15,7 9-1-15,-6 2-11 0,6 9-26 0,-7 3-30 16,7 0-24-16,0 3-60 0,0 1-28 15,0 0-18-15,7-1-12 0,-7-2-21 16,6-2-40-16,1 2-48 0,0-5-61 0,-1 3-62 0,0-2-67 16,1-5-78-16,0-3-95 0,-1-3-43 0,0-9 9 0,-6-10 37 15,0 0 53-15</inkml:trace>
  <inkml:trace contextRef="#ctx0" brushRef="#br1" timeOffset="42131.72">18727 959 282 0,'-7'-18'346'0,"0"-4"34"0,7 0-8 16,-6 1-93-16,6-6-72 16,0 6-47-16,-7-5-29 0,7 4-61 0,7 1-42 15,-7 2-33-15,6 1-25 0,-6 3-13 0,14 0-11 0,-8 0 26 0,0 1 14 16,8 3 6-16,-2 4 6 0,8 0 1 16,-7-1 0-16,7 8-3 0,0 0 0 15,-1 4-1-15,-6 2-2 0,0 2 42 0,-1 7 40 16,2 3 32-16,-1 0 33 0,-6 5 31 0,-1-1 29 0,1 7-17 0,-7-4-23 15,0 5-24-15,-7-1-26 0,1 0-27 0,-1 4-26 16,-6-3-22-16,-1-1-13 16,-5 3-8-16,6-2-6 0,-6-4-3 0,5-1-10 15,-5-2-26-15,6-6-37 0,0 3-42 0,0-3-52 16,6-2-58-16,1-4-57 0,0 1-71 0,-1-6-104 16,7-6-32-16,0-6 13 0,0-6 38 0,7-6 54 15</inkml:trace>
  <inkml:trace contextRef="#ctx0" brushRef="#br1" timeOffset="42333.8">18994 882 314 0,'6'-2'415'0,"7"2"49"0,-13 0 44 0,7 2-105 16,-7 2-87-16,0 4-65 0,0 3-46 0,0 3-43 16,0 1-43-1,6 3-39-15,-6 4-32 0,0 0-20 0,0 0-11 16,7 4-5-16,-7-4-15 0,6 3-36 0,-6 1-56 0,0 0-71 0,0-1-87 0,6-4-143 15,-12-1-103 1,6-9-27-16,0-11 24 0,0 0 52 0,6-4 77 0</inkml:trace>
  <inkml:trace contextRef="#ctx0" brushRef="#br1" timeOffset="42584.67">19033 828 154 0,'6'-15'387'16,"-6"4"54"-1,6-3 45-15,-6 2-55 0,8-3-104 0,-8 9-87 16,6-5-65-16,-6 3-86 0,6 0-27 0,-6 5-22 0,7 3-20 0,-1 0-9 0,1 0-6 16,-1 3 37-1,1-3-16-15,-1 4-13 0,1 0-7 0,0 0 0 16,-1 3-1-16,-6-3-5 0,6 4 0 0,1 2 4 0,0 5 11 0,-7-4 17 0,6 7 17 16,0 4 9-1,1 0 4-15,-7 3-6 0,6 2-5 0,-6 2-17 16,7 0-16-16,0 5-6 0,-7-5-5 0,6 3 0 15,0-3-33-15,-6 4-45 0,8-4-53 0,-8 5-58 16,6-5-62-16,0 0-83 0,-6-7-95 0,0-4-47 16,0-2 6-16,0-9 32 0,6-5 47 15</inkml:trace>
  <inkml:trace contextRef="#ctx0" brushRef="#br1" timeOffset="42735.2">19215 1158 159 0,'6'-15'326'16,"1"-7"27"-1,-7 0-3-15,7-1-73 0,-1-2-90 0,1 4-61 16,5-6-40-16,2 9-24 0,-8-3-21 0,8 2-13 16,-8 0-14-16,7 2-20 0,-7 5-25 15,1 5-32-15,0-1-49 0,-7 8-82 0,0 0-101 0,0 0-43 16,0 0-11-16,0 0 15 0</inkml:trace>
  <inkml:trace contextRef="#ctx0" brushRef="#br1" timeOffset="42935.94">19268 952 255 0,'0'0'391'0,"0"0"44"0,0-3 17 0,0 3-95 0,6 0-88 0,-6 0-62 16,0 0-50-16,6 3-36 0,-6 4-25 0,6 1-20 31,2-1-27-31,-2 4-20 0,0 0-6 0,1-4-9 16,-1 5-5-16,1-1-5 0,6 0-6 15,-7-4-23-15,0 0-42 0,8 1-35 0,-14-1-42 0,13 0-46 16,-6-4-61-16,-7 6-64 0,0-9-72 15,0 0-17-15,6-12 13 0,1-2 31 0,-1-1 57 16</inkml:trace>
  <inkml:trace contextRef="#ctx0" brushRef="#br1" timeOffset="43269.69">19410 901 147 0,'0'-7'370'0,"0"-1"50"16,0 4 41-16,0-2-56 0,-6 2-80 0,6 0-54 16,0 4-33-16,0 4-26 0,-6 0-13 0,6 2-14 15,0 2-21-15,0-1-23 0,0 5-27 0,6-2-20 16,0 1-28-16,-6 0-19 0,8-3-21 0,-2-1-10 15,0 1-5-15,8-5-3 0,-8 0 2 0,0-3-5 16,7-3 0-16,-6 0-4 0,0-9 1 0,-1 5 2 16,0-8-3-16,0 1 3 0,2-1 0 15,-2-4 1-15,-6 2-3 0,0-2-5 0,-6 1 3 0,6-4 0 16,-8 7-41-16,2-3 18 0,0 4-31 0,0 2-14 16,-1 5 32-16,-6-1 15 0,0 8 51 0,7 0-9 15,-2 4 35-15,-4 7 21 0,-2 3-29 16,2 1 0-16,5 7 5 0,1 0 7 0,-1 1 11 0,0 2 8 15,1 1-1-15,6 3-9 0,0 0-7 16,6-3-20-16,1 3-5 0,0-4-5 0,-1 2-8 0,7-6-8 16,1 1-7-16,-2-3 4 0,2-5-7 15,-2-3-4-15,8-4 6 0,-7 0-1 0,7-7-6 0,-8-2-36 16,8-3-64-16,-7-2-80 16,0 0-82-16,0-1-81 0,0-2-76 0,-6-1-64 15,-1 0-72-15,7-3-16 0,-6-9 29 0,-7-2 56 16,6-9 66-16</inkml:trace>
  <inkml:trace contextRef="#ctx0" brushRef="#br1" timeOffset="43426.02">19651 761 57 0,'8'-2'360'16,"-8"-6"49"-16,0 4 44 0,0 4-7 0,0 0-91 15,0 4-78-15,0 4-42 0,0 6-36 0,0 1-33 16,0 3-38-16,6 7-35 0,-6 1-31 0,0 3-24 16,6-3-16-16,-6 7-7 0,7-8-6 0,-1 6-15 15,1-2-39-15,-7-4-44 0,6-4-52 0,1 5-64 16,-1-4-78-16,1 0-99 0,-7-8-76 0,0-14-17 15,0 0 20-15,0 0 45 0,0 0 70 0</inkml:trace>
  <inkml:trace contextRef="#ctx0" brushRef="#br1" timeOffset="43588.21">19632 1015 6 0,'7'-8'404'0,"-7"2"90"0,6-6 80 16,-6-3 62-16,6 5-80 0,-6-5-81 0,8 4-77 15,-2-1-76-15,-6 2-68 0,6-1-74 0,7 0-64 16,-6 3-49-16,6 2-35 0,-7-2-61 0,1 4-94 15,6 4-112-15,-7 8-116 0,1 2-156 0,-7 5-152 16,7-7-37-16,-1-1 42 0,-6-7 83 0,6 3 101 16</inkml:trace>
  <inkml:trace contextRef="#ctx0" brushRef="#br1" timeOffset="43747.69">19991 916 195 0,'6'-4'512'0,"1"-3"132"0,-1-1 130 16,-6 5 59-16,0 3-61 0,6 3-53 0,-6-3-76 15,0-3-100-15,8 3-104 0,-8-4-117 16,6-4-96-16,-6 6-98 16,6-2-63-16,-6 0-40 0,6 0-75 0,-6 4-100 15,0 0-137-15,0 0-160 0,0 0-144 0,0 0-119 0,0 8-89 0,0 2-77 0,0 1 45 16,0 1 109-16,0-12 120 0,0 0 113 0</inkml:trace>
  <inkml:trace contextRef="#ctx0" brushRef="#br1" timeOffset="43900.69">20069 1066 96 0,'0'10'419'0,"0"-1"89"0,0-9 91 15,0-9 39-15,6 6-56 0,-6 3-44 0,7 3-44 16,-7 1-50-16,0 7-75 0,0-7-80 0,0 3-83 16,0-7-78-16,0 4-72 0,7-8-91 0,-7-3-122 15,0-3-139-15,0-2-124 0,12 8-123 16,2 1-175-16,-2 3-64 16,8-4 44-16,-1 1 94 0,1-5 100 15,6 4 115-15</inkml:trace>
  <inkml:trace contextRef="#ctx0" brushRef="#br1" timeOffset="44171.69">20740 795 425 0,'6'-26'556'15,"1"1"119"-15,-7 6 133 0,7 9 25 0,-7 2-67 16,0 4-27-16,0 4-38 0,0 0-33 0,-7 4-71 16,7 4-125-16,0-1-77 0,0 7-79 0,-7 5-76 15,7 6-240-15,0-3 0 0,0 7 0 0,0 0 0 16,0 5 0-16,0-5 0 0,0 4 0 0,7-4 0 16,0 1 0-16,-7-5 0 0,6 1 0 0,0-1 0 15,0-2-168-15,-6-9-278 0,8-3-178 0,-2 1-140 16,-6-5-100-16,6 3-80 0,-6-2-78 0,0-8 68 15,0 0 131-15,0 0 141 0,7-12 139 0</inkml:trace>
  <inkml:trace contextRef="#ctx0" brushRef="#br1" timeOffset="44607.72">20733 919 272 0,'0'-18'449'0,"-6"-1"70"0,6-6 67 0,0 3-57 15,0-4-135-15,0 5-104 0,0-2-79 0,0 2-65 16,6-1-68-16,1 3-65 0,-1 4 0 0,8-3-4 0,-2 3-2 15,2 0-2-15,5 5-1 0,1 3 2 0,0-5-5 16,-2 12-1-16,2-2-4 0,-7 2 1 16,1 0 2-16,4 2 14 0,-10 2 17 0,-2 4 20 15,7-1 22-15,-6 1 30 0,-1 2 28 0,-6 9 70 0,0 6 39 16,0 5-6-16,0-1 15 0,-6 4-11 0,-1-8-21 16,-6 1-77-16,7-8-48 0,-2 5-16 15,-4-5-33-15,6-3-19 0,6-5-6 0,-7 1-6 0,0-3-3 16,7-5 4-16,0 1 3 0,-6 0 5 0,6-4-2 15,6 0 5-15,-6 0-6 0,7-4-2 16,0 0-5-16,-1 1-8 0,0-1 0 0,8 0 0 16,-2 4 2-16,2-4 1 0,-1 4-4 0,6 0-1 15,0 0-1-15,-5 4-12 0,5-4 5 0,-6 8 1 16,6-5 22-16,-5 5-2 0,-8-1-8 0,1 4 9 16,-1 0 4-16,-6 4 23 0,0-1 6 15,0 1 30-15,0 0 26 0,-13-1 16 0,7 4-5 16,-8-2-12-16,2 1-24 0,-1-2-24 0,0-4-17 15,0 4-22-15,-1-5-5 0,-5 1-9 0,6-3-21 16,-6-4-56-16,-1-4-98 0,6-4-120 0,-4-4-141 16,11 2-124-16,-6 6-102 0,0 0-90 0,13 0-75 15,0 0 32-15,0-7 93 0,-6-5 99 0,12-3 107 16</inkml:trace>
  <inkml:trace contextRef="#ctx0" brushRef="#br1" timeOffset="44891.98">21307 465 297 0,'0'-12'403'0,"6"3"64"0,1-3 32 0,-7 1-61 0,0 0-60 0,7 4-57 16,-7-4-41-16,0 7-28 0,0-3-27 15,0 7-20-15,0 0-13 0,6 0-8 0,-6 7-10 16,0-3-28-16,0 7-26 0,6 1-28 0,-6-3-28 0,0 7-16 16,7-3-21-16,-7 3-13 0,0-5-10 0,0 3-8 15,0-3-5-15,0 1-5 0,0-2-27 0,0 1-47 16,0 0-67-16,0 0-74 0,0 1-81 0,0 2-83 16,0 1-57-16,0 3-24 0,0-3-66 0,0-9-10 15,0-6 35-15,0 0 62 0,0 0 75 0</inkml:trace>
  <inkml:trace contextRef="#ctx0" brushRef="#br1" timeOffset="45087.63">21431 417 139 0,'6'-7'356'0,"0"3"55"0,-6 1 54 0,8-5-50 0,-8 5-55 16,0 3-50-16,0 0-44 0,6 6-38 0,-6 2-48 15,0 3-49-15,0 0-48 16,0 5-38-16,6 1-22 0,-6 2-15 0,0-5-12 0,0 5-36 0,0 2-55 15,0 5-67-15,0 0-47 0,-6 7-90 16,6-4-145-16,-6-3-62 0,-2-4 5 16,8-8 45-16,-6-6 33 0</inkml:trace>
  <inkml:trace contextRef="#ctx0" brushRef="#br1" timeOffset="47641.99">22108 513 141 0,'0'-11'411'0,"0"-3"74"0,-6-1 60 16,-1 3-29-16,-6 2-87 0,0-1-73 0,1 6-60 0,-2 2-60 15,1 3-55-15,0 3-46 0,0 6-42 16,0 5-40-16,6 4-31 0,1 8-12 0,0-1 20 15,-1 20 74-15,-6 2 38 0,6 11 34 0,1 5 12 0,6-5 4 16,6 4-16-16,1-6-75 0,-1-5-41 0,1 0-30 16,6-7-8-16,7-7-4 15,-8-1-9-15,8-3-2 0,-7-7 1 0,7 0-4 16,-1-8-3-16,1-4-12 0,0-6-26 0,-2-12-59 16,9-3-79-16,-7-7-93 0,-1 2-96 0,-6 5-85 15,7 0-88-15,-7 4-105 0,-1-9-17 0,2-2 43 0,-8-2 70 16,8-2 82-16</inkml:trace>
  <inkml:trace contextRef="#ctx0" brushRef="#br1" timeOffset="47897.71">22428 759 236 0,'0'-12'401'0,"0"1"41"0,0 0 34 15,0 4-82-15,0-1-105 16,0 1-83-16,0 3-26 0,0 8 21 0,0 3-1 16,0 1-9-16,0 6-16 0,0 5-16 0,0 3-21 0,0 0-61 0,0 3-32 15,6 4-19-15,-6-2-13 0,0 2-3 0,0-4-27 16,6 4-46-16,-6-3-64 0,0 4-66 0,7-1-71 16,0-4-91-16,-7 1-102 0,0-7-71 0,0-5 2 15,0-14 36-15,0 0 52 0,0 0 78 0</inkml:trace>
  <inkml:trace contextRef="#ctx0" brushRef="#br1" timeOffset="48421.7">22616 886 77 0,'0'-6'406'0,"0"-6"78"0,0 4 64 0,0-3 4 0,0 8-93 0,-6 0-75 0,6-1-72 15,-6 8-56 1,6-1-50-16,-7 4-46 0,0 5-51 0,7-1-33 0,0 3-23 0,0 1-19 0,0 3-12 15,0 0-6 1,0 0 5-16,7 1-7 0,-7-4-7 16,7-1-3-16,-1-3-1 0,7 1-1 0,-7-2-2 15,8-3 1-15,-8 1 7 0,8-8 1 0,-8 0 5 16,6 0-1-16,2-8 0 0,-8 1 1 0,7-3-7 16,-7-2-3-16,2-3-2 0,-2-3-4 0,0 0-6 15,-6 3 0-15,0-3-6 0,0 3-6 0,0-3-4 16,0-1-3-16,-6 5 5 0,0-5 0 0,-2 5 7 0,2-4 6 0,0 3-1 0,-7 1 3 15,-1-1-42 1,2-3-21-16,-2 3-14 0,-5 3-6 0,6-1-9 16,0 1 2-16,7-3 47 0,-8 4 22 0,2-3 14 0,5 3 5 0,0-1 10 0,1 2 2 0,-1-1 0 15,1 1 3-15,6-2 1 0,-7 5-2 0,7-1 1 32,0-2-2-32,7 3-3 0,-7-2-7 0,0 2 2 15,6 0 3-15,1-1 0 0,-1 5 1 0,1-4-1 16,0 2 4-16,5-1-3 0,-5 6 0 0,6-4 1 15,-7 0-3-15,7 4-1 0,-6 0 0 0,6 4-3 16,-7 0 3-16,2-4-2 0,-2 6 2 0,0 2 6 16,-6-1 4-16,6 5 9 0,-6 2 3 0,0-2 7 15,0 6 3-15,-6-5-5 0,6 10-2 0,-6-4 42 16,0 3 18-16,-2-1 7 0,8 1 27 0,-6 0-10 16,6-3-22-16,-6 3-91 0,-1-4-84 0,7 4-85 15,0 4-113-15,0-5-77 0,0 5-101 0,-7-3-103 16,7-6-17-16,-6-5 33 0,6-12 60 0,0 0 74 15</inkml:trace>
  <inkml:trace contextRef="#ctx0" brushRef="#br1" timeOffset="48638.94">23060 985 353 0,'6'0'462'0,"-6"0"70"0,7 0 64 0,-7 0-80 0,0 0-73 0,0 0-66 0,0 4-56 0,-7 0-56 16,7 4-63-16,0 1-58 0,0 7-52 0,0-2-33 16,0 1-24-16,0-1-7 0,7 5-9 0,-7-1-11 15,0-3-31-15,0 3-54 0,0-4-68 16,6 5-87-16,-6-4-82 0,0 4-84 0,6-2-90 0,-6-2-94 16,0-15-5-16,0 0 41 0,0 0 60 0,14-12 80 15</inkml:trace>
  <inkml:trace contextRef="#ctx0" brushRef="#br1" timeOffset="48832.43">23334 1015 281 0,'6'-5'469'0,"-6"-4"78"0,0 1 67 0,0-4-65 0,0 1-101 16,0 5-100-16,0-2-83 0,6 1-69 15,1-1-64-15,-7 5-51 0,7-1-36 0,5 0-18 0,-5 0-10 16,6 1-12-16,-6-1-9 0,-1 4-32 0,0 0-49 15,1 4-61-15,0 3-69 0,5 4-76 16,-5 0-86-16,-7 4-102 0,7-8-61 16,-7-7 2-16,0 0 38 0,0 0 61 0,13-4 83 15</inkml:trace>
  <inkml:trace contextRef="#ctx0" brushRef="#br1" timeOffset="49340.87">23607 909 187 0,'0'-8'415'0,"0"1"70"0,7-5 60 0,-7-2-38 0,0 6-78 16,-7-3-63-16,7 8-50 0,0 0-33 0,-7 3-26 16,7 0-27-16,-6 3-13 0,-1 11-13 0,1 6-3 15,6 5-8-15,-6 4-10 0,-2 1-13 0,2-5-22 16,6 1-24-16,-6-4-25 0,6 0-26 0,0-1-20 16,0-2-20-16,0-1-13 0,6-4-5 0,-6 1-14 0,6-3 5 15,2-2-4-15,-2-2 10 0,0-4 9 0,1 3 4 16,-1-7 8-16,8 0-1 0,-8-7 3 15,7 3-9-15,-6-4-11 0,-1-2-5 0,7-2-1 16,-6-6-5-16,-1 4-12 16,1-1-13-16,-7 1-13 0,6-5-17 0,-6 4-10 15,0 1-12-15,0-1-5 0,0 0 9 0,-6 1-11 16,6-1 24-16,-7 1 15 0,1-1 14 0,-1 4 11 16,-6-1 2-16,0-2 26 0,6 3-8 0,-5-4-7 15,-2 5-3-15,1-6 1 0,1 5 3 16,-2 1-1-16,2-5 0 0,5 4 4 0,-6 4 0 0,13-1-4 15,-7-2-2-15,1-2-2 0,-1 1 3 16,7 1-3-16,0-9-60 0,0 1-31 0,7-4-18 16,-1-4-15-16,-6 4-20 0,7 8-8 0,-1-1 48 15,1-1 24-15,6 10 7 0,-7-1 9 0,0-1 7 0,8 4 1 16,-8 0 6-16,1 2 7 0,-1 2 14 16,-6 2 8-16,7-2 5 0,-7 4 7 0,0 4 5 15,7 0 3-15,-7-1-7 0,6 3-1 0,-6 5 5 0,-6-3 3 16,6 2 42-16,0 4 1 0,0 0-24 0,0 4-52 15,-7 0-68-15,7 1-76 0,-7 6-123 16,7 0-110-16,0-3-131 0,-6-5-32 0,6-9 24 0,0-12 52 16,0 0 69-16</inkml:trace>
  <inkml:trace contextRef="#ctx0" brushRef="#br1" timeOffset="49635.69">23887 465 204 0,'0'-4'359'0,"0"-4"45"0,0 1 32 0,0 5-69 16,0-2-61-16,7 4-54 0,-7 4-34 16,6-2-23-16,7 5-22 0,-6 5-12 15,5 3-6-15,2 3 3 0,5 3 10 0,-6 2 14 0,7 7 6 0,-7 1 63 0,0 14 42 16,-6 3 28-16,5 3-3 0,-5-3-6 0,-1 0-1 15,1-9-74-15,-7 2-61 0,-7 0-51 0,1-4-25 16,-1-1-28 0,-5-4-26-16,5-2-22 0,-12-1-14 0,5 1-43 0,-5-5-87 0,-1-7-128 0,0 1-161 15,8-4-158-15,-8-1-178 16,1 1-160-16,5 0-20 0,-5-9 68 16,6-2 130-16,7-4 143 0</inkml:trace>
  <inkml:trace contextRef="#ctx0" brushRef="#br1" timeOffset="61309.02">20434 1831 11 0,'6'0'349'0,"-6"-3"57"0,0-1 47 0,7 1-1 0,-7-1-100 0,0 0-79 16,0 8-53 0,0 0-36-16,0 6-30 0,0 1-25 0,6 8-19 0,-6 6-20 0,7 2-18 0,-1 2-21 15,0 0-15 1,2 0-12-16,-2 5-11 0,0-5-4 0,1 0 7 15,0 0-6-15,5-3-3 0,-5-1-4 16,-1-3-2-16,1-3-20 0,0-5-38 0,-7 1-30 0,6-8-32 16,0 0-31-16,1-7-29 0,-7 0-9 0,7-3 5 15,-1-8 16-15,-6-1 19 0,0-2 26 16,0 3 24-16,-6-3 27 0,6-1 20 0,-7 0 16 0,0-3 11 0,1 3 8 0,0-4 9 0,-1 2 8 16,-6-5 7-16,6 7 12 0,7-4 16 0,-6 5 15 31,0 3 19-31,-1 0 11 0,7 3 8 0,0 1 3 15,-7 4 2-15,7-1 3 0,7 8 0 0,-7-1-3 16,0 4-3-16,7 4 3 0,-1 5-2 0,0-1-4 16,1 2-10-16,-1 2-10 0,1 3-3 0,0-8-13 15,5 4-13-15,-5 1-11 0,6-5-9 0,-7-2-4 16,1-1 4-16,6 0 3 0,-6-8 4 0,-1 1 8 16,0-4 9-16,2-4 0 0,-2-4-5 0,0-2-8 15,0-5-5-15,1 1-9 0,0-5-8 0,-1-3-5 0,1 0-1 0,-7 1-1 0,6-6 2 31,1 5-1-31,0-4-2 0,-1 5 0 0,0-4-1 0,-6 2 0 16,6-2-2-16,2 2 0 0,-2 5 2 16,0 3-5-16,-6 5 0 0,7 3 1 0,-1-1-1 15,1 8 0-15,0 4 2 0,-7 3 3 0,6 4 0 16,0 7 1-16,0 0 0 0,8 5 1 0,-1-2-1 16,-6 2 0-16,6 2 0 0,-7 0 0 0,0 1 0 15,2 0 0-15,-2-3 0 0,0-2-11 0,0 1-31 16,2-4-44-16,-8 1-51 0,6-5-59 0,-6-2-64 15,6-1-71-15,1-5-82 0,-7-6-56 0,0 0-2 16,0 0 31-16,0 0 50 0</inkml:trace>
  <inkml:trace contextRef="#ctx0" brushRef="#br1" timeOffset="61468.9">20975 1997 238 0,'6'3'372'0,"-6"4"39"0,6 5 16 0,1 3-93 0,0-5-97 0,-7 9-70 0,6-2-49 0,0-2-37 15,1 3-28-15,0 1-24 0,-1-1-18 16,1 1-28-16,-1-4-35 0,1-1-47 0,-1-3-61 16,-6-4-93-16,0-7-106 0,0 0-41 0,0 0-2 15,0 0 26-15,7-7 51 0</inkml:trace>
  <inkml:trace contextRef="#ctx0" brushRef="#br1" timeOffset="61584.6">21027 2011 49 0,'6'8'114'0,"-6"-8"-93"16,0 0-73-16,0 0-49 0</inkml:trace>
  <inkml:trace contextRef="#ctx0" brushRef="#br1" timeOffset="61879.71">21254 2003 338 0,'0'-3'397'0,"0"0"50"0,-6-2 0 0,6 1-65 16,-6 4-61-16,0-3-49 0,-2 3-41 16,-4 3-37-16,5-3-44 0,0 9-44 15,1-6-40-15,6 4-30 0,-7 5-18 0,7-5-14 0,0 3-3 0,0 2-1 16,0-1 0-16,0 0 7 0,7-1 3 16,-1 5 10-16,1-4 2 0,0 4 4 0,-1-1 3 15,8 1 11-15,-8-4 10 0,6 4 8 0,-5-5 10 16,0-2 14-16,-1 3 11 0,-6 0 1 0,0-4-1 15,0-3-10-15,0 3-10 0,0-2-14 0,-6-2-11 16,-1-3-16-16,0-3-13 0,1 3-10 0,0-5-10 16,-8 5-26-16,8-7-44 0,0 7-55 0,-1-4-67 15,0 4-65-15,1-3-69 16,6 3-54-16,0-4-66 0,0 4-86 0,0 0-8 16,0 0 30-16,0-7 52 0,6-4 65 0</inkml:trace>
  <inkml:trace contextRef="#ctx0" brushRef="#br1" timeOffset="62220.17">21828 1867 311 0,'6'-3'422'0,"8"0"61"0,-8-5 49 0,-6 5-60 0,7-5-38 0,-1 4-19 16,-6 8 0-16,7 0 4 0,-7 11-9 0,6 0-28 16,1 3-35-16,-1 3-41 0,0 2-45 0,2 2-52 15,-2 0-50-15,0 6-39 0,1-2-40 0,0 0-30 16,-7-4-22-1,6 5-17-15,0-5-13 0,1 2-51 0,-7-6-91 16,6-6-122-16,1-1-130 0,0-3-124 0,-1-3-101 0,-6 3-60 0,6-7-24 0,-6-4-5 16,0 0 60-16,0 0 90 0,0 0 86 0,0-12 98 15</inkml:trace>
  <inkml:trace contextRef="#ctx0" brushRef="#br1" timeOffset="62637.67">21887 2003 45 0,'0'-6'348'0,"0"-6"48"0,6 1 32 0,-6 0-32 15,6 0-97 1,-6 1-95-16,8-2-58 0,-2 1-43 16,0-3-28-16,8 3-24 0,-2 0-19 0,1 4-5 15,1-5-12-15,-2 5-6 0,2 0-3 0,-2 3-3 16,2 0-2-16,-1 4-1 0,-1 0-1 0,2 4 1 16,-8 0 0-16,0 3 4 0,1 0 4 0,-7 0 6 15,0 5 7-15,7-1 5 0,-7 4 8 0,-7-1 5 16,7 1 1-16,-7-4 2 0,1 3 0 0,0-3 3 15,0 0-2-15,-2-4-1 0,2 4-2 16,0-3-2-16,-7 0 2 0,13-5-3 0,-7 1 6 0,0-1 6 16,7-3 5-16,-6 0-3 0,6 0-10 15,0 0 1-15,0 0-11 0,0-3-12 0,6 3-10 16,1 0-2-16,0-4 4 0,-1 4-7 0,7 0 1 16,1-3 2-16,-2 3-1 0,1 0-4 0,7 3 1 15,-7-3-1-15,-6 4-1 0,5-1-2 0,-6 2 2 16,2 1 8-16,-2 2 9 0,0-1 19 0,-6 3 21 15,0 2 30-15,0-1 31 0,-6 0 11 0,0-1 8 16,-8 2-14-16,8 2-20 0,0-2-26 16,-8-2-25-16,8 2-17 0,-7-1-16 0,6-5-7 15,-6-1-7-15,7 2-32 0,0-4-54 0,-8 1-66 16,8-4-78-16,-1 4-78 0,1 0-73 0,6-4-61 16,-7 0-74-16,7 0-53 0,0 0 17 0,0 0 44 15,0 0 62-15,0-8 80 0</inkml:trace>
  <inkml:trace contextRef="#ctx0" brushRef="#br1" timeOffset="62827.71">22330 1992 132 0,'7'0'427'0,"5"-4"73"0,-12-2 61 0,6 2-16 15,-6 0-108-15,8 1-102 0,-8-1-89 0,6 0-68 16,0 0-56-16,1 4-47 0,0 0-32 0,-1-3-18 15,7-1-14-15,-7 4-16 0,8 0-38 0,-8 0-60 16,0 4-70-16,8-1-78 0,-8 5-96 0,-6-4-135 16,0-4-56-16,0 0 10 0,0 0 43 0,0 0 63 15</inkml:trace>
  <inkml:trace contextRef="#ctx0" brushRef="#br1" timeOffset="62999.85">22414 2121 100 0,'0'7'402'0,"0"-7"67"0,-6 4 47 16,6-4-25-16,0-4-115 0,0 4-104 16,0 0-84-16,6-4-62 0,-6 4-49 0,7-3-30 15,0 3-21-15,-1-3-17 0,0 3-31 0,8 0-45 0,-8 0-60 16,7 0-77-16,-6 0-121 0,-7 0-124 16,0 0-41-16,13-5 5 0,-7 1 37 0,14-3 68 15</inkml:trace>
  <inkml:trace contextRef="#ctx0" brushRef="#br1" timeOffset="63324.22">23060 1755 139 0,'0'-15'401'0,"6"0"69"0,-6-3 70 16,-6-1 5-16,6 2-45 0,-7-2-20 15,7 4 0-15,-7 8 0 0,1 4-17 0,-7 6-49 16,6 1-69-16,1 4-78 0,-7 2-76 0,0-3-65 0,6 7-52 16,-5 1-19-16,4 4-2 0,-4 3 9 15,-1 0 7-15,6 7 3 0,-6 0 3 0,7 0-12 16,0 4-18-16,-2 1-14 0,2-1-12 0,6 0-8 16,0-1-5-16,6 1-3 15,2 1-3-15,-2-9-6 0,7 1-6 0,0 0-29 0,0-4-55 0,-1-7-89 16,8-5-108-16,0-3-124 0,-1-3-118 0,1 0-94 15,0-8-95-15,-1 4-69 0,-6-11 27 0,6 1 80 16,-5-5 102-16,5-4 109 16</inkml:trace>
  <inkml:trace contextRef="#ctx0" brushRef="#br1" timeOffset="63657.95">23269 1945 247 0,'-8'-3'443'0,"2"-9"60"0,0 5 54 15,-1-3-64 1,0-2-101-16,1-3-88 0,6 5-64 0,-7-5-53 16,7 4-47-16,0-4-38 0,0 4-30 0,0-4-17 15,7 0-16-15,-7 5-5 0,6-5-5 0,1 4-13 0,6 1-3 0,-7-2-5 0,8 5-1 16,-8-1-3 0,1 6 8-16,6-3 14 0,-7 1 7 0,7 4 13 15,1 4 19-15,-8 1 25 0,7 1 15 0,-6 2 13 16,5 7 20-16,-5 2 13 0,6 6-1 0,-6 2-18 15,5 0-15-15,-5-2-28 0,6-1-23 16,-7-4-24-16,8 0-14 0,-1 1-8 0,-7-8-38 16,8-1 17-16,-2 2 1 0,-6-1-14 0,1-5-50 0,6-6-48 15,-6 0-30-15,-1-3-88 0,1 0-85 0,0 3-63 16,5-4-31-16,-6 0-31 0,2 1-30 16,-2-1-43-16,-6 4-21 0,0-8 21 0,6-6 48 15,-6-1 62-15</inkml:trace>
  <inkml:trace contextRef="#ctx0" brushRef="#br1" timeOffset="63857.44">23607 1685 191 0,'0'-7'424'0,"-7"0"77"0,1-1 69 0,6-3-27 15,-7 7-65-15,7-2-56 0,-6 6-36 0,0 0-36 32,-2 10-33-32,2 5-45 0,-6 3-43 0,5 7-42 15,-6 1-41-15,0 3-37 0,-1-2-35 0,2 2-27 16,-2 0-12-16,-5 4-13 0,6-3-13 0,-6 2-2 0,5-3-9 0,-5 0-10 0,6-3-54 0,0-4-62 31,7-3-77-31,-8-5-84 0,8 4-83 0,0-2-74 16,6-2-53-16,-8-3-58 0,8 1-56 0,0-12 16 15,0 0 52-15,0 0 68 0,8-8 86 0</inkml:trace>
  <inkml:trace contextRef="#ctx0" brushRef="#br1" timeOffset="64043.26">23691 1915 306 0,'7'-2'467'0,"0"-6"72"15,-7 4 62-15,6 1-73 0,-6 3-105 0,0 0-91 0,0 3-75 0,0 9-65 0,0-6-61 16,0 5-53 0,0 4-35-16,-6-1-28 0,6 1-43 15,-7 3-62-15,7 1-74 0,0 4-80 0,0-9-103 16,-7 3-142-16,7-5-79 0,0-1-4 0,0-11 39 15,0 0 65-15,0 0 91 0</inkml:trace>
  <inkml:trace contextRef="#ctx0" brushRef="#br1" timeOffset="64644.89">24090 1769 17 0,'-8'-7'380'0,"-4"0"70"0,5-4 55 15,0 0 6-15,1-1-104 0,-1 1-105 0,1-3-84 16,6 3-64-16,0-3-54 0,6-1-41 0,-6 1-24 16,7-1-15-16,-1 0-11 0,1 1-4 0,6-1-8 15,-7 3 2-15,8 1-1 0,-8 1 2 0,0 2 0 16,1 1 0-16,0-1 6 0,-1 4-4 16,1 2 5-16,5 2 9 0,-4 0 18 15,-2 2 22-15,-6 6 23 0,6 3 27 0,0-1 18 16,-6 5 6-16,8 4 10 0,-8-1-3 0,0 5-9 15,0-6-17-15,0 6-19 0,0-2-16 0,6 1-21 0,-6 1-20 16,6-5-12-16,1-7-6 0,-7 4-4 16,6-4-1-16,1-5-4 0,0-2-1 0,-1 0 2 15,0-4 1-15,2-8-1 0,-2 2 1 0,6-5-7 0,-5-8 1 16,6 1 5-16,0-1-7 0,-7-6-9 16,2 2-11-16,-2 2-8 0,6-1-17 0,-4-4-14 15,-2 8 0-15,-6-4 5 0,6 4 9 0,1 3 14 0,-1 5 14 16,-6 2 2-16,0 4 4 15,0 1 6-15,7 6 5 0,-7 1 3 0,0 4 8 16,0 2 13-16,7 5 14 0,-7 6 9 0,6-2 11 0,-6 7 14 0,6 4 10 16,0 1 8-16,2 10 2 0,-2 0 9 0,0 2-6 15,1 1 1-15,0-3-6 16,6-1-15-16,-7-4-7 0,0 2-15 0,-6-6-6 16,7 2-20-16,-7-5-8 0,7-3-4 0,-7-1-3 15,0-7-6-15,0 1-6 0,0-8 6 0,-7-1-1 16,7-6-6-16,-7 0-2 0,1 0 1 0,-7-4-9 15,7-4-8-15,-8-4-12 0,8-2-19 16,0-5 1-16,-8-4-24 0,14-3-11 0,-6-4-16 0,6 1-14 16,0-4-1-16,0 8-28 0,0-6-15 0,6 8-16 0,0-2-23 15,8 3-23-15,-8 3-29 0,8 0-23 0,-1 1-15 16,-1 3-15-16,2 3-25 0,5-2-47 0,-6 1-78 16,0 3-17-16,0-5 16 0,0-4 36 0,7 1 57 15</inkml:trace>
  <inkml:trace contextRef="#ctx0" brushRef="#br1" timeOffset="64896.22">24643 1436 143 0,'6'0'384'0,"1"0"64"0,-1 0 62 0,8 7-29 0,-8 1-69 0,14 3-42 15,-7 4-11-15,0 6-3 0,6 8 7 16,1 8 15-16,0 11-4 0,-8 3-2 0,1 0-8 0,1 0-25 0,-8 1-52 16,-6-2-60-1,0 2-44-15,0-4-56 0,-6-1-52 0,-8-2-46 0,1-2-65 0,1 2-104 16,-8-8-139-16,0-1-162 0,7-7-164 0,-13 0-185 16,6-2-132-16,-6-6-3 15,1-3 79-15,5 1 136 0,-6-5 150 0</inkml:trace>
  <inkml:trace contextRef="#ctx0" brushRef="#br1" timeOffset="74890.2">24656 843 277 0,'6'-8'415'0,"1"-7"57"0,0 4 51 0,-7-3-79 0,0-1-43 0,0-4-74 0,-7 5-42 0,7-1-33 16,-7 1-38-16,1-1-32 0,-1 4-59 0,1 4-6 16,0-1-24-16,6 1-17 0,-7 0-16 0,0 7-17 15,1 0-19 1,6 0-8-16,-6 0-8 0,-1 0-9 0,7 7-3 16,-7-3-8-16,7 7 52 0,0 0 28 0,0 3 17 15,0 8 7-15,0 1 5 0,7-2 10 0,0 1-47 16,-1 0-30-16,0 7-2 0,8-2-12 0,-8-6-9 0,7 1-7 0,-7-7-1 0,8-4 3 31,-8 0-13-31,0-3 11 0,2-2-2 0,-8-2 9 0,0 0 3 0,0-1-3 0,0 1 4 0,-8-4-6 31,2 4 1-31,0-8-17 0,-8 4-36 0,1 0-52 0,1-4-73 0,-2 4-83 0,2 4-81 16,-2 4-73 0,8 0-57-16,-7-2-61 0,6 2-64 0,7-8 15 15,0 0 45-15,0 0 66 0,0-8 78 0</inkml:trace>
  <inkml:trace contextRef="#ctx0" brushRef="#br1" timeOffset="75265.73">24734 820 174 0,'7'-11'389'0,"-1"0"54"0,-6 1 41 0,0 2-61 0,0 1-95 16,6-1-72-16,-6 4-59 0,0 2-47 0,0 2-38 31,0 0-35-31,0 2-27 0,0 6-19 16,8-4-10-16,-2-1-5 0,7 1-2 0,-6-4-1 15,5 0-2-15,1-4-3 0,1 4 2 0,-2-3-1 16,8-1-1-16,-7-6-37 0,0-2-23 0,0-3-10 0,-7 1-6 16,8-1 2-16,-8 0 3 0,0 1 42 15,1-1 24-15,0 1 15 0,-7-1 13 0,0 0 5 16,-7 1 4-16,7 3 7 0,-7-1 4 0,1 6 4 0,0-1-5 16,-8 2-7-16,8 1-6 0,-7 1-11 0,0 6-8 15,6 1-11-15,-5 3-7 0,5 4-1 16,-6 1-5-16,7 1-1 0,-1 7-4 0,0-3 48 0,1 6 28 15,6-1 13-15,0 0 4 0,0 3 7 0,6-2 5 16,-6 2-42-16,7-3-25 0,6 0-13 0,-7-3-5 16,8-2-2-16,-2 3-6 0,2-10-1 15,-1 1-13-15,-1-3-29 0,8-5-46 0,-7 1-57 16,0-1-60-16,0-3-62 0,1 0-51 0,-2 0-51 16,2-7-55-16,-8-4-40 0,7 0 8 0,-7-11 34 15,8-3 49-15</inkml:trace>
  <inkml:trace contextRef="#ctx0" brushRef="#br1" timeOffset="75433.39">25125 565 177 0,'7'-5'325'0,"-7"1"40"0,0 4 5 0,0 4-67 0,0 3-57 15,0 4-39-15,0 5-34 0,-7 5-27 0,7 2 16 16,0 6-8-16,7 0-13 0,-7 3-15 0,0 1-10 16,6 4-10-16,-6 0-48 0,6-4-26 0,2-4-22 15,-2 0-31-15,0-3-40 0,1 3-47 0,-1-3-53 16,1-3-50-16,0-6-56 0,-1 2-51 0,-6-9-49 15,0-10-43-15,0 0 4 0,0 0 29 16,0-10 47-16</inkml:trace>
  <inkml:trace contextRef="#ctx0" brushRef="#br1" timeOffset="75767.78">25112 901 248 0,'-6'-7'354'16,"6"-1"34"-16,0 2-13 0,0-2-60 0,0 4-80 16,0 4-56-16,6-3-38 0,0 3-21 0,1 0-20 15,6 0-18-15,1 0-9 0,-2 0-10 0,1-5-5 16,7 2-5-16,-8-1-11 0,8 0-11 0,0-2-11 15,-7-6-8-15,7 1-5 0,-8-3-5 0,8-1-2 16,-13 0-36-16,6-2-18 0,-7 2-9 0,7-1-4 16,-13-2-2-16,6 4-2 15,-6-1 37-15,0 1 16 0,0-1 21 0,0 3 17 16,0-2 19-16,-6-1 12 0,0 5 14 0,-1 3 13 0,1-1-4 16,-1 4-7-16,-6 4-11 0,7 4-10 0,-8 0-14 15,2 3-13-15,5 7-6 0,0-2-2 16,-5 3 4-16,12-1 44 0,-7 8 30 0,7-4 17 15,0 0 7-15,0 4 4 0,7-3-1 0,-1-1-44 0,0 1-30 0,1-1-15 16,6-4-11-16,0 1-7 0,0-1-2 0,0-6-4 16,0 3-9-16,0-7-21 0,7 0-39 0,-1 0-50 15,-6-4-59-15,0 0-59 16,7 0-47-16,-7 0-38 0,0-4-34 0,0 0-34 0,-7-3-43 0,1-5 5 16,0-6 26-16,-1-4 44 15</inkml:trace>
  <inkml:trace contextRef="#ctx0" brushRef="#br1" timeOffset="75918.47">25542 630 249 0,'7'-7'325'0,"-1"-5"40"0,-6 10-20 0,0-6-54 16,7 4-39-16,-7 4-25 0,-7 4-22 0,7-2-22 16,0 6-28-16,0 7-29 0,0-1 13 0,0 9-9 15,0-1-10-15,7 3-6 0,-7 5-9 0,6-1-7 16,0 0-47 0,-6-3-27-16,8-1-35 0,4 6-48 0,-6-6-49 15,2 0-53-15,4 1-49 0,-5-4-45 0,-1-4-30 16,1 1-27-16,6-8-33 0,-7-5-45 0,2-1-3 15,4-10 17-15,-6-1 38 0</inkml:trace>
  <inkml:trace contextRef="#ctx0" brushRef="#br1" timeOffset="76527.72">25777 780 47 0,'6'-19'320'0,"1"2"45"0,-7-5 48 0,0 3-14 16,-7 4-61 0,1 1-49-16,-1 3-7 0,1 0-17 0,-8 7-28 0,8 4-37 0,-6 4-42 0,-2 7-44 15,8-4 13-15,-7 4-4 0,6 4-5 16,-6-4-11-16,7 0-5 15,0 3-2-15,-2-2-49 0,8-1-20 0,0-5-16 16,-6 6-4-16,6-5-2 0,6-3-3 0,-6 0-2 16,0-4-1-16,14-4 0 0,-8 0 1 0,7-3 0 0,-6-5-50 0,-1 2-26 15,7-5-15-15,-7 1-5 16,2-1-2-16,4-4-1 0,-6 5 47 0,8-1 26 0,-8 1 9 0,1 7 8 0,-1-5 0 31,1 9-5-31,0-5 3 0,-7 4 0 0,6 4-1 0,-6 4 1 0,6 0 1 0,0 3 2 0,-6 1 2 16,8 3-2-1,-2-1 49-15,0 5 28 0,1 3 13 0,-7-3 8 16,7 0 0-16,-1 3-7 0,1-3-73 0,-1-1-69 16,0 1-61-16,1 0-52 0,-7-1-50 0,7-3-36 15,-1 0-16-15,0-3 2 0,-6-1 12 0,7-4 15 16,0-3 11-16,-7-3 9 0,6 0 4 16,-6-5 8-16,0-3 13 0,7 0 17 0,-7-4 29 15,0-3 37-15,0-1 18 0,6 2 39 0,-6-5 52 16,7 3 46-16,-7-3 39 0,6 4 31 0,-6 0 42 15,0-1 20-15,0 4-7 0,0 1-8 0,0 3-3 0,0 3 1 16,0 2 3-16,0 6 1 0,0 0-1 16,0 0-2-16,0 2-5 0,0 6-7 0,0 0-9 0,0 3-3 0,-6 3-7 0,12 1-8 0,-6 3 41 15,0 1 16 1,0-1 3-16,0 4-6 0,0-4-5 0,7-3-13 16,-7 0-61-16,0-1-35 0,0-3-24 0,6-3-10 15,-6-1-7-15,0-7 6 0,6 0-4 0,-6-4-6 16,8-3-3-16,-2-4-51 0,0-3-26 15,7-1-13-15,-6 3-9 0,6 2-4 0,-7-5 1 0,1 0 45 16,0 4 21-16,-1 0 1 0,0 0 5 16,8 4 7-16,-8 0 0 0,0 7 0 0,1 0-6 0,-1 0-16 15,1 7-31-15,0 4-46 0,-1 3-7 0,0 5-40 16,8 7-49-16,-14 3-47 0,13 4-59 0,-7-4-86 16,1 1-95-16,-1-8-15 0,1-5 25 15,5-5 52-15,-4-1 84 0</inkml:trace>
  <inkml:trace contextRef="#ctx0" brushRef="#br1" timeOffset="78962.98">27015 424 7 0,'6'-9'350'0,"-6"-8"68"0,6 3 66 0,-6-3 21 16,0 2-32-16,0 0-6 0,-6 1 3 16,6 5 17-16,0 6 11 0,0 6-6 0,-6 2-27 15,6 2-48-15,-6 4-54 0,-1 4-60 0,0 2-51 16,1 6-43-16,6 2-43 0,-7 9-30 0,7 5-21 16,-6 5 6-1,-1 8-4-15,7 7-10 0,-7 6-10 0,7 1-12 16,0 4-10-16,0-4-33 0,7 0-18 0,0-4-21 0,-1-7-40 15,7 1-66-15,1-6-107 0,-8-6-143 16,6-10-173-16,2-3-173 0,5-4-156 0,-5-5-155 16,4-8-17-16,2-10 79 0,0-8 139 15,-1-6 164-15,7-9 181 0</inkml:trace>
  <inkml:trace contextRef="#ctx0" brushRef="#br1" timeOffset="79380.95">27458 615 83 0,'0'-21'387'0,"-7"-6"78"16,7 2 76-16,-6 2 15 16,-1-2-38-16,1 4-32 0,-1 1-17 0,7 13-24 15,-6 1-30-15,6 6-52 0,-7 0-66 16,1 4-72-16,0-2-70 0,-2 3-53 0,2 5-43 0,0 2-29 15,-1-2-20-15,1 9-9 0,-1 3-3 16,1 0 0-16,-1 4 0 0,1 3 38 0,6 4 20 16,-7 0 16-16,7-1 11 0,0-3-2 0,7 2 2 15,-1-2-37-15,1-4-21 0,-1 1-11 0,7-8-6 0,0 1-2 0,1-9-2 16,-2-2-3-16,1-5 1 0,0-3 0 0,0-7-2 16,7-3 1-1,-14-2-1-15,8-7 5 0,-2 1-1 0,-5 0-3 16,-7-4-45-16,6 4-16 0,1-4-12 0,-7 7-6 0,0 1 32 0,0-1-18 15,0 4 27-15,-7 0-10 0,1 3-18 16,-1 1-35-16,1 0-83 16,0-1-47-16,-1 5-60 0,-6 6-63 0,7 12-26 0,-8 7-39 0,8 8-46 15,-1 3-71-15,-6 0-50 16,7-1 22-16,6-6 20 0,-7-4 60 0,7-4 86 16</inkml:trace>
  <inkml:trace contextRef="#ctx0" brushRef="#br1" timeOffset="79697.2">27380 1235 337 0,'-7'-4'417'0,"7"-1"47"0,-6-1 3 0,6-2-85 0,0 2-95 0,0-3-76 0,0-1-57 0,6 3-41 0,-6-1-38 0,7-4-29 0,-1 5-22 0,8 0-11 15,-2 0-5-15,-5-1-4 0,6 5 1 0,0-4-2 16,-7 3-1-16,8 4 1 16,-8 0 11-16,0 0 21 15,8 4 19-15,-8 3 28 0,0 0 30 0,-6 4 26 16,7 3 17-16,-7 2 0 0,0 5-8 0,0 2-21 16,0 2-26-16,0 4-25 0,0 1-28 15,0-1-21-15,0 1-14 0,0-1-12 0,0 0-33 16,-7 1-52-16,7-1-66 0,0 0-75 0,7-3-75 15,-7 3-72-15,6-7-72 0,-6-4-85 16,0 1-17-16,7-8 28 0,-7-11 53 0,0 0 66 16</inkml:trace>
  <inkml:trace contextRef="#ctx0" brushRef="#br1" timeOffset="79889.71">27451 1425 14 0,'-6'-4'376'15,"-1"-3"74"-15,1-1 60 0,-1-3 14 16,7 1-81-16,-6 2-90 0,6 1-78 0,0 0-66 16,0 0-52-16,6-2-51 0,1-1-43 15,-1 3-30-15,7-5-16 0,7 4-12 0,-7-1-27 16,6 1-37-16,-6 0-54 0,7 2-67 0,0 1-76 16,-1 2-113-16,-6 3-118 0,6-7-37 0,-5-1 13 15,-1-3 46-15,6-3 66 0</inkml:trace>
  <inkml:trace contextRef="#ctx0" brushRef="#br1" timeOffset="80233.09">27751 534 6 0,'-6'-15'362'0,"6"-2"77"15,-7-5 71-15,7 3 28 0,0 2-57 0,-6 1-72 16,6 3-66-16,0 4-56 0,0 1-45 0,6 5-34 16,1 6-33-16,-7 2-10 0,6 7 1 0,0 5 15 15,8 12 10-15,-8 12-1 0,7 3 52 0,7 7 25 16,-7 0 22-16,0 0 6 0,-1 5-3 16,2 2-13-16,-8-3-63 0,1 3-45 0,-7-3-42 15,0 1-37-15,0-2-35 0,-7-2-19 16,1 2-15-16,0-6-12 0,-8 0-4 0,8-8-14 15,-7-3-2-15,6-5-27 0,1-3-42 0,-7 2-61 16,-1-6-88-16,2-3-105 0,6-10-139 0,-8-2-118 16,8 1-100-16,-7-1-104 0,6 2-81 0,-6-5 23 15,7-3 93-15,6-4 117 0,0 0 125 0</inkml:trace>
  <inkml:trace contextRef="#ctx0" brushRef="#br1" timeOffset="82357.86">28454 1010 226 0,'-6'-3'437'0,"6"-1"76"0,-6-6 72 0,0 2-27 0,6-7-52 0,-7 12-20 0,7 0-12 15,-7 3-10-15,7 6-17 0,0-6-31 0,0 4-51 16,0 0-65-16,-6-4-65 0,6 0-60 0,6 0-50 16,-6 0-38-16,7 0-20 0,0 0-6 0,5 0-2 15,8-4-1-15,-1 4-2 0,1-4-6 0,12 4-14 16,1 0-14-16,7-3-9 0,5 0-2 16,7 3-3-16,0-5-4 0,0 5 1 0,7 0 6 15,-1 0-4-15,7 0-3 0,-6 0 1 0,0 0-3 16,0 0-1-16,-1 5-6 0,-5-5 1 0,-2 3 0 15,-5 0-2-15,-7 1-2 0,-6 0-31 0,-1 3-57 16,-6 4-76-16,-6-6-101 0,-1-3-118 16,-5-2-112-16,-2 0-85 0,-4 7-55 0,-2 5-60 15,-6-2-62-15,0-10 34 0,0 0 72 0,0 0 90 16,0 0 100-16</inkml:trace>
  <inkml:trace contextRef="#ctx0" brushRef="#br1" timeOffset="82624.78">29399 820 204 0,'0'-7'398'0,"0"0"46"0,7-4 34 0,-7 4-69 16,7-5-102-16,-1 5-66 0,8-1-48 0,-8 6-30 16,7-2-15-16,6 4-24 0,-6 4-20 15,7-2-17-15,0 10-3 0,-1-5 11 0,1 4 9 0,-8 0 21 16,2 0 29-16,-1 7 32 0,-7 0 34 0,1 13 27 15,-7-2 11-15,0 3-7 0,0 5-24 16,-7-8-37-16,1 4-51 0,-7 0-49 0,7 0-38 16,-8-4-30-16,1 0-56 0,0-4-87 15,0-2-125-15,0 0-132 0,0-9-135 0,7 8-171 0,-8-4-124 16,8-3-6-16,-1-4 76 0,7-11 105 0,0 0 123 16</inkml:trace>
  <inkml:trace contextRef="#ctx0" brushRef="#br1" timeOffset="83769.14">28566 267 262 0,'0'-11'345'0,"0"0"38"0,-7-3-11 0,7 2-71 0,-6-2-59 0,-1 3-42 15,7 0-25-15,-7 1-22 0,1-2-16 0,0 4-17 16,-1 2-17-16,0-2-11 0,1 4-14 0,6 4-16 15,-6 0-15-15,-1 4-16 0,7 4-11 0,-7 1-8 16,1 11-7-16,-1-2-1 0,1 7-2 0,0 1-2 16,-2 6-5-16,8 2-1 0,-6 3-4 0,6 3 3 15,0 0-2-15,0 1 2 0,6-5-1 0,2 5 36 0,-2-5 0 16,7 5-33-16,-7-1-59 0,8-4-63 0,-2 5-69 16,2-8-137-16,-2-4-130 0,2-11-43 15,-1-7 21-15,-1-11 41 0,2-3 61 0</inkml:trace>
  <inkml:trace contextRef="#ctx0" brushRef="#br1" timeOffset="84106.22">28787 432 244 0,'-6'-11'362'0,"6"0"38"0,-7 4 6 0,-6-1-83 15,6 1-77-15,1 7-55 0,-7 0-45 0,6 0-34 16,1 7-30-16,0 1-28 0,-1 6-15 0,1 1-9 15,6-1-9-15,-7 9-4 0,7-4-4 0,0-2 0 16,7 5-10 0,-1-3-3-16,1 0-1 0,-7-6 0 0,12 3 4 0,-5-7 2 15,0 3 1-15,5-4 2 0,-5-5 7 0,6 1 4 0,0-8 1 0,-6 1-2 16,6-5 2-16,-7-4-4 16,0 3-5-16,8-7-2 0,-8-2-3 0,-6 0 1 15,7 0-1-15,-1-1 0 0,-6-3-1 0,0 8-2 0,0-9-4 0,0 9 1 0,0-3-2 16,-6-3-1-1,-1 6-3-15,7 2-8 0,-6 5-8 0,0 0-16 0,-2 4-20 0,2 3-26 0,0 3-21 16,-1 1-21 0,1 6-23-16,-1 2-22 0,7 2-24 0,-6 6-42 0,-1-3-70 0,7-3-38 15,-6 1 0-15,6-7 19 16,0-8 35-16</inkml:trace>
  <inkml:trace contextRef="#ctx0" brushRef="#br1" timeOffset="84293.4">29145 619 286 0,'0'7'371'0,"0"-3"40"15,-6 0-3 1,6 2-81-16,-6 6-71 0,6-1-20 0,-6 3-31 16,6 1-25-16,-8 3-25 0,2 0-27 0,6 1-21 0,0-1-52 0,0 1-27 0,0-1-46 15,0 0-62-15,0 1-75 16,0 2-97-16,0 1-152 0,0-7-90 15,6-7-22-15,-6-8 24 0,0 0 54 16</inkml:trace>
  <inkml:trace contextRef="#ctx0" brushRef="#br1" timeOffset="87558.56">29295 381 46 0,'0'0'404'0,"0"-12"96"0,0 2 100 0,0-1 53 0,0 0-34 16,-6 4-34-16,6 3-45 0,0 1-55 16,0 6-71-16,0-3-89 0,0 0-94 0,0 0-84 0,6-3-70 15,1 3-36-15,-1-4-28 0,1-1-11 0,6 5-2 16,0-3 1-16,0 0 6 0,0 3-12 0,-6 0 5 16,6-5 0-16,-1 5 5 0,-5 5-4 0,6-5 1 15,-7 3 9-15,2 0-25 0,-2 2 10 0,0 2 0 16,1-3 3-16,-1 3 0 0,-6 4-2 0,0-4 21 0,0 7-11 15,0-2-2-15,-6 2 3 0,-1 6-4 16,1-3 2-16,0 2-2 0,-2-1 0 0,2 1 1 16,0-5-13-16,-1 3 4 0,0 2-1 0,7-4-1 0,-6-1-1 15,6-3 6-15,6 1 4 0,-6-1-5 0,0-3-4 16,7-6 3-16,0 6 3 0,-1-4-8 0,8-4 3 16,-8 0 7-16,7-4 1 0,6-4-4 0,-6 8-8 15,1-8-40-15,5 2-68 0,1-5-97 0,-8-3-109 16,2-2-114-16,-2 9-108 0,2 7-84 0,-1 7-96 15,-7-3 9-15,-6-4 65 0,13-7 92 0,0 3 100 16</inkml:trace>
  <inkml:trace contextRef="#ctx0" brushRef="#br1" timeOffset="87860.17">29790 248 253 0,'8'-14'406'0,"-2"3"61"16,-6-3 48-16,6-1-61 0,-6 0-66 15,0 4-63-15,6 4-59 0,-6-1-49 0,0 5-43 0,7 0-28 16,0 3-15-16,-1 3-13 0,1 3-6 0,-1 6-2 16,1-1 3-16,0 8-11 0,-1-1-3 0,6 7 25 15,-4 8 18-15,-2 4 21 0,0 7 6 0,1-4-5 16,-7 0-15-16,0 1-34 0,0-4-24 0,-7 3 9 15,1-3-6-15,0-4-1 0,-8-1-15 0,2 1-43 16,5-6-88-16,-6-6-162 0,0-2-151 0,6-1-146 16,-6 4-141-16,1 3-156 0,-2-2-26 0,1-6 58 15,0-1 101-15,6-6 115 0,1-2 136 16</inkml:trace>
  <inkml:trace contextRef="#ctx0" brushRef="#br1" timeOffset="90968.89">18792 3495 84 0,'6'-11'333'0,"-6"3"45"0,0-6 39 0,0 3-43 0,6-1-71 16,-6 3-41-16,0 1-15 0,0-4-5 0,0 5-1 16,0 0-3-16,0-1-12 0,0 1-15 0,0 3-24 15,7 4-21 1,-7 0-11-16,0 4 0 0,0 7 6 16,0 4 4-16,7 8 8 0,-1 6 4 0,0 7-13 0,2 0-26 0,-2 8-32 0,-6 5-28 15,6-3-23-15,-6 2-23 0,7 0-14 16,-1-1-12-16,-6 0-32 0,7-6-68 0,-7-4-88 15,6-4-103-15,1-4-109 0,-1-7-98 0,0-7-75 16,2-5-62-16,-2-5-39 0,-6-5 36 0,6-5 70 16,1-5 83-16,0-5 94 0</inkml:trace>
  <inkml:trace contextRef="#ctx0" brushRef="#br1" timeOffset="91221.68">18850 3710 50 0,'0'-25'317'16,"-6"0"36"-16,6 3 27 0,0-4-35 0,0 3-93 15,6 2-64-15,-6 3-38 0,13-1-24 0,-6 1-16 16,-1 3-26-16,13 1-10 0,-5-2-12 0,6 10-10 16,-1-1-9-16,7-1-10 0,-6 8 0 15,6 4 9-15,-1 0 22 0,-5 7 28 0,0 3 27 16,-1 4 21-16,-5 8 33 0,-8 0 17 0,0 4 0 16,-6-1-6-16,0 3-13 0,-6 1-19 0,-7 0-36 15,0 3-34-15,0-3-27 0,-7 1-28 16,8-5-15-16,-8 0-7 0,7 0-6 0,0-2-24 0,0-6-38 15,-1-2-53-15,8-4-66 0,0-1-67 0,-1-3-65 0,7 1-50 16,0-10-43-16,0 2-54 0,0-4-47 16,0 0 5-16,13-4 34 15,-7 2 53-15,8-10 74 0</inkml:trace>
  <inkml:trace contextRef="#ctx0" brushRef="#br1" timeOffset="91405.87">19215 3685 240 0,'13'-18'415'0,"-6"6"64"0,-1 2 55 0,1 3-58 15,-7 3-73-15,6 4-55 0,-6 4-44 0,0 3-48 16,0 0-52-16,0 8-51 0,0-1-49 16,6 5-39-1,-6-1-27-15,8 1-23 0,-8 3-5 0,6-1-4 16,0-2-2-16,0 3-25 0,2-8-54 16,-2 5-65-16,-6-5-82 0,13-2-86 0,-7-5-107 15,1-3-124-15,-7-4-40 0,7-4 24 0,-1 0 53 0,6-7 71 0</inkml:trace>
  <inkml:trace contextRef="#ctx0" brushRef="#br1" timeOffset="91606.67">19418 3473 19 0,'0'3'371'0,"6"1"58"0,-6 4 49 0,0 6 12 0,0 4-102 31,0 4-93-31,0 0-66 0,0 3-52 0,6 4-44 16,-6 2-37-16,6 1-36 0,2 1-28 0,-2 4-17 15,0-4-9-15,1 0-6 0,6-4-22 0,-6-3-34 16,5-1-43-16,-6-2-47 0,2-1-55 16,-2-8-45-16,0-3-44 0,1 1-39 0,-7-12-37 15,0 0-22-15,0 0 19 0,-7-8 24 0,1 1 53 16</inkml:trace>
  <inkml:trace contextRef="#ctx0" brushRef="#br1" timeOffset="92024.95">19418 3824 14 0,'-8'-14'302'0,"2"-1"43"16,0 0 29-16,6 5-36 0,0-1-66 15,0-1-64-15,0 4-43 0,6 2-30 0,0-2-25 0,2 5-27 16,4-5-22-16,-6 4-20 0,8-3-14 0,5 0-13 16,1 3-9-16,0-3-2 0,-1 0-2 15,1-1-1-15,-1 1-1 0,0-1 0 0,1 2 2 16,-7 2 2-16,0-3 0 0,0-1 3 0,-7 4 8 16,2-4 11-16,-8 6 10 0,6-2 11 15,-6 1 10-15,-6 3 12 0,6 0 9 0,-8 3 8 16,2 3 9-16,0 6 3 0,-1 3 0 0,1 0-3 15,-7-1-6-15,6 4-10 0,-6 4-13 16,0 1-7-16,7-5-1 0,-1 3-5 0,0-2-2 16,1-4-4-16,6-1-5 0,-6-3-6 0,6 4-7 15,0-7 8-15,0-2 2 0,6-2 1 16,0-4 3-16,1 0 2 0,0-8-1 0,-1 2-12 0,7-5-10 16,-6-4-5-16,6 0-6 0,0 1-4 0,-7-1-1 15,7-3-2-15,-7 3-2 0,8 1-3 0,-8 2 0 16,1 1 3-16,-1 4-1 0,1 3-5 0,-7 1 1 15,6 3 2-15,1 3 0 16,-7 4-4-16,6 5 1 0,1 3 4 0,0 3 1 16,-1-3 2-16,0 6 4 0,-6-2-1 0,7-1-3 15,0 0-5-15,-1 0-30 0,0-2-49 16,1-1-61-16,-1-5-62 0,-6-3-56 0,7-3-55 16,0-4-26-16,-1 0-11 0,0-4-5 0,-6-3-8 15,8-1-17-15,-8-2-5 0,0-5 20 16,-8 1 41-16,8-1 54 0</inkml:trace>
  <inkml:trace contextRef="#ctx0" brushRef="#br1" timeOffset="92743.83">19821 3678 256 0,'0'-4'352'0,"0"0"40"0,0 1-14 0,0 6-56 0,0 1-63 0,0 7-43 0,0-4-25 0,0 4-17 0,0 4-17 16,0 0-22-16,6-1-22 0,1 5-23 16,0-1-21-16,-1 0-23 0,-6-3-21 0,7-1-9 15,-1 1-6-15,0-3-1 0,2-2-8 0,-2 2 6 16,0-9 14-16,-6 1 8 0,0 0 3 0,7-8 3 15,0 0 5-15,-7 1-6 0,0-5-9 0,6-4-13 16,0 2-7-16,-6-5-5 0,7 1 0 16,-1-5-2-16,1 5-2 15,0-4 1-15,-1-1-2 0,0 5 3 0,1-5-7 16,0 4 3-16,-1 1-1 0,0 3 1 0,-6 0 0 16,7 7 1-16,0 1-1 0,-1 3 2 15,-6 0 2-15,7 7 0 0,-7 0 3 0,0 4-1 16,6 0 5-16,-6 3-2 0,6 1-1 15,-6-1-1-15,8 6 2 0,-8-5 0 0,6 2-3 0,0-2-1 16,-6-4-1-16,6 0 0 0,1 0-1 16,0-4-13-16,-7 1-19 0,6-8-29 0,-6 0-26 15,0 0-28-15,7-8-32 0,-1 1-16 0,1-1-7 16,0-2 6-16,-7-5 2 0,6 4 7 0,0-4 7 0,-6 1-3 16,6-1 2-16,-6 1 4 0,0-5 19 0,8 8 37 15,-8-4 49-15,0 4 59 16,6 0 53-16,-6 4 46 0,0 4 33 0,0-2 18 15,0 5 10-15,0 5 11 0,0-2 9 0,0 4 4 0,0 4 2 16,0 4-7-16,0-4-13 0,0 4-21 0,0 0-23 16,6 3-24-16,-6-3-29 0,7-1-22 0,6-3-21 15,-6 4-14-15,-1-4-12 0,7-4-7 0,-6 0-1 16,-1 1 0 0,0-8 0-16,1 0 2 0,0-4-4 0,-1-4 2 15,1 1-3-15,-1-4 0 0,0 0-5 0,1-7-2 16,-7 4-1-16,0-5-1 0,7 1-1 0,-1-1-3 15,-6-3-7-15,0 4-10 0,0-1-3 16,6 2-7-16,-6-3 1 0,0 11 5 0,0-3 7 16,0 4 11-16,0 1 3 0,0 7 10 0,0 5 2 15,0-3-3-15,0 10-1 0,0 3 0 16,0 3 3-16,8 0 4 0,-8 4 11 0,6 4 13 0,0-1 18 0,1 9 17 16,-7-5 15-16,6 4 5 15,-6 0-2-15,0-4-6 0,0 0-14 0,0 1-20 16,0-5-19-16,0 1-17 0,-6-3-3 15,6-6-4-15,-7 2-1 0,1-8 5 0,0 0 3 16,-2-4 3-16,-4 0-12 0,5-7-24 0,-6 0-46 16,7-3-55-16,-7-5-64 0,6 1-59 0,-6-4-57 15,13-3-44-15,-6 2-52 0,-1-3-67 16,7 5-27-16,0-5 14 0,7-4 38 0,-1 1 52 16</inkml:trace>
  <inkml:trace contextRef="#ctx0" brushRef="#br1" timeOffset="93061.52">20388 3667 141 0,'7'-12'372'0,"-1"2"65"0,-6-1 64 0,0 3-7 15,0 0-34-15,0 6-24 16,0 2-29-16,-6-4-31 0,-1 8-52 0,7-2-66 0,-7 6-76 0,1 0-65 16,0 3-42-16,-1 4-35 0,1 3-18 15,-1 0-14-15,7 0-3 0,-7 1-1 0,7-1-3 0,0 1 4 16,0-5-1-16,7-3-2 0,-7 4 0 15,7-8 3-15,-1-3-3 0,1-1 0 0,-1-3-2 16,0 4 8-16,1-8 2 0,0 1-1 0,-1-1-1 16,8-3-2-16,-8-1-4 15,0-6-2-15,1 2-5 0,-1 2-3 16,-6 3-3-16,7-1 0 0,-7 4 3 0,6 0 1 16,1 4 1-16,-7 0 4 0,6 8 6 0,-6 0-1 15,6-1 0-15,-6 3-29 0,0 2-53 16,0 2-83-16,8-3-86 0,-8 0-89 0,0 0-96 15,0-3-109-15,0-8-83 0,0 0 11 0,0 0 46 16,6 3 69-16,7-3 86 0</inkml:trace>
  <inkml:trace contextRef="#ctx0" brushRef="#br1" timeOffset="93255.99">21066 3612 148 0,'6'0'504'15,"0"-3"135"-15,2 3 143 0,-8 0 94 0,6-4-30 0,-6 4-61 0,0 0-80 16,0-4-96-16,6 0-123 0,-6 0-129 0,0 0-125 16,0 2-92-16,0-3-72 0,0 3-80 0,0 2-108 15,0-5-158-15,-6 5-180 0,6 0-170 0,6 5-148 16,-6-5-148-16,0 0-58 0,0 0 67 16,0 0 136-16,0 13 146 0,7-1 144 0</inkml:trace>
  <inkml:trace contextRef="#ctx0" brushRef="#br1" timeOffset="93403.71">21177 3770 255 0,'0'14'520'0,"0"-3"115"0,0-4 114 0,0 4 20 16,0-7-55-16,0 3-68 0,-7-3-77 0,7-1-88 15,0-3-98 1,0 4-106-16,7-4-97 0,-7 0-78 0,0 0-77 0,0-4-92 0,0 4-131 0,0-3-156 16,6-1-154-16,-6 1-155 0,0 3-172 0,6-8-65 15,1-3 44-15,-1 4 115 0,8-4 132 16,6 1 146-1</inkml:trace>
  <inkml:trace contextRef="#ctx0" brushRef="#br1" timeOffset="93647.18">21769 3352 36 0,'7'-11'479'0,"0"0"117"0,-7 0 99 0,0 7 82 31,0-2-102-31,0 6-114 0,0 0-110 0,0 3-86 16,0 4-71-16,0 8-69 0,0 3-54 0,6 4-48 16,-6 7-36-16,0 7-27 0,7 1-24 0,-7-4-20 0,6 0-13 0,0 0-11 0,-6 1-39 31,7-2-69-31,0-3-97 0,-1-3-104 0,0 0-101 16,8-9-86-16,-8 3-53 0,-6-9-51 0,7-5-44 15,-7-6 35-15,0 0 60 0,0 0 74 16,0 0 80-16</inkml:trace>
  <inkml:trace contextRef="#ctx0" brushRef="#br1" timeOffset="94047.96">21796 3546 110 0,'0'-18'397'0,"0"-5"56"15,0 9 60-15,0-4-14 0,-7 0-86 0,7 6-80 16,0-1-65-16,0 1-42 0,7-3-48 16,5 4-46-16,-5 0-39 0,6-3-32 0,1 6-18 15,-2-3-12-15,8 8-10 0,-7-4-7 16,-1 7 0-16,2 3-1 0,-8 1 18 0,8 3 27 15,-8 0 38-15,0 4 27 0,1 7 17 0,-7 1 12 16,0 4-14-16,-7-2-25 0,1 4-36 0,0 1-30 16,-1 0-18-16,0 3-13 0,-5-4-4 0,4-2-4 15,2-2-5-15,0-2 4 0,-1-4-4 16,7-1-6-16,-6-7 1 0,6 1 6 0,0-1 11 16,0-3 13-16,6-4 15 0,1 0 10 0,-1 0 7 15,0-4-2-15,8 4-11 0,-1-4-5 0,0-3-12 16,6 0-8-16,-5 3-15 0,5-3-2 15,-6 3 1-15,7 1-17 0,-1 3 3 0,-5 0 1 16,-2 3 6-16,1 1 2 0,0 3-2 0,-6 4 20 16,-1 0 17-16,-6 3 29 0,0 1 34 15,-6 3 23-15,-1-2 22 0,-6 1-1 0,6 2-9 16,-5-1-28-16,6-3-31 0,-8 3-31 0,1-6-27 16,0-2-48-16,-6 2-96 0,5-9-140 0,2 1-150 15,-2-8-140-15,8 1-158 0,-7-5-153 16,7-6-13-16,6-1 81 0,0-4 122 0,0-3 132 15</inkml:trace>
  <inkml:trace contextRef="#ctx0" brushRef="#br1" timeOffset="94315.72">22343 3260 27 0,'0'-7'465'0,"-6"-4"102"0,6 0 75 0,0-1 59 15,0 2-119-15,0-1-133 0,0-4-118 16,12 3-91-16,-6-2-71 0,2-1-49 0,4 5-41 16,2-1-32-16,-1 0-14 0,6 4-11 0,-6 2-16 0,0 3 2 15,0-2 2-15,0 8 3 0,0-2 12 16,6 6 31-16,-5 3 52 0,-1 0 18 0,0 7 19 16,0 5 17-16,-7 2-2 0,1 5-28 0,-7-1-37 15,0 7-26-15,0-2-25 0,0 2-63 16,0 1-97-16,-7-1-131 0,7-2-137 15,-6-2-130-15,6 1-156 0,-7-4-124 0,1 4-4 0,6-8 81 16,-7 6 108-16,7-6 114 0</inkml:trace>
  <inkml:trace contextRef="#ctx0" brushRef="#br1" timeOffset="94457.44">22571 3924 484 0,'0'7'658'0,"0"0"157"0,0 0 136 0,0 1-40 16,0-5-110-16,-7 1-146 0,7 0-146 0,-6-4-143 15,6-4-158-15,-7 4-184 0,1-4-210 0,6-3-235 16,-13 3-241-16,6-3-251 0,1 3-104 0,-8 1 13 16,-5 3 114-16,6 3 184 0,-13 1 213 15</inkml:trace>
  <inkml:trace contextRef="#ctx0" brushRef="#br1" timeOffset="95771.02">23451 3484 186 0,'0'0'401'0,"0"0"47"0,-7 4 32 0,0 3-63 0,7 3-114 0,-6 5-81 15,0 4-56-15,6 2-41 16,0 6-29-16,6-2-26 0,-6 1-24 0,6 3-18 15,1 0-14-15,-7-3-4 0,7-1-4 0,-1 2 6 0,1-10-3 16,5 2-4-16,-12-5-2 0,8-3 4 0,-2-3 5 16,0-5-2-16,0 1 8 0,-6-4 6 15,7-7 4-15,-7-5 1 0,0 2-5 16,0-5-7-16,0-3-5 0,0 0-5 0,0-5-3 0,0-2-4 16,0 3-2-16,0-4 2 15,0 1 0-15,7 0 3 0,-7-2-2 0,6 5-1 0,-6 7 0 16,0 1-2-16,7-1-3 0,-7 8-4 0,0 0 1 15,0 3 3-15,6 8 3 0,1-1 4 0,-7 5 1 16,7 6 3-16,-1-3-2 0,0 7-2 0,0-2-3 16,2 2-1-16,-2 1 1 0,-6-5-1 0,6 0-1 15,1 1 3 1,-1-4 3-16,1-4 0 0,-7 0-3 0,7 1 1 0,-7-8 19 0,6 0-8 16,-6 0-5-16,6-8-5 15,-6 1 2-15,0-4-3 0,7 0-18 0,0-3 4 16,-1-1 6-16,0-1 2 0,1-1 0 15,0 3 1-15,6-2 2 0,-7 2 0 0,0 7 0 16,1-1 2-16,0 0 0 0,-1 8-1 0,0 0 0 0,2 8 0 16,4 0 0-16,-5 2-6 15,6 5 1-15,-6 7 2 0,5-3-1 0,2 3-1 16,-8 0 1-16,7-4-13 0,-6 4-29 0,6-4-43 16,-7-3-53-16,0-1-57 0,8-6-78 15,-8-1-89-15,-6-7-76 0,0 0-11 0,6-3 23 16,1-5 42-16</inkml:trace>
  <inkml:trace contextRef="#ctx0" brushRef="#br1" timeOffset="96132.67">23932 3531 127 0,'0'0'373'0,"0"3"57"0,0 2 48 0,0 2-42 0,0 4-81 0,0 3-68 0,0 2-53 16,-6 2-37-16,6-5-35 0,6 7-39 0,-6-3-37 15,8 2-22-15,-8-4-16 0,6-1-15 16,0-3-13-16,1 0-6 0,-1-3-3 0,7-4-3 15,-6-2 0-15,6-4-3 0,-6 2-1 0,5-12-2 16,-5 5 1 0,0-4-2-16,-1-4-1 0,0-3 0 0,1-1 0 15,-1 2 0-15,1-3 0 0,0-1 0 0,-7 4-2 0,6-3 1 0,-6 2 1 16,0 0-1-16,6 3-2 16,-6 4-1-16,0 8 0 0,0-1-2 15,0 4 2-15,0 4 5 0,0-1 4 0,0 8 4 16,8 0 14-16,-8 8 16 0,6-1 15 0,-6 0 10 15,6 4 7-15,0-1 3 0,1 2-13 0,-7 3-14 16,13-1-11-16,-6-3-15 0,-1 1-9 16,0-5-6-16,2 1-8 0,-2-5-35 0,0 0-52 15,0-6-59-15,2-1-63 0,-2-3-63 0,0-8-52 16,1 0-49-16,-7-3-48 0,6-4-50 16,1-4 3-16,-7-3 31 0,0-1 45 0,0-2 72 0</inkml:trace>
  <inkml:trace contextRef="#ctx0" brushRef="#br1" timeOffset="96306.48">24226 3392 141 0,'0'4'412'0,"6"3"70"0,-6 3 60 0,0 7-20 0,0 0-95 0,0 4-94 0,0 6-72 31,0-5-63-31,0 7-56 0,8-4-53 0,-2 1-40 0,0 3-20 0,7-3-15 0,-6 0-31 0,6-4-47 31,-7 0-58-31,8-5-64 0,-2-1-71 0,2-1-80 0,-2-9-83 0,1 2-70 0,1-8-3 16,-2 0 30-1,2-4 51-15,-2-6 73 0</inkml:trace>
  <inkml:trace contextRef="#ctx0" brushRef="#br1" timeOffset="96624.84">24546 3468 354 0,'-8'-6'483'16,"2"3"82"-16,-7 3 72 0,0 3-51 15,0 3-65-15,0 2-70 0,-6 7-64 0,5-1-67 0,-5 1-79 0,6 7-75 0,0-7-65 31,-1 3-45-31,2 4-31 0,6-3-13 0,-1 3-8 16,0 0 1-16,7-4 3 0,0-4 0 0,0 1 1 16,0-4 0-16,7-4-3 0,0 1-1 0,5-4-2 15,-6-8 2-15,8 1 3 0,-1-5-7 0,0-4 6 16,0 2 3-16,7-9-13 0,-14 1-18 0,7 0-21 16,0-1-8-16,0 2-18 0,0-3-7 15,0 6 6-15,-7 3 14 0,2 4 19 0,-2 3 15 16,-6 1 13-16,6 6 6 0,1-3-1 15,-7 7-5-15,6 1 6 0,1 4 13 0,-1 1-6 16,1 6-2-16,-1-5-1 0,1 5 5 0,-7-1-12 16,7 0-50-16,-1-3-61 0,0-4-82 15,1 0-91-15,0-4-92 0,-7-2-112 0,0-5-121 16,0 0-18-16,6-8 42 0,7 0 70 0,0-6 80 16</inkml:trace>
  <inkml:trace contextRef="#ctx0" brushRef="#br1" timeOffset="96923.69">24799 3194 319 0,'-6'-3'499'0,"0"0"84"0,-8 3 89 0,8-5-37 16,6 5-79-16,-6-3-82 0,6 3-72 16,0-4-65-16,0-1-62 0,6 3-62 0,0-5-59 15,8 2-38-15,-8 2-27 0,0-5-20 0,7 4-26 0,1 4-17 16,-8 0-12-16,0 0 0 0,1 4-5 15,0 4 0-15,-7 0 0 0,0 6 0 0,0 1 3 16,0 3-14-16,-7 4 23 0,0 0 26 0,7 3 26 16,-6 1 17-16,6 0 15 15,0-1 18-15,0-3-13 0,0 0-26 0,0-3-26 16,6-5-35-16,1-3-8 0,6 1-3 0,0-8-9 16,7-4 5-16,0 0-1 0,-2-8-30 0,2 0-119 15,0-3-183-15,-1 1-202 0,-5-2-288 0,-8 5-152 16,7 0-34-16,-13 7 65 0,0 0 155 15,0 0 188-15</inkml:trace>
  <inkml:trace contextRef="#ctx0" brushRef="#br1" timeOffset="97744.63">19053 4846 163 0,'-8'-18'359'0,"2"3"49"0,-7 5 23 0,7-1-67 0,-7 3-87 0,6 1-66 0,-6 7-53 0,6 0-39 0,1 7-28 31,-7 8-17-31,13 3-10 0,-7 8-6 16,14 11 0-16,-7 3 0 0,13 11-4 0,-7 12 9 15,8-2-7-15,5 9-7 0,1 0-11 0,0 3-6 16,-1 0-6-16,0-4-20 0,1 2-3 0,-7-6-2 16,0-2 0-16,0-5 0 0,-7-7 1 15,1-3-1-15,-7-4 1 0,0-8 0 0,0-2-1 16,-7-5 1-16,1-7-3 0,0-3 1 0,-8-9-1 16,2 1 3-16,-2-7 1 0,-5-8 2 0,-7 0 1 15,6-6-2-15,1-5 0 0,-1 0-4 16,0-3-1-16,1 0-1 0,6 0-2 0,0-1 4 15,7 1-2-15,-1-1 3 0,7-2 0 0,0 2-1 16,7-2-2-16,-1 2-8 0,7-3-16 0,0 0-28 0,6 0-27 0,8 0-33 0,-8-4-35 31,8 0-31-31,5 1-24 0,-6-1-25 0,0 1-39 16,6-4-55-16,-12-1-48 0,0 5-8 0,-1-2 17 16,-6 2 39-16</inkml:trace>
  <inkml:trace contextRef="#ctx0" brushRef="#br1" timeOffset="98447.13">19345 5228 30 0,'6'-15'307'15,"-6"3"38"-15,8 2 18 0,-16-2-34 16,8 5-71-16,-6 5-60 0,6-3-46 0,-6 5-18 0,0 7-11 0,-8 0-14 16,8 9-12-16,-1-2-15 15,1 5-7-15,0 2-10 0,-2 1-12 0,2 0-9 16,6 1-8-16,-6-2-8 0,6-2-3 0,-6 0-8 0,6-9-6 0,0 5-3 0,0-8-4 31,6 0-2-31,-6-3-2 0,6-4 2 0,0-7 1 16,2 0 3-16,-2-8 1 0,0 1-4 0,7-9-1 15,-6 5 0-15,6-8 1 0,-7 1-5 16,0 2-2-16,8-2 4 0,-8 3-5 0,1 4 1 16,0-1 4-16,-1 5 1 0,1 2 0 0,-1 5-1 15,-6 3 9-15,6 8 6 0,-6 3 1 0,0 5 2 16,0 2 3-16,0 5 3 0,0 6-4 16,0 0-9-16,0 1-5 0,0 3-1 0,0-2-5 15,0-2-7-15,0 1-5 0,0-4-9 0,8-1-22 16,-8-6-23-16,6-3-13 0,0-6-14 0,0-2-6 15,2-4-3-15,-2-4 5 0,0-2 14 16,7-6 3-16,-13-3 9 0,7-2 5 0,0-2 15 0,-7-3 10 0,6 0 8 0,0-3 12 0,0 2 11 31,-6 1 8-31,8 0 3 0,-2 4 13 0,-6 0 14 0,6 6 8 16,-6 2 4-16,0 3 7 16,0 2 11-16,7 5 5 0,-7 8 5 0,0 4 2 15,0 2 5-15,0 4 3 0,0 0-2 0,0 1-6 16,7 4-5-16,-7-2-5 0,0-4-4 0,0 6-5 0,6-5-13 0,-6 1-7 0,7-4-5 31,-7-5-10-31,0-3 0 0,6 1 6 0,0-4 15 16,-6-4 11-16,7 0 8 0,0-4 3 0,-7-4-1 15,6-2-11-15,0-6-15 0,1-1-14 16,0-2-6-16,-1 1-10 0,1-1-4 0,-1-3 2 16,1 5 0-16,-1-2-3 0,1 4 0 0,-1 4 4 15,0 4 1-15,-6 4-2 0,8 3-5 16,-2 3 15-16,0 8 19 0,1 1 18 0,-1 2 18 15,7 4 24-15,0 0 28 0,-6 0 5 0,12 1-5 16,-5-1-6-16,-2-2-4 0,8-6-8 0,-7 0-4 0,1-1 12 0,-2-6 15 0,1-3 2 16,0-7-3-16,-6-1-5 0,-1-3-15 15,0-4-28-15,2-2-26 0,-2-3-12 16,-6-1-7-16,6-4-14 16,-6-1-10-16,0 0-5 0,0 4-30 0,0-3-42 0,0 3-57 0,-6 3-61 0,0 1-61 15,-2 3-71 1,2 4-44-16,0 4-32 0,-1 0-11 15,7 7-14-15,-6 0-34 0,6 0-45 0,-7 10 8 16,7-2 35-16,0 3 49 0,7 0 67 0</inkml:trace>
  <inkml:trace contextRef="#ctx0" brushRef="#br1" timeOffset="98781.86">20115 5133 15 0,'12'-8'329'0,"-5"-3"54"0,-1 4 50 0,1-1-7 0,-7 1-50 0,0 3-43 15,0 1-27-15,-7-2-16 0,1 5-22 0,-7 5-33 16,-1 2-44-16,8 0-41 0,-6 4-43 0,-2 4-36 16,1-1-29-16,0 5-19 0,0 2-9 15,1-1-10-15,-2 1-3 0,1 1 2 0,0-4-1 16,6 1 1-16,1-5-7 0,6 1 1 0,0-7-1 16,0-2 2-16,6-1 23 0,1-5-2 0,0-5-5 15,-1-1-2-15,7-6-2 0,1-1 2 16,-2-7-23-16,1 3-1 0,7-2 5 0,-7 0 5 15,0 4-1-15,-1-2-5 0,8 5 3 0,-7 2 6 16,-6 2-2-16,6 1-6 0,0 3 6 0,0 4 1 16,-7 7 0-16,8 5-8 0,-8 2 3 0,1 5 9 15,-1-1-8-15,0 0-25 0,1 5-41 0,-7-6-50 16,7 3-57-16,-1-7-59 16,0-1-47-16,2-1-24 0,-2-9-3 0,-6-2 1 0,6-2-1 15,1-5 2-15,-1-1-2 0,-6-7-5 16,7-3-2-16,-7-1 29 0,6 1 44 0</inkml:trace>
  <inkml:trace contextRef="#ctx0" brushRef="#br1" timeOffset="99142.4">20322 5041 13 0,'0'-15'293'0,"8"1"45"0,-8 6 14 0,0 1-26 15,6 7-44-15,-6 0-56 0,0 3-35 0,0 9-20 16,0-2-9-16,0 5-2 0,0 3-6 0,0 5-6 16,0 2 1-16,6 0 6 0,-6 9-1 15,7-1-6-15,0 0-11 0,-7-1-7 16,6-1-23-16,1 0-9 0,-1-1-9 0,0-4-7 15,-6-4-7-15,7-4-14 0,-7-3 9 16,7 0 8-16,-7-9 9 0,0 2-3 0,6-4 1 16,-12-4 8-16,6-4-14 0,0-4-29 0,0-3-23 0,0 4-10 15,0-8-8-15,0 1-7 0,6-4-3 16,-6 4 5-16,6-5 0 0,2 0-3 16,-2 2 2-16,0-6-2 0,7 5 0 0,-6-1-8 15,6 1-1-15,-1 4 4 0,8 2 0 0,-6 2-1 16,-2 3 5-16,-5 3 10 0,6 4 2 0,0 0-9 0,-7 4-2 15,1 6 11-15,-7 1 20 0,0 4 19 16,0 4 25-16,0-2 22 0,0 5 10 16,-7 1-4-16,-5-2-23 0,5 1-20 0,-6-3-30 15,6 3-22-15,1-8-8 0,-7 1-8 16,6-3-33-16,1-3-66 0,0-1-85 0,6-4-103 16,-8-4-106-16,8 0-101 0,0-4-91 0,0 4-100 15,0-8-8-15,8-6 50 0,-2 3 80 16,0-3 91-16</inkml:trace>
  <inkml:trace contextRef="#ctx0" brushRef="#br1" timeOffset="99383.4">20948 5125 235 0,'14'0'545'0,"-8"0"136"0,1 0 132 0,-7 0 48 0,0 0-74 0,6 0-101 0,-6 0-114 0,0 0-115 16,0 0-126-16,6 0-115 0,-6 0-87 0,7 0-66 16,-7 0-72-16,0 0-107 0,0 0-135 15,0 0-154-15,7 0-150 0,-7 3-148 0,0-3-143 16,0 0-35-16,0 0 59 16,0 0 120-16,0 8 127 0,6 6 140 0</inkml:trace>
  <inkml:trace contextRef="#ctx0" brushRef="#br1" timeOffset="99525.76">21020 5304 262 0,'7'16'500'15,"-7"-2"108"1,0-7 108-16,0 4 3 0,0-4-71 16,0 0-84-16,0 2-93 0,0-6-77 0,0 0-112 0,0 5-102 0,6-5-78 0,-6 0-81 15,7 2-134 1,-7-1-207-16,0-1-236 0,0-3-207 0,0 0-112 0,0 0-25 0,0 0 77 0,6-3 160 31,-6-1 231-31</inkml:trace>
  <inkml:trace contextRef="#ctx0" brushRef="#br1" timeOffset="100417.72">22213 2278 150 0,'-14'15'324'0,"2"-7"34"0,5 3-5 0,0-4-69 15,1 0-86-15,-1 1-64 0,7-1-45 0,0-4-26 16,0 1-6 0,7 3-2-16,6-2 2 0,0-2 9 0,7 4 15 0,6-3 16 0,7-1 0 15,5-3-4 1,7 0-7-16,14-3 4 0,13-5 5 0,6 5-6 0,13-9-1 0,14 2-3 0,5-5-4 15,1 1-12 1,7-1-27-16,5 0-20 0,-5 1-14 0,6 5-8 16,-7-1 0-16,-7 3-3 0,1-1 4 0,-13 1 4 0,-7 3 2 0,-6 1 2 0,-14 3-9 15,-5 0 1-15,-14 3-2 0,-6 1-17 0,-14-4-21 16,-5 3-22 0,-1 1-21-16,-14-4-37 0,2 0-42 0,-8 0-34 15,1-4-45-15,-7 1-75 0,0 3-93 0,0 0-32 0,-7-7 9 0,1-4 30 0,-1 3 55 16</inkml:trace>
  <inkml:trace contextRef="#ctx0" brushRef="#br0" timeOffset="105287.95">18232 7177 60 0,'6'-16'294'0,"-6"1"33"0,6 5 20 0,-6-5-52 16,0 1-66-16,7-1-36 0,-7 1-17 0,6-5-3 16,-6 5 2-16,0 0 10 15,7-2 7-15,-7 1 9 0,6 1 6 0,-6 3 7 16,0 0 1-16,0 4-7 0,0-1-15 0,0 1-28 15,0 3-71-15,0 4-12 0,7 0-21 16,-7 4-20-16,0 3-11 0,6 4-2 0,1 8 42 0,-7 6-14 16,7 4-9-16,5 5-10 15,-5 6-7-15,0-1-9 0,-1 3-7 0,-6-2-1 0,6-1-6 0,1-2-22 16,-7-3-50-16,6-5-76 0,1-3-89 0,-7-4-94 16,7-5-86-1,-7-5-87-15,0-12-100 0,0 0-16 0,0 0 41 16,0 0 63-16,6-15 74 0</inkml:trace>
  <inkml:trace contextRef="#ctx0" brushRef="#br0" timeOffset="105698.78">18316 7132 107 0,'-7'-7'330'16,"7"-3"33"-16,-6-2 21 0,6 1-71 16,-6 0-98-16,6 0-67 0,0 0-46 0,0 0-32 0,6 0-20 0,0-1-17 15,1 2-13-15,6-1-6 16,-7 3-5-16,7-2-3 0,1 3 0 15,6 3-2-15,-8-4-2 0,8 1 0 0,-7 4 1 0,-1 3-1 16,2 0 2-16,-1 3 4 16,-6 1 12-16,5 3 12 0,-5 4 11 0,-1 1 11 0,-6-2 1 0,0 5 4 0,0 3-4 15,0-3-11-15,-6 0-7 0,-1 3-6 16,1-3 2-16,0 0-7 16,-8 2-6-16,8-5-1 0,-8-2-3 15,14 1-1-15,-6-3-7 0,0-4-2 0,6 2-3 16,0-1-2-16,-7-3 2 0,7-2-5 0,0 0-3 0,0 0 1 15,7-2 6-15,-1-3-1 0,8 3-5 0,-2-2 2 0,2 0 3 16,5 0 3 0,-6 0-8-16,6 4 2 0,1 0 2 0,-7 4 1 15,7 4 11-15,-8-4 12 0,2 5 20 0,-2 3 17 0,-5 6 14 0,-7 0 8 16,0 5-4 0,0-2-11-16,-7 1-20 0,1 1-18 0,0 2-12 15,-8-3-7-15,2 0-5 0,-1 0-4 0,-1 1 1 0,2-9-1 0,-2 4-2 16,8-7-15-16,-7 0-27 0,6-3-36 0,-6-4-45 15,7-1-50-15,0-3-55 0,-1-3-68 16,7 3-96-16,0 0-58 16,0 0-3-16,0-8 23 0,0-7 44 0</inkml:trace>
  <inkml:trace contextRef="#ctx0" brushRef="#br0" timeOffset="106308.57">19033 6693 215 0,'6'-8'415'0,"-6"5"56"0,-6 3 54 0,-1 3-57 0,-6 5-86 0,7 7-65 0,-7-1-47 16,-1 4-34-16,2 8-33 0,-2 3-32 0,8 8-28 16,0 6-22-16,-7 6-9 0,13 6-4 0,-7-1-6 15,7 5-6-15,0 3-10 16,7-3-12-16,-7 3-17 0,13-6-20 0,-1-1-10 16,2-5-7-16,5-2-6 0,1-8-4 0,-1-3-9 15,0-8-36-15,8-6-72 0,-8-8-97 0,8-1-98 16,-8-11-101-16,0-6-118 0,-6-1-119 15,7-6-16-15,-6-5 46 0,-2-4 76 0,1-7 89 16</inkml:trace>
  <inkml:trace contextRef="#ctx0" brushRef="#br0" timeOffset="106615.71">19215 7302 123 0,'-6'-5'388'16,"0"2"56"-16,-2-1 41 0,2 0-34 15,6 0-101-15,-6-3-87 0,6-1-65 0,0-2-46 16,6-1-35-16,0-4-32 0,2 1-23 0,4-4-16 16,-6 2-11-16,8 2-4 0,-1-1-5 0,-7 5-4 15,8 2-7-15,-8-3 6 0,0 3 10 0,8 6 16 16,-8 2 23-16,0 0 28 0,1 6 28 0,6 2 18 16,-6 3 18-1,-1 3 11-15,0 1-4 0,0 4-10 0,8 3-20 16,-8-1-21-16,8 1-20 0,-1 0-26 0,-1 5-20 0,2-6-20 0,-2 1-7 15,2 0-4-15,5-3-11 16,-5-5-30-16,-2 1 6 0,2-5-6 0,-2 6-33 16,2-10-63-16,-1-1-77 0,-7-2-63 0,0-3-97 0,-6-3-86 15,7-5-73-15,-7-4-79 0,7 2-25 16,-7-1 35-16,-7-4 61 0,7-3 76 0</inkml:trace>
  <inkml:trace contextRef="#ctx0" brushRef="#br0" timeOffset="106876.42">19567 7052 337 0,'0'-7'453'0,"0"-1"70"0,0 4 41 15,0 2-60-15,-7 2-75 16,1 2-53-16,0 10-50 0,-1-1-37 0,1 3-38 16,-1 4-42-16,-6 4-29 0,-1 4-35 15,2 3-27-15,-1 1-30 0,-7-1-23 0,8 8-16 16,-8 4-19-16,6-5-12 0,-5 4-15 0,6-3-2 15,-6 0-4-15,5-5-7 0,8-6-19 0,-7 0-44 16,6-1-59-16,1-10-84 0,-1-1-90 16,1-2-88-16,6-6-73 0,0-1-84 0,0-5-67 15,0 0 13-15,13-8 55 0,-7 0 70 0,8 1 81 16</inkml:trace>
  <inkml:trace contextRef="#ctx0" brushRef="#br0" timeOffset="107051.63">19671 7261 135 0,'13'-8'429'16,"-6"5"67"-16,-7 3 65 0,6 3-7 0,-6 5-102 15,-6 3-96-15,6 3-84 16,-7 2-64-16,7 2-62 0,0 2-50 0,-6 0-43 16,6 2-28-16,0-1-13 0,0-2-9 15,6 3-31-15,-6-8-55 0,0 1-71 0,7-4-77 0,-7-3-80 0,6-5-113 16,-6-3-105-16,0 0-20 0,0 0 33 0,7-7 55 15,-1-3 71-15</inkml:trace>
  <inkml:trace contextRef="#ctx0" brushRef="#br0" timeOffset="107645.73">19809 7173 5 0,'-8'-8'359'0,"2"4"59"15,6-3 45-15,-6 5 2 0,-1-6-105 16,7 0-95-16,-7 1-75 15,7-5-53-15,0 5-45 0,0-3-32 16,7-2-24-16,0-2-18 0,-1 2-9 0,0-2-4 16,2 3 0-16,4-3 2 0,-6 2 7 0,1 5 13 15,0-1 12-15,-1 6 20 0,1 2 34 0,-1 2 33 16,0 6 18-16,2 3 19 0,-2 5 6 0,0 1 43 16,-6 5-23-16,7 0-19 0,-7 3-11 15,7 2-3-15,-7 2-4 0,6-3-54 0,-6-1 3 16,6 1-10-16,-6-4-16 0,7 0-27 0,-7-5-13 15,6-1-18-15,-6-3-7 0,7-8-1 0,0-1 3 0,-1-4-4 0,0-4 5 16,8-1 8 0,-8-8-5-16,7-3-6 0,-6 2-8 0,6-8 7 15,-7-3-2-15,0-1-5 0,2 1-2 0,-2-1 0 0,0-3-4 0,0 2-12 16,1 2 1 0,-7 0 4-16,7 3 2 0,-7 2-6 0,6 6 6 15,-6 3 9-15,0 5 0 0,0 1-7 0,0 2 4 16,0 3 7-16,7 8-4 0,-7-2-4 15,6 9 0-15,1 1 11 0,0 5-7 0,-1 5 0 0,6 3 4 0,2 0 10 0,-1 4 8 16,0 0 29 0,0 3 17-16,0 1 15 0,6-1 5 0,-5 2 0 15,-8-5-10-15,1 0-32 0,-1-1-11 0,0-6-16 16,-6 4-6-16,7-9-2 0,-7-2 1 16,-7-1 1-16,7-7-5 0,-6-1 0 0,0-2-2 15,-7-1-4-15,-1-7-5 0,8 0 1 0,-7-3-2 16,0-1 0-16,0-7 2 0,0 4-2 0,6-4 6 15,1 0-8-15,0 0 2 0,6-4 1 16,0 1-1-16,0-1 4 0,6-7-6 0,0 4 1 16,7-1-10-16,1 1-21 0,-2-4-41 0,2 0-56 15,5 0-71-15,-6 1-82 0,6-2-82 16,-5 5-77-16,-2-5-58 0,2 6-76 0,-1-5-89 16,-7 4-1-16,7-4 45 0,-6 3 72 0,-1 2 86 0</inkml:trace>
  <inkml:trace contextRef="#ctx0" brushRef="#br0" timeOffset="107871.69">20271 6693 317 0,'0'0'441'0,"6"-4"72"0,1 4 67 0,-1 4-49 15,1 3-45-15,6 8-24 16,7 3-1-16,-1 3 0 0,7 10-8 0,-6 1-17 15,6 9-27-15,-7 7-34 0,7 3-53 0,-6 7-59 0,-7 5-64 0,0-1-59 32,-7 4-53-32,1-5-40 0,-14 6-20 0,7-1-38 15,-6-5-73-15,-7-1-114 0,6-5-139 0,-5-3-175 16,-2-6-166-16,1-2-159 0,-6-7-117 0,6-7 14 16,-13-1 84-16,6-11 149 0,1 0 151 15</inkml:trace>
  <inkml:trace contextRef="#ctx0" brushRef="#br0" timeOffset="109693.82">20968 7389 213 0,'-6'4'381'0,"6"-1"46"0,-7-3 36 0,0 4-66 0,1-1-63 0,0-3-42 16,6 0-17-16,-8 0-4 0,8 0 0 15,0 0-5-15,-6 0-3 0,6 0 2 0,0 0 2 16,0 0 10-16,0 0 7 0,0 0 11 0,0 0 5 16,0 0-1-16,-6 0-4 0,6 0-14 0,0 0-22 15,0 4-24-15,-6-4-27 0,6 0-27 0,0 0-29 16,0 0-31-16,0-4-24 0,0 4-27 15,0 0-24-15,0 0-17 0,0 0-13 16,0 0-7-16,0 0-4 0,6 0-4 0,-6 0 0 16,6 0 1-16,0-3 12 0,2-1-5 0,-2 1-5 0,7-1-3 15,0 1 0-15,6-1 1 16,1-4-12-16,0 1 3 0,6 0 5 0,-1-1 2 16,2 1 1-16,5 0-1 0,1-4 1 0,-1 4 0 15,8-5 0-15,-1 1 1 0,-7 0-2 0,7-3 1 0,1 3-2 16,-8 0 1-16,7-1-1 0,-6-2-2 0,-1 7 1 15,7-4-1-15,-6 4 1 0,6-2 0 16,-6 2-6-16,-1 1 1 0,1 6 1 0,6-4 4 16,-7-4 0-16,2 4-1 0,4 1 8 15,-5-3 0-15,-1-2 3 0,1 0-3 16,-1 1 2-16,1-1-2 0,-7 2-2 0,7-2 0 16,-7 1-2-16,0-5 0 0,0 5 0 0,0 0 2 15,0 0-1-15,-6 2-2 0,0 2 0 0,-2-4 0 16,2 3 0-16,0 1-1 0,-7 3 1 15,-1-5 2-15,8 2-2 0,-6-1 0 0,-1 2 2 16,6-4 0-16,-6 4-2 0,7-2 0 0,-7 4 0 16,0-4-1-16,6-3 0 0,-5 3-1 15,5-4 3-15,-6 1-1 0,0 4 0 0,0-1 2 0,6-3-1 16,-5-1 1-16,-2 5-2 0,1-1-1 16,-6 1-4-16,6-1-17 0,-7 0-29 0,8 4-34 15,-8-3-42-15,-6 3-54 0,6-4-66 0,-6 4-75 16,7-4-65-16,-7-3-83 0,0 3-77 0,0-3-59 0,-7 3-45 15,7-3-47-15,-6 0-69 16,-6 0 29-16,4 2 72 0,-4 2 91 0,5 3 104 0</inkml:trace>
  <inkml:trace contextRef="#ctx0" brushRef="#br0" timeOffset="110038.09">22408 6788 67 0,'0'0'369'0,"-6"-3"63"0,6 3 50 0,0 0-12 0,-7-4-66 0,7 4-52 0,-6 0-35 0,6 0-27 15,-7 0-21 1,7 0-25-16,0 0-36 0,0 0-43 0,0 0-42 16,0 4-31-16,0-4-15 0,7 3-8 0,-1 0-6 0,1 1 10 0,-1 0 18 15,0 3 26 1,8 1 6-16,-2-1-5 0,8 0 3 0,-7 1-8 0,0 2-22 0,6-2-7 15,1 3 2-15,-7-1 14 16,7 2 19-16,-7-1 17 0,-6 3 28 0,-1 5 0 0,0-1-12 0,1 8-18 16,-14-1-29-16,7 6-25 0,-6 0-30 0,-7 7-23 15,0-2-17-15,0 5-25 0,0-5-55 0,0 4-91 16,7-7-113 0,-8 1-129-16,1-5-134 0,7-4-120 0,-7-3-118 15,6-3-81-15,1-9 25 0,6 6 84 16,0-16 111-16,0 0 124 0</inkml:trace>
  <inkml:trace contextRef="#ctx0" brushRef="#br0" timeOffset="113584.91">20753 6015 262 0,'7'-11'332'0,"-7"4"34"0,6 0-29 0,-6-5-52 16,0 5-48-16,6-1-16 0,-6 1-6 0,0 0 8 15,0 0 12-15,0-1 9 0,0-2 16 16,0 3 7-16,0-5 13 0,0 5 8 0,0 0 12 15,6 2 3-15,-6-2-9 0,0 4-12 0,0-1-17 16,0 1-26-16,0-1-42 0,0 4-42 0,0 0-35 16,0 0-35-16,0 0-32 0,0 0-25 0,0 4 0 15,0-1-11-15,0 4-13 0,0 5-2 0,0 2 0 16,0 5-1-16,8 3-13 0,-8-1 2 0,6 9 9 16,-6-1-1-16,0 8 9 0,0-1 2 15,6 5 16-15,-6-1 21 0,0 0 9 0,7 4 9 16,0-1-6-16,-1 3 1 0,1-3-14 0,5 1-13 15,-4 0-13-15,-2 4-9 0,0-5-2 0,-6-2-2 16,6 3-1-16,2-4-9 0,-8-3 3 16,6 0-2-16,0-5 2 0,1 1 0 15,-1-3 2-15,1-4 2 0,0-1-1 0,5-3 0 0,2-4-2 16,-2 1 0-16,2-4-1 0,5-5-2 0,1 1-1 16,-1-3 1-16,1 0-1 0,-1-8 2 0,0 0 1 15,1 0 0-15,0-6-7 16,-1 4-28-16,-5-2-46 0,-2-4-73 0,2-3-93 15,-8 0-113-15,0 1-108 0,1-5-82 0,-7 0-58 16,0 1-34-16,0-5-60 0,0 5-11 16,-7-1 51-16,1-3 74 0,0 3 86 0,6 0 95 15</inkml:trace>
  <inkml:trace contextRef="#ctx0" brushRef="#br0" timeOffset="113897.48">20740 6096 357 0,'-7'-8'457'0,"7"-3"64"0,-6 1 46 0,6-2-82 16,0 5-77-16,0-5-60 0,6 2-55 15,1-5-43-15,-1 4-40 0,8-3-38 0,-2-1-40 16,8 0-38-16,0 1-19 0,-1-1-14 0,1 5-19 0,0-2-19 16,5 5-10-16,-11 0-4 0,4-1-2 0,2 4-6 15,0 1-3-15,-7-1-4 16,0 1-25-16,0 3-47 0,0 0-75 0,-6 3-86 16,6-3-102-16,-7 0-95 0,1 0-117 0,-7 0-66 15,0 0 8-15,6-3 55 0,7-5 84 16,1 4 92-16</inkml:trace>
  <inkml:trace contextRef="#ctx0" brushRef="#br0" timeOffset="114353.14">21327 5796 135 0,'6'0'315'0,"-6"-4"34"0,0 0-2 0,6 4-45 16,-6-4-60-16,7 1-42 0,-7-1-20 15,0 0-5-15,0 1 1 0,0 0 3 0,0 3 6 16,0-4 8-16,0 4 6 0,0 0 2 0,0 0-4 16,0 0-13-16,-7 4-19 0,7-1-19 0,-6 4-16 15,0 0-23 1,6 5-17-16,-7 2-5 0,0 4-9 15,1 0 20-15,6 1 17 0,-6 7 24 0,6 0 9 16,-8-5 0-16,8 4 11 0,8 2-31 0,-2-2-28 16,0-4-32-16,1 2-19 0,0-5-19 0,5 4-14 0,-5-8-1 0,6-2 0 0,0-1-1 15,-7-7 2-15,8-1 1 16,-2-3-6-16,-5-3-4 16,6-1-5-16,-6-7 0 0,-1 4-1 0,0 0 6 15,2-5 4-15,-2 1-1 0,-6 0 1 0,6 4-2 16,-6 0-2-16,-6-1-5 0,6 5-11 15,-6 3 0-15,-2 0-4 0,2 0-7 0,0 3-20 16,-7 5-42-16,6-1-58 0,-6 5-81 0,0-2-87 16,0 5-87-16,7 3-69 0,-8-7-48 0,8 0-44 15,-7-1-61-15,7-1-6 0,-1-6 46 16,0 4 65-16,7-7 76 0</inkml:trace>
  <inkml:trace contextRef="#ctx0" brushRef="#br0" timeOffset="114713.69">21339 6503 42 0,'-6'10'392'0,"6"-6"71"0,-6 3 57 0,6-7 13 0,0 4-89 0,-7-8-86 16,7 4-79-1,0-4-61-15,0-3-54 0,7 0-45 0,-1 0-49 0,0-4-36 0,1-1-2 0,6 6-31 16,0-2 2-16,0-3-5 0,0 5 0 0,0-6-1 31,0 7-11-31,0 2 23 0,-7 6 10 0,8 2 17 16,-8 2 23-16,7-2 28 0,-6 4 31 0,-1 7 25 15,1-2 8-15,-7 5 8 0,6-2-1 0,-6 6-10 0,7 2-15 0,-7 2-12 16,0-2-12 0,0 4-27-16,0-3-17 0,0-1-18 0,0 4-15 15,-7-4-19-15,7 2-9 0,0-5-1 16,7-4-42-16,-7-3-58 0,7-1-77 0,-7-6-85 15,0 3-90-15,6-7-81 0,-6-2-42 0,6-2-24 16,-6-2-10-16,0 2-14 0,0 0-1 0,6-12 37 16,-6 5 54-16,0-4 66 0</inkml:trace>
  <inkml:trace contextRef="#ctx0" brushRef="#br0" timeOffset="114888.4">21424 6689 88 0,'-6'0'379'0,"6"-4"71"0,-7 1 67 0,7 3-21 15,0-3-75-15,0 3-71 0,0-4-47 16,7 4-41-16,-7 0-42 0,13-5-22 0,-7 2-39 16,0 0-27-16,8-1-28 0,5-7-31 0,-6 3-24 15,0 1-26-15,7-3-14 0,0-2-40 16,-8 2-61-16,1-2-73 0,1-3-80 0,-8 5-85 0,7-1-100 16,-6-4-127-16,-1 4-34 0,-6-4 24 15,6 1 54-15,8-1 72 0</inkml:trace>
  <inkml:trace contextRef="#ctx0" brushRef="#br0" timeOffset="115373.18">21939 5821 307 0,'0'-8'392'16,"0"1"43"-16,6 0 1 0,-6 4-82 0,0-5-79 16,7 1-68-16,-7-1-42 0,0 2-30 15,6-6-22-15,1 9-13 0,-7-5-4 16,7 5 14-16,-1-5 9 0,-6 4 16 0,0 1 16 0,6 3 15 16,-6-5 9-16,0 5 1 0,-6 0 0 0,6 0-4 15,0 5-9-15,0 2 18 16,0 1-1-16,-6-1 3 0,6 8 6 0,0-1-4 0,0 5 0 15,0-2-26-15,0 10-5 0,0-2-13 0,0 4-10 16,6 4-11-16,-6 1-11 16,6 5-19-16,1 2-17 0,0 6-15 0,5 1-18 15,2 0-21-15,-1 2-9 0,-1 3-5 16,2-2 0-16,-2 0-2 0,2 0-3 0,5-3 12 0,-5-1-2 0,-8-3 0 16,6 1-4-16,-4-2 0 15,-8-2-1-15,0-4-1 0,0-1 1 0,-8 0 0 16,2-3 1-16,-6 0 1 0,5-4-1 0,-6-3-2 15,0-4-1-15,-1 0-1 0,2-8-2 16,-2-6-10-16,2-1-31 0,-8-3-63 0,1-4-85 16,5-4-111-16,2-3-134 0,-2-1-122 0,1-2-87 15,1-5-68-15,-2 1-65 0,-6-1-10 0,14-3 70 16,-7 0 95-16,13-1 103 0,0-3 123 16</inkml:trace>
  <inkml:trace contextRef="#ctx0" brushRef="#br0" timeOffset="115692.38">21828 5792 245 0,'-6'-4'435'0,"-1"4"67"0,0-4 60 0,7 4-57 16,-6-3-86-16,0 3-80 15,6 0-66-15,0-4-61 0,0 4-50 0,0 0-40 0,6-4-31 0,0 4-12 16,8 0-4-16,-2-3 0 0,2 3-8 0,-1-3-17 16,0-1-15-16,0-1-14 0,7 2-15 0,-8 0-43 31,2 3-80-31,-2-4-106 0,-5 4-140 0,-7 0-201 0,0 0-103 0,0 0-19 0,0 0 46 15,0 7 93-15,-7 5 125 0</inkml:trace>
  <inkml:trace contextRef="#ctx0" brushRef="#br0" timeOffset="126153.63">22994 6810 75 0,'7'-7'366'0,"-7"-5"62"0,0 6 57 16,7-5-7-16,-7-1-64 0,0 2-42 0,0 3-19 15,0-5-1-15,6 4 0 0,-6 1-3 0,0 4-10 0,0-1-9 0,0 4-25 0,0-3-38 16,0 3-27-1,6 3-3-15,-6 1-4 0,0 3-9 0,0 8 1 16,0 0 6-16,7 3-20 0,-7 7-47 16,0 5-43-16,0 3-38 0,0-1-31 0,-7 5-26 0,7 0-16 0,0 3-2 0,-6 1-3 15,6-1-25 1,-6-4-59-16,6-3-101 0,0 1-147 0,-7-12-180 16,7-1-164-16,0-6-132 0,7-4-130 15,-7-3-35-15,0-8 80 0,0 0 137 0,0 0 143 16,0 0 144-16</inkml:trace>
  <inkml:trace contextRef="#ctx0" brushRef="#br0" timeOffset="126613">23008 7000 198 0,'-7'-14'417'0,"7"3"61"0,0-4 53 0,0 4-54 0,0 0-102 16,0-3-87-1,0 2-71-15,0-2-59 0,7 3-54 16,-1-1-39-16,0 2-32 0,1-5-19 15,6 8-9-15,0-4 0 0,0 4 1 0,0-1-4 16,0 1 0-16,-6 3 1 0,5-3-2 0,-4 3-2 16,4 4 1-16,-5 0 0 0,-1 4 1 0,1 0 3 0,-1 3 3 0,-6 0 5 0,0 4 5 0,0 4 5 31,0 0 2-31,-6 2 6 0,-1 3 0 16,7 1-5-16,-13-2-5 0,7 3-4 0,0-4-3 15,-2 1-9-15,2-2-1 0,6-3 3 0,-6-2-4 16,-1-1-4-16,7-3 4 0,0-2 0 15,0-1 4-15,0-2-5 0,0 1 2 0,0-4 2 16,7-4 1-16,-1 1-3 0,0 3-3 0,8-8 1 16,-8 5 2-16,7-1-4 0,0 0-4 0,0 1 1 15,1-2 4-15,5 10-2 0,-6-5 2 0,6 3 7 16,-5 1-1-16,-2 0-5 0,2-1 1 16,-1 5 1-16,0-1 6 0,0 4 15 0,-7 0 23 15,0 3 32-15,-6 1 29 0,0 4 34 16,0-5 12-16,-6 5 3 0,0-6-11 0,-1 3-25 15,1 2-23-15,-7-4-35 0,0 5-22 0,-1-4-24 16,2-1-10-16,-2-3-7 0,1-4-18 0,1 0-32 16,-2 2-58-16,2-6-73 0,-2-3-79 15,1 0-80-15,0 0-71 0,7-8-68 0,-7 4-91 16,7-3-27-16,-8 0 27 0,14-4 56 0,-6 0 68 16</inkml:trace>
  <inkml:trace contextRef="#ctx0" brushRef="#br0" timeOffset="126914.2">23594 6316 64 0,'6'-12'385'0,"-6"5"71"0,7 0 57 0,-7 4-6 0,0-2-88 16,7 5-72-16,-7 0-41 0,6 8-33 16,-6-5-16-16,6 5-9 0,1 3-18 0,-7 1-25 15,7 5-32-15,-7-3-29 0,0 5-39 0,0-1-37 16,0 1-30-16,-7-2-63 0,7 6-99 0,-7-8-134 16,7 3-142-16,-12-3-204 0,5-4-123 0,7-1-27 15,-7 2 56-15,1-5 104 0,6-7 130 16</inkml:trace>
  <inkml:trace contextRef="#ctx0" brushRef="#br0" timeOffset="130425.81">24082 6653 242 0,'8'-12'323'0,"-2"2"29"0,-6-1-20 0,0-5-55 0,6 7-44 0,-6-7-13 15,0 5 6-15,0 1 17 0,0-5 23 0,0 4 22 16,0-4 32-16,0 8 32 0,0-4 24 16,0 3 17-16,0 5 6 0,-6-4-10 0,6 2-25 15,-6 3-48-15,-2 2-51 0,-4 0-56 16,5 2-59-16,0 3-50 0,-6 5-41 0,1 5-24 15,-2 3-17-15,8 7-6 0,-7 5 14 0,0 3 9 0,6 8 7 16,7 2 3-16,-6 6 2 0,6 5 1 16,0 5-15-16,0-1-12 0,6 5-7 15,1-2-6-15,-1 2-6 0,8-5-2 16,-2-2-1-16,2-8-29 0,-2-5 11 0,8-2-2 16,-1-8-37-16,-5-8-81 0,5-7-107 0,1-2-112 0,-8-5-154 15,8-11-129-15,0 0-86 0,-7-8-75 16,7-4-39-16,0-5 61 0,-8 2 97 15,1-3 112-15,7-4 112 0</inkml:trace>
  <inkml:trace contextRef="#ctx0" brushRef="#br0" timeOffset="130801.69">24246 6949 95 0,'0'-7'363'16,"-6"3"52"-16,-2-3 46 0,2 0-30 15,0 3-80-15,-1-4-57 0,7 2-43 16,-7-2-32-16,1 0-25 0,6 1-31 16,0-1-28-16,0 2-26 0,0-5-17 0,0 3-11 15,0 1-14-15,6-4-11 0,1 4-16 0,0-1-11 16,-1 1-11-16,0 0-11 0,2-1-2 15,4 4-4-15,-6 4 9 0,8 0 13 0,-1 4 7 16,-1 0 18-16,2 7 27 0,-2 0 29 0,2 0 18 16,-1 7 9-16,7 1 9 0,-14 2-6 0,6 5-24 15,2 0-20-15,-1-1-26 0,0 4-21 0,-6 0-14 16,5 2-13-16,2-6-5 0,-8 1-11 0,7-4 1 0,0 1 1 16,-6-10-26-16,6 5-54 0,-7-6-67 0,1-1-77 15,-1-4-79-15,0-3-81 16,2-1-50-16,-8-3-29 0,6-3-45 0,-6 3-49 15,0 0 11-15,0-11 44 0,0 0 56 0,0-1 72 0</inkml:trace>
  <inkml:trace contextRef="#ctx0" brushRef="#br0" timeOffset="131104.95">24584 6858 107 0,'7'-12'363'0,"-7"5"58"15,0 0 56-15,0 0-24 0,0 3-58 0,0 0-41 16,0 1-30 0,-7 3-26-16,7 0-19 0,-13 3-29 0,7 5-32 15,-1-1-29-15,1 0-20 0,-8 4-15 0,2 0-15 0,5 3-12 0,-6 6-7 16,0-3-7 0,0 6-14-16,-6-1-7 0,5 0-16 0,8 3-19 0,-7 4-15 0,0 0-16 0,0 1 2 15,-7-5-14 1,1 4-13-16,6-2 2 0,0-1-8 15,-1-8-24-15,8 3-56 0,0-6-88 0,0-3-96 0,6-2-105 16,0-3-91-16,0-3-79 0,6-4-84 16,-6 0-36-16,12-4 37 0,-4-6 65 15,11-1 79-15,-6-4 91 0</inkml:trace>
  <inkml:trace contextRef="#ctx0" brushRef="#br0" timeOffset="131388.82">24649 6920 120 0,'7'-4'409'0,"-7"4"78"15,0 0 68-15,0-4-4 0,0 4-74 16,0 0-64-16,0 0-58 0,6 0-57 0,-6-3-59 16,0 3-53-16,7 0-45 0,0 0-31 0,-1-3-22 0,8 3-11 0,-8-4-5 0,13 0-3 15,-6 1-20 1,6-2-14-16,8-2-13 0,-8-1-9 15,8 2-6-15,-8 2-3 0,7-3 0 0,-6-1-5 0,0 4 0 0,-2 1 0 0,-4 3 2 0,5-4-34 16,-5 1-29 0,-2 3-48-16,-6 0-72 0,2 0-77 0,-8 0-85 0,6 0-52 0,-6-4-94 31,0 4-101-31,0 0-9 0,0 0 35 0,0 0 60 16,-6-7 71-16</inkml:trace>
  <inkml:trace contextRef="#ctx0" brushRef="#br0" timeOffset="131613.51">24929 6660 272 0,'0'-4'408'0,"0"1"57"0,0-1 24 16,-6 4-71-16,0 0-81 0,0 0-64 16,-2 4-44-16,8 3-35 0,-6 3-25 0,6 2-27 15,0 6-20-15,0 0-22 0,0 4-22 0,0 0-24 16,0 4-13-16,0 3-18 0,0 0-10 15,6 0-5-15,-6 5-2 0,0-5 13 0,8 0-13 16,-2 0-18-16,0-2-45 0,0-5-58 0,1 0-66 16,0-8-84-16,-1-3-76 0,1-7-100 0,-7-4-81 15,0 0-8-15,6-4 30 0,1-3 53 0,6 0 74 16</inkml:trace>
  <inkml:trace contextRef="#ctx0" brushRef="#br0" timeOffset="132048.79">25138 6653 310 0,'6'-8'405'0,"2"1"62"0,-8 3 22 0,6 4-55 16,-6-3-61-16,0 3-42 0,0 3-30 0,0-3-38 15,-6 4-32-15,6 3-29 0,0 1-18 16,-8 3-20-16,8 4-17 0,-6-1 0 0,6 8 7 15,0-4 8-15,0 3 11 0,0 6 7 0,0-2 5 16,6 5-15-16,-6-1-28 0,8-4-30 16,-2 5-36-16,0-4-28 0,7-1-19 15,1-2-13-15,-2-2-9 0,2-3-5 0,-2 1 0 0,8-9-1 16,-7 2-2-16,7-8 3 0,-8-4 2 0,2 0 5 16,-1-8-4-16,0 0 0 0,-7-2 0 15,7-2-3-15,-7 3-1 0,2-7-6 0,-8 1 1 16,6 4 5-16,-6-3 3 0,0-1 0 15,0 4 0-15,0 0 4 0,-6 0-1 0,6 4-4 0,-8 3-3 16,2-3 1-16,0 7-1 0,-1 0 0 16,1 3-4-16,-1 1 1 0,1 4 0 15,-7 3-4-15,6 0 2 0,0 0-1 0,1 7 6 16,0-4 0-16,-1 5-6 0,-6-2-25 0,7-2-54 16,6 1-77-16,-7-2-87 0,7-3-95 0,0-4-91 15,0 5-64-15,0-5-40 0,0 1-43 16,0-8-65-16,0 0 13 0,0 0 53 0,7 2 73 15,-1 6 80-15</inkml:trace>
  <inkml:trace contextRef="#ctx0" brushRef="#br0" timeOffset="132265.59">25555 6994 193 0,'7'2'458'0,"-1"-2"90"0,0 4 79 0,-6 4-6 0,0 3-86 0,0 1-90 16,-6-3-85-16,0 7-75 0,6-2-74 16,-7 4-75-16,7 1-60 0,0 3-41 15,0-5-20-15,-6 6-39 0,6-2-72 0,-7-1-104 0,7-2-103 16,-7-4-123-16,1 1-191 0,0-5-75 0,6-2 11 16,0-8 74-16,0 0 88 15</inkml:trace>
  <inkml:trace contextRef="#ctx0" brushRef="#br0" timeOffset="133520.19">25783 6696 273 0,'7'12'385'0,"-7"-5"48"0,0 0 21 0,0 0-53 0,0-3-45 0,0 3-23 0,-7-2-5 0,7-2 3 15,-6 1 1-15,6-2-5 0,0 3-10 0,0-5-4 16,0 3-6-16,0-3-3 0,0 0-7 16,0-3-22-16,0 3-28 0,0-5-43 0,0 3-40 15,0-2-45-15,0-4-43 0,0 5-31 0,0-1-34 16,0 0-10-16,6-3-2 0,1 3 29 0,-7 1-14 15,7-4-10-15,-1 3 9 0,0 0-4 16,0-3-6-16,-6 7-35 0,8-4 11 0,-2 4 10 16,0 0 4-16,-6 4 5 0,7-1 2 0,-7 1 3 15,7 7 3-15,-7 0-2 16,6 0-4-16,-6 4 2 0,7-1-1 0,-7 1-2 0,6 3-1 0,-6 1 2 16,6-1 2-16,-6-4 1 0,7 1-3 0,0-1 3 15,-1 1-3-15,0-3 0 0,1-5-4 16,0 4 1-16,-7-7 4 15,6-1-5-15,-6-3 2 0,7 0 2 0,-1-3 6 16,1-5-2-16,-1-2 1 0,1-1 1 0,-1-5 2 0,0 2-5 0,2-1-6 16,-2 1 1-16,-6-5-3 0,6 1 1 0,1 4-2 15,-7-5 2-15,6 5 2 0,-6-1 2 16,0 0 1-16,7 4 0 16,-7 0 1-16,0 4-3 0,0-1 0 15,0 5-4-15,0 0 1 0,6 3-1 0,-6 0 3 16,0 3 13-16,0 0-7 0,0 5-1 0,7 3-3 15,-7 3 0-15,6 1-1 0,1 0-11 0,0 7 6 0,-1-1 7 0,0 5 5 16,8 0 0-16,-8 6-2 16,0 2 4-16,7-1-1 0,-6 4 0 15,6-1-1-15,-7 1-1 0,2-1 1 0,-2-3-4 16,-6 0-4-16,6 1 1 0,-6-5-4 0,0 0 0 16,0-8 4-16,-6 2 1 0,6-5 4 0,-6-3-3 15,-2-4 5-15,2-5-1 0,0 3-6 16,-1-6-5-16,-6-3 2 0,6-3 4 0,-5-1-5 0,-2-3-5 0,8-4 7 15,6 4 3-15,-6-5-2 16,6-2-4-16,6 2 4 0,-6-5 3 0,6 2-5 0,-6-4-10 16,14 1-21-16,-8 4-29 0,7-4-37 0,0-2-50 15,-6 3-59-15,5-2-67 16,2 4-67-16,-1 1-70 0,0-1-58 0,-7 1-44 0,7-1-39 0,-7 0-63 16,2 3-43-1,-2 2 30-15,7-1 58 0,-6 3 76 0,-1-2 92 16</inkml:trace>
  <inkml:trace contextRef="#ctx0" brushRef="#br0" timeOffset="133788.19">26305 6861 341 0,'0'-3'494'0,"6"3"81"0,-6 0 83 0,0-4-41 15,0 4-55-15,7-4-43 0,-1 4-29 16,0-4-24-16,8 1-34 0,-8-1-55 16,7 1-66-16,7-1-64 0,-7-3-58 0,6 3-52 0,1 0-47 15,6-3-39-15,-7 3-22 16,1-3-14-16,-7 3-9 0,7-3-6 0,-8 4-14 0,2-1-42 0,-8 4-78 16,8-4-112-16,-8 1-137 0,-6-1-139 0,6 0-117 15,-6-3-101 1,0 7-101-16,-6-7 15 0,6 0 89 0,-6-1 110 15,6 8 117-15</inkml:trace>
  <inkml:trace contextRef="#ctx0" brushRef="#br0" timeOffset="134022.31">26461 6667 283 0,'0'-3'440'0,"0"-1"77"0,0 4 51 15,0 0-45-15,0 0-60 16,0 4-20-16,7-1-24 0,-7 5-23 15,0-1-14-15,6 4-31 0,-6 4-32 0,6 2-60 16,-6 3-50-16,0 1-46 0,7 4-48 0,-7 5-38 16,0 3-34-16,7 0-22 0,-7 0-13 0,6 0-29 0,-6 0-66 0,6-4-96 15,1 1-115 1,0-8-119-16,-1 3-116 0,1-7-100 0,-7-3-90 0,6-4-30 0,0-1 50 16,-6-10 81-16,0 0 99 15,7-2 111-15</inkml:trace>
  <inkml:trace contextRef="#ctx0" brushRef="#br0" timeOffset="134356.81">26729 6777 311 0,'-8'-7'462'0,"2"-4"66"0,6 4 56 0,-6 0-72 0,6-1-97 15,0-4-77-15,0 5-61 0,0-3-42 0,6-5-40 31,0 4-32-31,8-1-21 0,-8-2-14 0,7 3-15 0,7 0-9 0,-8 1-7 0,8 2-9 16,-6-4-10 0,5 5-15-16,1 0-6 0,-1 4-18 0,0-1-16 0,1 4-9 15,-1 4 0-15,-5-1 13 16,5 9 8-16,-6-5 21 0,0 8 28 0,-6-1 26 16,6 1 24-16,-7 7 14 0,-6-1 16 15,6 5 2-15,-6 4-14 0,0 3-18 0,0-1-30 16,0 1-27-16,0 7-27 0,-6-3-20 0,6 0-15 15,6-5-11-15,-6 3-9 0,0-7-45 16,0-2-68-16,8-4-89 0,-8 0-108 0,0-7-108 0,6-5-103 16,-6-3-68-16,6-3-54 0,-6-4-66 0,0 0-1 0,0 0 51 0,0-13 77 15,0-3 92 1,7-5 114-16</inkml:trace>
  <inkml:trace contextRef="#ctx0" brushRef="#br0" timeOffset="134557.43">26826 6821 101 0,'-6'-4'440'0,"6"1"79"0,0 3 65 0,0 0 14 16,6 0-99-16,0-4-103 0,1 4-87 0,6-7-70 16,0-1-59-16,7 4-55 0,6-2-49 0,-1-2-41 15,-5 1-31-15,6-1-48 0,-6 5-69 16,-1-4-78-16,7 0-67 0,-6-1-68 0,-1 0-100 15,1 1-115-15,0 0-18 0,-1 0 32 16,-5-5 42-16,4 1 61 0</inkml:trace>
  <inkml:trace contextRef="#ctx0" brushRef="#br0" timeOffset="134958.26">27289 6176 63 0,'0'-4'340'0,"6"-2"48"15,-6 1 41-15,0 1-34 0,0 1-83 0,0 3-58 16,0-4-43-16,0 4-22 0,6 4 4 15,-6-1 7-15,7 6 24 0,-7 1 17 16,7 9 35-16,-1-1 35 0,0 8 16 0,1 3 13 0,6 7 15 16,0 5 11-16,0 3-5 0,0 7-12 15,7 0-15-15,-7 12-25 0,6-1-44 16,-6 1-45-16,7 6-37 0,-7 0-43 0,-6-3-39 0,5 0-33 16,-5-4-18-16,-7-3-16 0,6-4-16 0,-12-3-5 15,6-5-5-15,-13-4-2 0,7-2-6 0,-14 0-4 16,7-8-31-16,-7-4-71 0,-6-8-128 0,-6 2-180 15,6-8-208-15,-1-4-206 0,-5-4-231 16,6-3-68-16,-1-1 53 0,2 1 142 16,-1-4 189-16,0 0 198 0</inkml:trace>
  <inkml:trace contextRef="#ctx0" brushRef="#br0" timeOffset="139892.37">27810 6924 97 0,'-7'3'322'0,"1"1"38"0,6-4 12 0,-7 4-45 0,7-4-72 0,-7 0-53 0,7 3-31 16,-6-3-16-16,6 0-4 0,0 0 1 0,0 0 3 15,-6 0 10 1,6 0 18-16,0 0 20 0,0 0 18 0,0 0 18 0,-6 0 26 0,6 0 20 16,0 4 25-1,0-4 13-15,-8 0 5 0,8 4 8 0,0-4-4 0,0 0-12 0,-6 3-26 16,6-3-25-16,0 0-24 0,-6 0-32 0,6 0-37 15,0 0-29-15,0 0-31 0,0 0-32 0,0 4-17 16,0-4-21-16,0 0-15 0,0 0-11 16,0-4-4-16,6 4 1 0,-6 0-4 15,0 0-1-15,0 0-3 0,0 0-3 16,0 0-4-16,0 0-1 0,6 0-1 0,-6 0 0 0,8-3 0 0,-2 3 0 16,6-4 2-16,2 4-2 0,-1 4-1 0,7-4-1 15,-2 0 2 1,2 3 1-16,0-3-2 0,-1 0 2 0,1 4 0 15,0 0 4-15,5-4-2 0,-5 3-1 16,0 4 1-16,6-7 0 0,-7 8-1 0,7-4-3 16,-6-4 1-16,-1 3 0 0,1-3 2 0,0 4 1 15,-1-4 3-15,1 0 0 0,0 0-3 0,-8 0 1 16,8 0-1-16,-7 0-2 0,7 0-2 16,-8 0 1-16,2 0 0 0,-2-4 0 0,2 4 0 15,-1 0 0-15,-1 0 0 0,-4 0 0 0,4 0 0 16,1-3-2-16,-6 3 1 0,-1 0 0 15,7 0-1-15,-6-4-3 0,0 0-12 0,-1 0-15 0,6 1-17 16,-4-1-21-16,-2 1-24 0,0-5-31 16,-6 5-23-16,7-1-34 0,-7-3-46 0,6 3-55 15,-6 0-62-15,7 1-56 0,-7-1-47 0,7 0-36 16,-7 0-15-16,-7 1 1 0,7 3 17 16,0-3 18-16,7 3-7 0,-7-4-27 0,0 4-28 15,0 0 18-15,0 0 43 0,0 0 56 0,0 0 80 16</inkml:trace>
  <inkml:trace contextRef="#ctx0" brushRef="#br0" timeOffset="140260.25">28409 6774 340 0,'0'-8'440'0,"0"4"70"0,0 1 44 0,-6-4-46 0,-1 0-47 0,7 2-29 0,-7 2-18 0,7-1-26 16,-6 0-38-16,6 4-51 0,0-4-62 15,0 4-61-15,-6 0-50 0,6 4-45 0,6-4-32 16,-6 0-22-16,13 4-9 0,-6 0-4 0,-1-1-7 16,1 5 7-16,6-4-5 0,0 3 5 15,-7 4 8-15,14-4-2 0,-7 1 5 0,0-2 0 16,0 6 11-16,-7-5 8 0,8 4 13 0,-8 4 21 15,0-5 16-15,-6 9 14 0,0-5-1 16,0 2-6-16,0 5-17 0,-6 1-23 0,0 0-22 16,-8 4-19-16,8 3-24 0,-7-4-46 0,6 2-77 15,-6-2-105-15,7-2-121 0,0-2-125 16,-8-3-101-16,14 1-82 0,-6-9-80 0,0 6-28 0,6-5 55 16,0-11 88-16,0 0 96 0,0 0 110 15</inkml:trace>
  <inkml:trace contextRef="#ctx0" brushRef="#br0" timeOffset="142234.49">28748 6513 135 0,'6'-3'378'0,"-6"-4"64"0,0 7 58 0,7-4-31 0,-7 4-60 16,0 0-39-1,0-4-34-15,0 4-32 0,0 0-40 0,0 0-46 16,0 4-53-16,0 0-33 0,0-1-20 0,0 8-5 0,0 0 4 0,0 4 9 0,7 7 8 16,-1 3-2-16,7 1-18 0,-6 7-15 15,6 0-13 1,-1 7-22-16,2 0-15 0,-1 4-19 0,0-4-7 15,0 4-8-15,0-3-6 0,6-1 1 16,-5-3-4-16,-2-5-13 0,1-2-57 0,1-8-99 16,-2-4-114-16,2-3-117 0,-8-8-122 0,7-3-151 0,-6-8-65 15,-1-7 26-15,7-3 77 16,-7-1 95-16,8-3 119 0</inkml:trace>
  <inkml:trace contextRef="#ctx0" brushRef="#br0" timeOffset="142702.75">28957 6725 206 0,'-14'-10'392'0,"1"3"45"0,7-5 37 0,0 1-80 16,-1 5-108-16,0-6-80 0,1 5-55 0,6-4-42 16,0 0-35-16,6 0-31 0,1 0-16 15,0-1-13-15,-1 3-9 0,7 1-3 0,0 0-2 16,0 1 0-16,1 3-1 0,4 1 1 0,-4 3 5 15,-1 0 1-15,-1 0-1 0,2 3 1 16,-1 1 3-16,0 3 7 0,-7 4 8 0,1 1 14 16,-1-2 18-16,-6 5 17 0,0-1 14 0,0 1 4 15,0 4-1-15,-6-1-7 0,-1 0-8 0,-5 0-11 16,5 1-15-16,0-1-13 0,-5-3-9 16,4-1-8-16,2 1-5 0,0-4-4 0,-1-4-6 15,7 1 4-15,-6-5-2 0,6 1-4 0,0-4 1 16,0 0 1-16,6 0-2 0,-6-4-3 0,13 1 1 15,-7-1 1-15,8 0-4 0,-1 1-1 16,0-1 4-16,0 4 2 0,0-4-2 0,6 8-3 16,-5-4 3-16,5 4-2 0,1 3 1 0,-8-3 2 15,8 6 8-15,-6 2 14 0,-8-1 25 16,0-1 30-16,-6 9 33 0,0-1 31 0,0 1 21 0,-6 3 9 16,0-4-11-16,-2 3-19 0,2 2-31 15,-6-5-31-15,-2 1-30 0,1-1-19 16,0-4-15-16,0 1-32 0,1-3-51 0,-2-10-82 15,1 6-101-15,0-8-111 0,0-8-112 0,0 1-150 0,0-7-83 16,7-4 10-16,-2-1 65 0,8-3 90 16,0 0 104-16</inkml:trace>
  <inkml:trace contextRef="#ctx0" brushRef="#br0" timeOffset="143067.72">29283 6048 102 0,'0'-12'395'0,"0"2"73"0,0 3 76 0,0-5 15 0,0 5-52 15,0 0-38-15,0 0-20 16,0 3-6-16,-8-3-25 0,8 3-32 16,0 0-56-16,0 4-62 0,0 0-60 0,0 0-64 0,8 8-47 15,-8-5-46-15,0 5-22 0,0 3-16 16,6-1-6-16,-6 9-3 0,6 0-1 16,-6 3-1-16,0-1 0 0,7 2 0 0,-1 2 8 0,-6-4-7 0,7 2-25 15,-7-5-68-15,7 1-98 0,-7-8-100 16,0 0-116-16,6-4-97 0,-6 0-79 0,0-7-52 0,0 0-52 15,0 0 16-15,0 0 57 16,0 0 79-16,0-11 89 0</inkml:trace>
  <inkml:trace contextRef="#ctx0" brushRef="#br0" timeOffset="143247.32">29380 6004 350 0,'0'-4'434'0,"7"4"71"16,-1 0 47-16,-6 4-44 0,6 3-42 15,-6 4-36-15,0 3-29 0,0 2-34 0,0-1-61 0,0 6-75 0,0 2-68 16,7-2-53-16,-7 1-43 0,0 0-34 0,7 0-16 16,-1 0-30-16,-6 0-65 0,6-3-96 15,-6-5-111-15,8 1-117 0,-8-1-146 0,0-6-146 16,0-8-27 0,0 0 46-16,0 0 86 0,0 0 103 0</inkml:trace>
  <inkml:trace contextRef="#ctx0" brushRef="#br0" timeOffset="146583">27491 5561 135 0,'6'-7'379'0,"-6"-1"58"0,0 4 53 0,0 1-35 0,-6-1-76 16,6 1-59-16,0-1-45 0,0 4-40 0,0 0-41 16,0 0-48-16,0 0-44 0,0 0-37 0,0 4-26 15,0-4-18-15,0 7-14 0,0-4-3 16,0 9-1-16,6-2 16 0,-6 5 18 15,6 4 29-15,-6 3 31 0,0 0 32 0,0 3 24 0,7 4 14 16,-7 4 7-16,0-4 0 0,0 9-6 0,6-2-13 16,1 1-15-16,-7-1-18 0,7 5-23 15,-7-5-23-15,6 1-21 0,0-1-3 16,8-7-21-16,-8 0-16 0,0-6-5 0,8-2-4 0,-1-2-10 16,-1-4-17-16,-4-3 10 0,4-2 7 0,2-3 2 15,-2 1 1-15,1-4-5 16,-6-4-18-16,6-8-48 0,-7 1-69 0,8-1-82 0,-8-3-98 15,-6-3-85-15,6 2-78 16,1-3-63-16,-7 1-87 0,0 3-30 0,7-3 38 0,-7-1 66 0,0 0 81 16,0-3 98-16</inkml:trace>
  <inkml:trace contextRef="#ctx0" brushRef="#br0" timeOffset="146900.79">27497 5535 36 0,'0'-7'392'0,"0"4"71"0,0-6 64 0,0 6 22 0,0 0-83 15,0-5-80-15,0 2-63 0,0 1-56 0,6-2-55 0,-6 0-53 0,7 0-46 16,-1-1-41-16,8 0-33 0,-8-3-18 16,8 4-4-1,-2 0-9-15,1-1-7 0,0 1-2 0,6 0 1 16,-5 4-2-16,6-1-6 0,-8-1-14 0,8 2-42 16,-7 3-63-16,0-3-77 0,0 3-77 0,0-4-102 15,-13 4-131-15,7 0-59 0,-7 0 10 0,0 0 46 16,13 0 66-16</inkml:trace>
  <inkml:trace contextRef="#ctx0" brushRef="#br0" timeOffset="147625.72">27875 5579 3 0,'0'-4'318'0,"0"-2"51"0,0 1 47 0,0 2-20 0,-7-1-51 0,7 1-49 0,0-1-22 15,0 4-9-15,-6-4-7 0,6 4-20 0,0 4-25 16,-6-4-33-16,6 4-34 0,-8 3-38 0,2-4-32 16,0 4-16-16,0 5 2 0,-1-1-1 15,0 3 3-15,1 5 16 0,-1 0 16 0,1 2 10 16,-1 1 1-16,7 4 11 0,-7 0-2 16,1 0-4-16,0 3-14 0,6-4-13 15,-6 0-14-15,-2-2-31 0,8 2-12 0,8-2-12 16,-8-6-2-16,6 2-10 0,0-5-3 0,7 1 14 15,-6-4 13-15,6-4 0 0,-7 0-6 16,8-3 8-16,-2-4 2 0,8 0-5 0,-7 0-12 16,0-4-1-16,0-3 6 0,-7 0-4 0,1-4-11 15,6 0 2-15,-7 1 3 0,1-5-5 0,0 0-9 0,-1 1 3 16,1-5-5-16,-1 4-2 16,0 1 0-16,-6-1 5 0,0-3-7 0,7 3-3 15,-7-3 12-15,0-1 3 0,0 5-3 0,0-4-5 16,-7-1 7-16,7 5-9 0,0-5-21 0,0 4-14 15,0 1-14-15,0-5-11 0,-6 4-8 0,6-2-10 16,0 2-1-16,-6 1-16 0,-1 2-3 16,1 2-13-16,6 2-20 0,-7 4-20 0,7-3-22 15,0 7-25-15,-7-4-35 0,1 4-29 0,6 0-25 16,-6 4-21-16,6-4-35 0,-7 7-63 0,0-3-51 16,7 4-2-16,-6-2 24 0,0 5 46 0</inkml:trace>
  <inkml:trace contextRef="#ctx0" brushRef="#br0" timeOffset="147917.01">28110 5879 163 0,'0'4'403'0,"6"-1"66"0,-6 2 57 0,0-2-42 0,-6 1-80 0,6 3-67 16,0 1-51-16,-7 3-43 16,7-1-38-16,-6 2-37 0,6-2-31 0,-7 5-29 15,7 0-30-15,0-1-20 0,0 5-16 0,0-4-11 0,-7-1-16 16,7 1-5-16,0-1-6 16,0 5-23-16,0-4-57 0,0-5-75 0,0 1-86 15,0-3-104-15,-6-5-143 0,6-3-114 0,0 0-19 16,0 0 35-16,0 0 69 0,13-11 91 0</inkml:trace>
  <inkml:trace contextRef="#ctx0" brushRef="#br0" timeOffset="152319.85">28272 5721 257 0,'0'5'363'0,"0"-5"48"0,0 0 0 0,0 3-35 15,0-3-44-15,0 0-24 0,-6 0-5 16,6 0 6-16,0 0 6 0,0-3-10 0,0 3 1 16,0 0 6-16,0-5 6 0,0 5-2 0,0-2-5 15,-7 2-1-15,7 0-17 0,0 0-26 0,0-4-29 16,0 4-32-16,-6-4-33 0,6 0-39 0,0 4-37 15,6-7-34-15,-6 3-24 0,0 0-16 0,7-3-14 16,-7 0-5-16,6 0-3 0,1-1-1 16,0 1-2-16,-1 0-1 0,7 0-3 15,-6 2 2-15,5-1-1 0,-5 2 3 0,0 0 2 16,-1 1-2-16,1 3 2 0,-1 0 0 16,0 0 1-16,8 0-2 0,-8 0 2 0,-6 3 1 15,6 1-2-15,1 3-1 0,0-4 3 0,-7 9 0 0,6-1 0 16,-6 0 0-16,-6 3 3 15,6 1-1-15,0 0-5 0,-7 3 0 0,7 1 0 0,-7-1-1 16,1 4 1-16,6-4-1 0,-6 0 1 16,6 0 1-16,-6-3-1 0,6 3 1 0,-8-6-3 0,8-1 1 15,8-4 2-15,-8 1 0 0,0-1-2 16,6-4-3-16,0 4 3 0,-6-7 4 0,13 4 1 0,-6-4 3 16,6-4-2-16,0 1-2 0,0-1-5 15,-7 1-18-15,8-1-33 0,-2 1-50 0,1-1-85 16,1-4-106-16,-8 5-118 0,0-1-109 15,8-3-85-15,-8-1-67 0,0 1-37 16,1-4-59-16,0 0 31 0,-7 3 76 0,0 8 92 16,6-6 97-16</inkml:trace>
  <inkml:trace contextRef="#ctx0" brushRef="#br0" timeOffset="152738.09">28513 5375 96 0,'0'-9'357'0,"-6"-1"54"0,6 3 47 0,-6-1-31 0,6 1-75 0,-7 0-49 16,7 2-36-16,0 3-25 15,-7-2-31-15,7 0-21 0,0 4-41 0,0-4-42 16,0 4-34-16,0 4-25 0,0-4-9 0,0 4-17 0,7 2 7 16,-7 1 13-16,7 5 5 0,-1 6 14 0,0 1 14 15,1 3 6-15,0 3 3 16,-1 4 8-16,7 1 14 0,-6 2 14 16,-1 6 3-16,1-1 13 0,5-1 5 0,-12 4-7 15,8 0-13-15,-8-3-25 0,6 3-21 0,-6 1-22 0,-6-5-21 16,6 1-12-16,-8-1-12 15,8-7-8-15,-6 5 0 0,6-9-13 0,-6 1-20 16,-1-4-38-16,7-4-50 0,-6-3-59 0,-1 0-82 16,7-1-77-16,-7-6-65 0,7-1-53 0,-6-4-63 15,6-3-96-15,0 0-8 0,0 0 40 0,0 0 64 16,0 0 77-16</inkml:trace>
  <inkml:trace contextRef="#ctx0" brushRef="#br0" timeOffset="153919.73">29706 6399 260 0,'0'-7'400'0,"7"0"61"0,-7 4 34 0,0-5-41 0,0 4-49 16,0 4-30-16,0-3-13 0,0 3-8 0,-7-4-19 31,7 4-25-31,0 4-3 0,0 3-39 0,-7 1-29 16,7 6-29-16,-6 4-15 0,6 8-15 0,-7 0-32 15,7 3 14-15,0 4 4 0,-6 4 5 16,6 7 1-16,0 0-1 0,0 11-11 0,0 3-23 0,0 1-25 16,6 3-28-16,-6 0-26 0,7 4-25 15,-1-7-17-15,1-1-10 0,6-2-5 0,0-8 3 16,6-5-4-16,-5-7 1 0,5-2-1 0,1-5-1 16,-8-7-2-16,8-4-24 0,0-4-45 0,-7-5-85 15,7-3-117-15,-8-6-148 0,-5 0-151 0,6-3-129 16,-6-9-131-16,-7 5-91 0,6 0 25 15,-6 7 99-15,-6-11 127 0,6 4 134 0</inkml:trace>
  <inkml:trace contextRef="#ctx0" brushRef="#br0" timeOffset="155875.81">30019 6579 218 0,'6'-4'371'0,"0"1"49"0,-6-1 26 16,8 1-54-16,-8-1-61 0,0 4-34 0,0-3-20 15,0-1-14-15,0 4-17 0,0-5-17 0,0 5-21 16,0 0-25-16,0 0-27 0,0 0-13 0,0 5-3 16,6-1 1-16,-6-1 7 0,6 4 3 0,-6 0 6 15,7 8-6-15,-1-3-18 0,1 6-9 0,0 0-14 16,-1 4-7-16,0 3-16 0,0 1-9 0,2 0-11 15,-2 3-22-15,-6-4-17 0,6 5-17 0,-6-1-4 16,7-4-4-16,-7 2-3 0,7-5-1 0,-7 0-12 16,0-4-48-16,0-3-68 0,6-5-97 15,-6-3-96-15,0 1-103 0,0-4-90 16,7-4-44-16,-7 0-54 0,0-4-47 0,0 4 18 16,0-8 61-16,0 1 78 0,6 0 82 0</inkml:trace>
  <inkml:trace contextRef="#ctx0" brushRef="#br0" timeOffset="156484.59">30286 6722 273 0,'6'-7'393'0,"1"3"51"0,-7-3 15 0,6 3-57 0,-6-3-63 0,0 7-45 16,0-4-43-16,0 4-40 15,-6 4-39-15,6-4-44 0,0 7-46 0,-7 1-37 0,7-1-19 0,0 3-9 16,0 2-8-16,-6 3-1 0,6-1-3 0,0 1-1 15,0-1 9-15,0 5 4 16,0-5 5-16,0 1-1 0,6 0 5 0,1 0 0 16,-1-5-10-16,1 2-5 0,0-5 1 15,-1 0 2-15,7 0-1 0,-6 1 3 0,5-8 2 16,1 0 0-16,1 0-4 0,-8-4-6 0,8-4 0 16,-8 2-2-16,6-5-2 0,-5-1-2 0,6 2-2 15,-6-5 0-15,-1 0-1 0,0 0 0 0,2 1-3 16,-2-1 3-16,-6 1 0 0,0-1-1 0,6-1 0 15,-6 2 0-15,0 3 3 0,-6-3 0 16,6-1-4-16,0 4 0 0,-6 1-1 0,-2-5-3 0,2 4 1 0,6-1-1 16,-13 2 0-16,7-1-1 0,-1 0 5 15,0-1 0-15,1 2-4 0,-6-2-3 16,4 2 0-16,2-1 3 0,6-4-7 0,-6 4 7 0,-1 0 2 0,0-3 6 16,7 2 1-16,-6 5 2 0,6-3-1 0,0 2-3 15,0 1-1-15,0-1-4 0,0 2 0 0,0-2 2 16,0-1 1-16,0 3-1 15,6 2 2-15,1-3 2 0,-7 4 1 0,7-2 0 16,-1-2 1-16,0 3-1 0,2 4-2 0,-2-3 0 0,0-1-1 0,0 4-1 16,1 0-3-1,6 0 3-15,-6 0 1 0,-1 4 1 0,0-1 0 16,8-3 0-16,-14 7 3 0,6 2-2 0,0-3 2 16,2 5-1-16,-8 1 4 0,0-2 1 0,0 5 0 15,0-1 1-15,0 1-1 0,-8 0-2 0,8-1-2 16,-6 1-2-16,6-1-2 0,-6 2-3 0,6-2-1 0,-6-3 1 0,-2 1-3 15,8 2-20-15,-6-6-35 16,6 2-44-16,-6-3-55 0,6-3-60 0,0 0-59 16,-7 0-72-16,7-4-93 0,0 0-46 0,0 0 5 15,0 0 34-15,0 3 50 0</inkml:trace>
  <inkml:trace contextRef="#ctx0" brushRef="#br0" timeOffset="156747.69">30794 6729 93 0,'7'4'400'0,"-7"0"67"0,6-1 55 0,-6 2-11 0,0 2-92 0,-6 0-77 0,6 4-66 0,-7 0-54 0,7-1-50 0,0 5-39 0,-7 0-42 16,7 0-40-1,0-1-21-15,0 5-11 0,-6-5-7 0,6 5-5 0,0-1-3 0,0 0 0 0,0-3-3 16,-6-1-8-16,6 1-23 0,0-3-47 0,0-2-59 16,0 1-63-16,0-7-74 0,0-4-92 15,0 0-104-15,0 0-53 0,0 0 9 0,0-4 36 16,0-3 60-16</inkml:trace>
  <inkml:trace contextRef="#ctx0" brushRef="#br0" timeOffset="157019.25">30957 6715 367 0,'0'0'443'0,"6"0"55"15,-6 0 15-15,0 3-79 0,0-3-81 0,7 0-60 16,-7 4-37-16,6-4-22 0,-6 0-19 15,7 3 0-15,0-3-35 0,-1 0-28 0,8 4-30 16,-2-4-30-16,-5 0-29 0,6 0-41 0,0-4-4 16,-1 4-9-16,2-3-3 0,-1 3-6 0,0-4 7 15,0 1-11-15,-7-1-29 0,8 1-53 0,-8-5-70 16,0 8-80-16,-6-7-87 0,7 3-86 0,-7 0-104 16,0 4-77-16,0-3-2 0,-7 0 44 0,7-1 64 15,0 4 83-15</inkml:trace>
  <inkml:trace contextRef="#ctx0" brushRef="#br0" timeOffset="157621.85">31335 6587 244 0,'6'-4'443'0,"1"0"69"0,6 0 63 0,-13 1-44 15,6 3-86-15,-6 0-58 0,7 0-32 0,-7 3-27 16,0 1-29-16,0 4-34 0,-7 0-33 0,7-1-39 16,-6 7-39-16,6-3-34 0,-6 3-22 0,-1 5-12 15,7 0-9-15,-7 2-11 0,7-3 3 16,0 4 2-16,0 0-9 0,0 1-10 0,0-5-10 0,7 0 1 16,-7 0-12-16,0 1-8 0,7-8-6 15,-7 3-4-15,6-2-2 0,0-5-5 0,1 0 0 16,0 0-1-16,-1-3 0 0,7-4 5 0,-6 0-4 0,-1-4-3 15,1 0 2-15,-1 1 1 0,0-8 6 16,1 3-5-16,0-3-6 0,-7 1 4 0,6-1-1 16,-6-1-6-16,0-2-8 0,6 3 5 0,-6-4 4 15,-6 0-2-15,6 1-3 0,0 3 4 0,-6-3-4 16,-1-1-8-16,0 0-11 0,1 1-1 0,0-5-9 16,-7 5-8-16,6-1-2 0,-6 0 0 0,0 1 0 15,0-1 3-15,0 1 1 0,6-5 9 0,-6 4 8 16,1 5-1-16,4-5 13 0,2 4 4 15,-6-1 7-15,5 2-1 0,0-1-4 0,7 0 6 16,0-1-5-16,0 6 2 0,0-2 0 0,0-3 2 16,7 5 4-16,0-2 0 0,-1-1-1 0,0 3-5 15,0 2-2-15,2-3-6 0,-2 4 0 0,0-2 3 16,7 1 6-16,1 1 5 0,-8 3 7 0,7-4 2 16,-6 4-5-16,5 4-4 0,-5-4-3 0,0 3-4 15,-1-3-8-15,-6 4 7 0,7 1 8 0,-7 1 6 16,6-2-2-16,-6 6 4 0,-6 2 5 0,6-1-7 15,-7 0-6-15,1 1-3 0,-1-2 0 16,7 5-2-16,-7-1-14 0,1 1-31 0,0 0-65 0,-1 0-82 16,0-1-89-16,1-3-90 0,0 1-82 15,-1-5-66-15,7 3-65 0,-7-6-53 0,1 4 19 16,6-5 52-16,0-3 73 0,0 0 90 0</inkml:trace>
  <inkml:trace contextRef="#ctx0" brushRef="#br0" timeOffset="157998.56">31719 6084 216 0,'0'-10'432'0,"0"-1"72"0,0 3 68 0,-6 1-31 0,6 4-66 16,0-6-52-16,0 7-49 0,0-2-51 0,0 0-60 16,0 4-66-16,6 0-63 0,-6 8-43 15,0-1-13-15,7 7 8 0,-1 5 20 0,1 3 27 0,0 3 21 16,5 8 20-16,-5 4 13 0,12 4 10 0,-6 2 3 16,7 6-6-16,-6-3-5 0,4 6-1 0,-4 0-17 15,-1 2-20-15,-7 1-18 0,8 0-11 0,-8-4-15 16,-6 5-26-16,0-6-17 0,0 1-14 0,-6 1-10 15,-2-4-17-15,-4 0-7 0,-1-5-5 0,-1-2-5 16,-4-2-2-16,4-4 2 0,-6-4-6 16,1-1-2-16,6-1-2 0,-6-6-21 0,5-2-47 15,1 1-85-15,-6-3-117 0,6-1-161 0,-1-6-175 16,2-2-165-16,-8 1-194 0,7-3-46 0,-7-1 54 16,8 0 127-16,5-4 155 0,-6 1 177 15</inkml:trace>
  <inkml:trace contextRef="#ctx0" brushRef="#br2" timeOffset="162689.57">30240 7568 152 0,'-19'19'418'0,"-7"-1"57"0,0 1 50 0,-7-5-11 0,7 5-85 0,0-5-46 16,0 1-8-16,7-1 5 0,-1-6-5 0,6-1-21 15,8 0-30-15,0-3-40 0,6-1-24 0,6 1-18 16,8-4-3-16,4 0 4 15,15-4 2-15,-1 1-8 0,15-1-25 0,11 0-33 16,1 1-33-16,19-4-33 0,0 2-36 0,7-5-28 0,13 6-21 16,-1-7-13-16,1 4-9 0,0 3-1 0,0-3-5 15,-7 4-1-15,-6-5-2 0,-8 1-1 0,2 3 4 16,-14-3-6-16,-6 4-25 0,-7 3-47 16,-7 0-70-16,-12 3-93 0,-7-3-105 0,-6 4-116 15,-1-4-96-15,-6 3-68 0,-6 1-42 16,-7-4-42-16,0 0-56 0,-7 7 36 0,-6-3 79 0,0 0 92 15,0 3 98-15</inkml:trace>
  <inkml:trace contextRef="#ctx0" brushRef="#br2" timeOffset="162907.18">30690 7997 246 0,'-26'11'419'16,"-1"1"49"-16,9-5 42 0,-2 3-65 0,7-2-85 15,-1-1-51-15,2-1-22 0,6 2 6 0,6 0 6 16,6-4-4-16,6-1-7 0,8 1-19 0,13-4-57 16,6-4-31-16,7 1-34 0,5-5-40 0,15-4-37 15,-1 3-27-15,0-3 8 16,0-3-24-16,-6 5-23 0,0-2-57 0,-7 5-109 0,-7 0-136 0,-6 3-156 16,-7 1-241-16,-12 3-119 0,0 3-18 0,-7 1 67 15,-7 3 114-15,1 4 148 16</inkml:trace>
  <inkml:trace contextRef="#ctx0" brushRef="#br2" timeOffset="166683.49">25099 10430 104 0,'0'0'280'0,"0"-4"24"0,0 0-17 0,0 4-34 0,0 0-47 0,7-4-36 0,-7 4-19 0,0 0 0 0,0-3 2 15,0 3 3 1,6 0 3-16,-6-4 4 0,0 4 2 0,0 0-4 0,0 0-4 0,0 0 3 0,0 0 4 15,0 0-4-15,0 0 0 0,0 0 10 16,0 0 1-16,0 0-8 0,0 0-12 0,0 0 0 31,6 0-19-31,-6-3-24 0,0 3-18 0,0 0-11 0,0 0-14 0,0 0-26 0,7 0-6 0,-7 0-6 32,0 3-6-32,0-3-14 0,0 0-3 0,7 0 2 0,-1 0-2 0,-6 0-17 0,14-3 3 31,-8 3 4-31,7-5 5 0,0 3 1 0,-6-2 0 15,11 4 14-15,-4-4-8 0,-1 0-3 0,7 1-5 16,-8 3 4-16,8 0-5 0,0 0 0 0,-7 0 3 16,0 0 4-16,6 3-1 0,-5 1-9 0,5 0 3 15,-6 0 4-15,0 3-1 0,0 0 0 16,0-4 3-16,7 5 7 0,-8-1-4 0,1-3 6 16,1-1-4-16,-2 4 3 0,8-7-2 0,-7 9-7 15,0-9 4-15,6 3 1 0,-5-3 2 16,-2 3-8-16,2-3-1 0,-1 5 8 0,7-5-7 15,-8-5-10-15,2 5-16 0,-2-3 4 0,2 3 6 16,-8-3-8-16,7-2 13 0,1 5 8 16,-2 5 19-16,2-2-4 0,-2 0-5 0,1 2 5 0,1-5-8 15,4 3-5-15,-10-3 0 0,4 4-1 16,-5-4 1-16,6 0-3 0,0-4 7 0,0 4-3 16,0 0 4-16,0-3-1 0,0 3-2 0,0 0-2 15,0-5-3-15,0 5-20 0,-7-3 7 16,8 3 11-16,-1 0 3 0,0 0 2 0,0-3 0 15,0 3 23-15,0 0-11 0,-7 0-8 0,8-5-6 16,-2 5 4-16,1-4 4 0,1 4-1 0,-2-3 1 16,2-1 1-16,5 1 0 0,-6-1-6 15,0 4-4-15,1-3-3 0,-2-1 3 0,2 0-4 16,-2 0 5-16,1 1-1 0,1 3 3 0,-2-4-4 16,2 4-1-16,-2-3 5 0,2 3-1 0,-1-5 1 15,-1 5 1-15,-4-2 1 0,4 2-1 16,1 0 2-16,0-4 4 0,0 4-10 0,1-4 4 15,-2 0 4-15,2 4 0 0,-2-3-4 0,1-1 3 16,7 4 1-16,-7-4-6 0,0 0-8 16,0 4 2-16,7-2 7 0,-8-3 0 0,2 5-2 0,-2 0 4 15,2-3 8-15,-1 3-3 0,0 0-5 16,-7-4-1-16,13 4 5 0,-5-5-2 0,-1 5-5 16,0-2 2-16,0 2 2 0,0 0-1 0,0 0-7 0,7 0 0 0,-7 0 5 15,0 0 2 1,0 0-9-16,-1 0-1 0,2 0 11 0,-1 0 2 15,0 0-9-15,-7 2-2 0,7-2 14 0,1 0 0 16,-2-2-12-16,2 2-3 0,-2-4 14 16,2 4-3-16,-1 0-14 0,-7 0 5 0,8-4 12 15,-8 4 3-15,6 0-20 0,-5 0 4 0,0 4 9 16,-1-4-1-16,7 0-8 0,-6 4-5 0,6-2 15 0,-7 3 3 0,8-5-8 0,-8 4-1 31,7-1 6-31,-7-3 4 0,8 5-4 0,-2-5-2 16,-6 0 5-16,8 0 4 0,-8 2-10 0,1-2-2 15,0 0 5-15,-1 4 0 0,7-4-10 0,-7 0-3 16,2 0 8-16,-2 0 7 0,0 0 11 16,-6 0-10-16,6 0 4 0,2 0 3 0,-8 0-11 15,6 0-6-15,0 4-16 0,1-4 8 0,-1 4 0 16,1-1 1-16,0-3 10 0,-1 4 5 0,0-4-5 0,0 4 0 0,2-4 4 16,4 0 0-1,-5 0-7-15,0 0-18 0,-1 0-56 0,1-4-106 16,-7 0-142-16,0 4-173 0,0 0-205 0,0 0-96 15,-13-3 2-15,-1 3 75 0,2-4 124 16,-8 4 164-16</inkml:trace>
  <inkml:trace contextRef="#ctx0" brushRef="#br2" timeOffset="170441.17">25829 5832 255 0,'-6'-7'359'0,"6"-5"44"0,-8 5-2 0,2 0-74 0,-6-4-56 0,5 4-52 0,-6-1-36 15,6 5-27-15,-5-4-22 0,-2-1-22 16,2 5-17 0,-2-1-8-16,1 0-15 0,0 4-13 0,-6 0-10 15,5 4-6-15,2 0-8 0,-2 2-10 0,1 3-4 0,1 1-3 0,-2 1-6 0,8 0-6 32,0 3-4-32,-2 1-1 0,2-3-1 0,6 2 0 0,-6 1-2 0,12-1 1 0,-6-3 1 15,6 0-2 1,2 1 2-16,4-5-1 0,2 0 10 0,5-4-3 0,1 1 0 0,6-4-2 0,-7 0 1 15,1-4-3 1,6-6-11-16,-6-1 4 0,5 0 1 16,1 0 4-16,-6-1-2 0,-7 2 3 0,0 2 1 15,0-3 4-15,-7 1 2 0,-6-2-1 0,0 1-2 0,0-3-1 0,-6 3-2 16,-7 0 8 0,0 3-5-16,0-2-2 0,-7 2-4 0,8 5 1 15,-8-1 2-15,-7 0-10 0,9 8 1 0,-2 0 4 0,-7 2 4 0,9 6-1 0,-2-5-3 31,0 8-2-31,7-1 0 0,-1 5 0 0,2-4 0 0,6 2 2 0,-2 2 1 0,2-1 2 16,6 1 0 0,0-5-1-16,0 1 0 0,6-4 0 0,2-3 1 0,-2-2 2 0,6 2 1 0,2-8 6 15,-1 0-3-15,0-4 0 0,6-4-3 32,1-2 1-32,-7-1-2 0,7-4-2 0,-8 5 0 0,8-9 0 15,-14 4 2-15,8 1 2 0,-8-5-2 0,-6 5-2 16,0-1 4-16,0 0-2 0,-6 5-3 15,0-2 1-15,-2 5 0 0,-4 0 0 0,-2 4 1 16,-5 3-1-16,6 3 5 0,-6 4-3 0,5 0-5 16,-5 8 0-16,6 3 1 0,0 1 2 15,-1 2 0-15,2 1 6 0,6-3 3 0,-2 3 6 16,8-4 12-16,0-3 14 0,0-1 15 0,8-3 15 16,4 1 43-16,2-9 6 0,-2-3-3 0,1 0-10 15,7-3-12-15,-6-5-17 0,4-3-43 0,-4 1-6 16,-1-2-14-16,-7-3-9 0,8 5-31 15,-8 3-61-15,0-5-83 0,-6 5-110 0,0 3-139 16,0 4-176-16,0 0-72 0,0 0 8 0,0 0 55 16,0 0 90-16</inkml:trace>
  <inkml:trace contextRef="#ctx0" brushRef="#br2" timeOffset="180804.11">23502 9433 132 0,'0'-10'388'0,"-6"1"52"0,6 2 40 15,-6 0-40-15,6 4-103 0,-6-1-81 0,-2 4-59 16,8 0-42-16,-6 7-21 0,6 0-18 16,0 9-8-16,0 1-9 0,0 5 0 15,6 5 0-15,2 2-9 0,-8 0-15 16,6 5-18-16,0 2-14 0,0 0-16 0,1 1-11 16,-7-4-8-16,7 4-2 0,-1-5-10 0,1-6-32 0,-7 0-54 0,0-9-73 15,6 3-82-15,-6-13-108 0,0-7-146 16,0 0-66-16,0 0 3 15,7-7 45-15,0-9 68 0</inkml:trace>
  <inkml:trace contextRef="#ctx0" brushRef="#br2" timeOffset="181229.72">23516 9506 45 0,'-7'-7'342'0,"7"-3"45"15,-7 2 35-15,7-4-29 16,0 5-106-16,-6 0-81 0,6 0-62 15,0-1-41-15,0 1-32 0,6 0-29 0,1 4-18 0,0-6-11 0,-1 2-7 0,1 0-4 16,6 4-1-16,-6-5 1 16,5 4-2-16,8 1 6 15,-7-1 3-15,0 4 0 0,6 0 12 0,-5 4 16 0,-2-1 19 0,-5 5 23 0,0-1 25 16,-1 7 26 0,-6-2 13-16,0 2 4 0,-6 1-1 15,6 4-10-15,-7-4-19 0,-6 2-23 0,7 5-16 16,-8-3-21-16,2-2-12 0,5 0-18 0,-6-8-7 0,0 3-6 0,7-2-9 0,-2-3-1 15,8 1-4 1,-6-4 0-16,6 0-1 0,-6 0-4 0,12-1 1 0,-6-3 1 0,6 0-3 16,2 0 0-16,4 0 2 0,1-3 6 0,1 3 0 15,-2 0-2 1,8-4 0-16,0 4 0 0,-1 0 3 0,1 4-1 0,0-4-1 0,-1 3 3 0,-6 1 13 31,0-1 21-31,-7 4 18 0,0 1 19 0,2-1 20 0,-8 4 5 0,-8 4-4 0,2-4-9 16,0 4-20-1,-7-1-18-15,0 1-19 0,0 0-5 0,-7 7-10 0,7-5-14 16,-6 2 22-16,6-4-24 16,-1-4-38-16,2-4-60 0,-2 0-71 0,8 1-78 0,-7-5-112 0,6-6-76 0,1 3-101 15,-7-4-77 1,-1 0 3-16,14 4 39 0,0 0 71 16,0 0 86-16</inkml:trace>
  <inkml:trace contextRef="#ctx0" brushRef="#br2" timeOffset="181926.26">23809 9070 244 0,'0'0'389'0,"-7"0"56"0,7 0 40 0,-6 0-62 0,6-3-59 0,0 3-46 16,0-4-16-16,0 4-6 0,0-3-13 15,0-4-20-15,0 3-13 0,0-4-2 0,0 1-20 0,0-1-24 16,0-3-14-16,6 4-14 0,-6 0-18 0,0 3-16 16,0-3-22-16,0 3-19 15,0 0-25-15,0 0-21 0,0 4-21 0,0 0-20 0,0 4-6 16,7 4-5-16,-7 3-2 0,0 3-2 0,0 1 1 16,0 8 1-16,0-2-2 0,0 4-5 0,7-2-44 15,-7-1-76 1,0-1-111-16,0 2-125 0,6-5-128 0,1 0-133 0,-7-3-149 15,6-5-28-15,0-2 53 0,8-1 98 0,-2-3 111 0,2 0 127 16</inkml:trace>
  <inkml:trace contextRef="#ctx0" brushRef="#br2" timeOffset="182342.46">24408 8976 256 0,'7'-12'427'0,"-7"1"79"0,7 0 83 0,-7 4-20 16,-7 4-31-1,7 3-25-15,-7 0-25 0,7 3-24 0,-6 8-36 16,-8 4-60-16,8 2-60 0,0 13-47 0,0 0-36 16,-8 6-25-16,14 8-19 0,-6 3-12 15,6 8-2-15,-7 4-13 0,7 3-13 0,0 4-24 0,0 4-36 0,7-3-28 0,6-1-13 16,0-1-19-1,7-7-9-15,6-2-13 0,-7-9-50 0,13-2-107 16,-5-13-167-16,5-3-191 0,-6-6-181 0,0-6-208 16,7-2-126-16,-13-3 9 0,5-10 107 15,1-2 167-15,-6-2 169 0</inkml:trace>
  <inkml:trace contextRef="#ctx0" brushRef="#br2" timeOffset="189426.12">25158 9099 144 0,'0'4'301'16,"6"-4"29"-16,1 4-13 0,-7-4-58 0,0 0-65 16,6 0-40-16,-6 0-20 0,0 0-12 0,7 0-3 15,-7 0-3-15,0 0 1 0,0 0-2 16,0-4 4-16,0 0 5 0,0 4 0 16,0-2 0-16,0-3-1 0,0 2 1 0,0-1-11 15,0 1-4-15,-7-5-10 0,7 4-10 16,-6 1-11-16,6-1-15 0,-7 1-9 0,7-1-10 0,-6 1-10 0,0-1-4 15,6 4-6-15,-8 0-5 0,2 0-3 0,0 0-8 16,-8 4-4-16,8-4-5 0,0 3-1 0,-7 4 0 16,-1 0-2-16,8 1 2 0,-7 3 2 0,0-3 0 15,7 2-2-15,-8 1 0 0,8 4-2 16,-1-4-1-16,-5 3 2 0,4 2 1 0,2-2 1 16,6 1 1-16,-6 0 1 0,0 2 2 15,-1 2-1-15,0-1 0 16,7 0-3-16,0 0-3 0,-6 1 2 0,6-1 1 0,0 1-4 0,6-5 0 15,-6 1 3-15,0-1 4 0,0-3-2 0,7-3-1 16,-7 3 1-16,7-5-2 16,-1 3 0-16,0-1-1 0,-6-2 0 15,0-6-1-15,6 3 4 0,2 2 2 0,-2-5 5 16,0 0-4-16,1 0 1 0,-1-5 3 0,1 2-3 16,0-1-1-16,-1-3-3 0,0 0-1 0,1-1 3 15,0 1-2-15,-1-3 2 0,0-6 1 0,1 6 2 16,0-5-3-16,6 3-2 0,-13-2 3 15,6-3-3-15,0 5 0 0,1-3 0 0,-7 0 2 16,7 1-1-16,-1 3 0 0,-6-4 0 0,0 5-1 16,6-2-1-16,-6 5 2 0,0-3 2 15,0 2-1-15,8 4 1 0,-8-3-1 0,0 3-1 16,0 0-1-16,0 4-1 0,0-3-1 0,0-1-5 16,0 1 1-16,0 3 2 0,0 0-2 15,0 3-2-15,0 1 1 0,0-1 6 0,0 5 0 0,0 3 1 0,0 3-1 16,6 1 2-16,-6 3 1 0,0 4 1 15,6 4-3-15,1 0 0 0,-7 3 2 16,13 4-2-16,-6 0 2 0,-1 3 2 0,0 1-1 16,8-1 0-16,-8 2-2 0,0-1 2 15,-6-5 0-15,7 1-4 0,-7 0 0 0,7-1-1 16,-7-5 2-16,-7-2 0 0,7-2 0 0,-7-6 0 16,1-2 0-16,0-4 1 0,-2 0-3 15,-4-4-15-15,-1 1-19 0,-7-8-38 0,8 0-47 16,-8 0-52-16,6-3-52 0,-5-5-51 0,6 0-52 15,0 1-73-15,-7 3-75 0,8-3-11 16,5 4 23-16,7 3 42 0,0 0 63 0</inkml:trace>
  <inkml:trace contextRef="#ctx0" brushRef="#br2" timeOffset="189978.42">25594 9590 25 0,'6'0'351'0,"2"4"49"0,-8 4 31 0,6-4-21 0,-6 0-109 0,0 5-89 0,0 3-71 15,0-1-42-15,-6 3-31 0,6 1-23 0,0-1-18 16,0-2-13-16,0 2-8 0,-8-2-8 0,8 2-21 16,-6 1-41-16,6-4-47 0,-6-5-67 0,0 2-114 0,-2 4-94 0,2-9-32 0,0 5 12 15,6-8 33-15</inkml:trace>
  <inkml:trace contextRef="#ctx0" brushRef="#br2" timeOffset="194921.66">25842 9297 149 0,'13'0'427'0,"-6"0"83"0,-7 0 78 0,6 0 0 0,-6 0-75 0,-6 0-68 16,6 0-63-16,0 0-69 0,6 0-63 0,-6 0-70 15,6-4-66-15,1 1-50 0,6-1-26 16,7-3-10-16,-7-4-14 0,13 0-4 0,0 1 6 16,-7-2 1-16,7 1-3 0,0 0-2 0,0 4-4 15,-6 0-2-15,-1-4-6 0,8 7-7 0,-14 1-6 16,6-2 3-16,-5 3 3 0,-8 2-5 0,7 0 3 16,-6-5 1-16,-1 5-25 15,0 0-51-15,1 0-63 0,-7-4-81 0,0 4-100 16,0-3-113-16,0 3-138 0,0 0-62 0,0 0 3 15,0 0 56-15,0 0 82 0,0 0 109 0</inkml:trace>
  <inkml:trace contextRef="#ctx0" brushRef="#br2" timeOffset="195337.05">26350 8990 17 0,'0'-8'356'0,"6"4"64"0,-6 2 55 16,0-3 5-16,7 5-76 0,-7-3-63 0,0 3-46 16,0 0-43-16,0 3-40 0,0-3-38 0,0 0-30 15,0 5-28-15,0-3-25 0,0 10-8 16,0-5-5-16,0 4-3 0,0 0-3 0,0 4 6 15,0 4 6-15,0 2-5 0,0-3-5 0,0 8-3 16,7-4 8-16,-7 0-8 0,6 4-10 0,-6-4-5 16,7 3-3-1,-7-3-3-15,6-3-18 0,1-2-21 0,0-2 1 0,-1 4-4 0,0-7-6 16,0-2 1-16,2-3-1 0,-2 1 10 0,7-4-9 16,-7-2 0-1,1-4 4-15,6-2-8 0,-7-4-14 0,8 5-30 16,-2-5-45-16,-5-3-62 0,0 4-75 0,6-4-69 0,-13 0-59 0,6-1-40 15,0 5-19-15,-6-3-29 0,7-2-40 0,-7 2-17 16,0-1 24 0,0 0 42-16,0-1 54 0</inkml:trace>
  <inkml:trace contextRef="#ctx0" brushRef="#br2" timeOffset="195604.13">26585 9019 288 0,'0'-7'354'0,"0"-4"39"0,0 7-16 0,0-3-43 0,0-1-47 31,0 4-27-31,0 2-17 0,0-3-15 0,0 5-19 0,0 5-17 0,0-3-11 0,-6 2-12 16,6 4-15-1,0 3-8-15,0 3-5 0,0-3-5 0,0 8-9 0,0-1 0 0,0 8 10 16,6-1 12 0,-6 5 13-16,6 0 0 0,1 2-8 0,-7 1-16 15,6 4-28-15,1-1-23 0,-1 1-33 0,1-1-22 16,-1-3-13-16,0 1-11 0,2-1-5 0,-2-4-8 0,7-4-1 0,-6-3-14 0,-1-2-28 15,1-7-53 1,-7-1-69-16,6-1-78 0,0-4-85 16,-6-4-71-16,7-3-58 0,-7-3-32 0,7-4-49 15,-7 7-57-15,0-11 14 0,0-5 49 0,0 2 65 0,6-4 75 0</inkml:trace>
  <inkml:trace contextRef="#ctx0" brushRef="#br2" timeOffset="195971.72">26871 8756 52 0,'0'-8'382'16,"7"1"65"-16,-7 0 52 0,0 7-3 0,0 0-82 16,7 0-68-16,-7 2-50 0,6 6-31 0,0 7-19 15,1 4-14-15,6 6-19 0,-6 4-10 0,13 11-6 16,-8 1 7-16,1 7 13 0,7-1 18 16,0 5 18-16,-8 2 10 0,2 1-5 15,-8 0-25-15,0 0-38 0,-6 0-45 0,0-4-51 0,-6 1-45 16,0-8-27-16,-2 0-16 0,2-5-20 15,0 3-46-15,-7-9-68 0,0-4-90 0,6 0-105 16,-6-3-109-16,6-9-93 0,1 3-66 0,0-6-55 16,0-3-86-16,-2 0 3 0,8-4 53 0,-6 1 78 15,6-8 92-15</inkml:trace>
  <inkml:trace contextRef="#ctx0" brushRef="#br3" timeOffset="203338.82">24441 7539 307 0,'-6'0'467'0,"-1"-3"85"0,1 3 88 0,-8 0-33 0,8 0-25 15,-8 0-16-15,8 0-7 0,-6 0-7 0,5 3-27 16,0-3-39-16,-6 4-56 0,7-4-56 16,6 0-57-16,-6 0-59 0,6 3-53 0,-8-3-49 15,8 0-46-15,0 0-38 0,0 0-25 0,0 0-19 16,8 0-14-16,-8-3-8 0,6 3 0 0,7-7 0 15,7 3 0-15,-2 0 1 0,9 0-1 0,-1-3 2 16,13 0-2-16,0-4-6 0,7-4 2 0,6 4 1 16,7-4 0-1,-1 1-3-15,1-1-3 0,0 1 3 16,6 2 0-16,-6-2-3 0,-8 3 1 0,1 0-1 16,-6 4 1-16,0-1-1 0,-8 5-11 0,-4 3-22 15,-9-4-27-15,-5-1-38 0,0 5-39 0,-7 0-46 16,0 0-46-16,-7 0-63 0,1 0-86 0,-7 0-84 0,-7 5-81 15,1-5-69-15,-1 0-54 16,1 0-47-16,-7 4-45 0,-1-4 31 0,-5 0 76 16,6 0 92-16,-6 3 97 0</inkml:trace>
  <inkml:trace contextRef="#ctx0" brushRef="#br3" timeOffset="203700.12">24546 7524 233 0,'-14'4'398'0,"-5"0"51"0,6-4 52 15,0 4-54 1,-1-1-54-16,2 1-25 0,-2 3-10 16,2-4 2-16,-1 1-23 0,6 0-25 0,-6 0-25 15,7-4-36-15,-2 3-40 0,2 1-49 0,6-4-31 0,-6 4-39 0,6-4-40 0,0 3-24 16,6-3-13-1,-6 0 0-15,14 0-1 0,-8 0 6 0,14-3 3 0,-7-1-1 0,13-3-8 16,0-1-3-16,6 1-2 0,1-4-6 0,6 0-4 16,0 0 3-16,7 4 3 0,-1-4 1 0,1 0-4 15,-1 4 3 1,1-1-2-16,-1 1-4 0,-5 2-1 0,-7-1-2 0,-1 3-3 0,-6-2-7 0,0 2-22 31,-7 3-38-31,1-3-46 0,-1 3-51 0,-12 0-56 0,6 0-55 0,-7 0-42 0,2 0-41 31,-8 0-36-31,0 0-39 0,0 0-65 0,0 0-62 16,0 0 3-16,0 0 44 0,-14 0 61 0,14 0 83 16</inkml:trace>
  <inkml:trace contextRef="#ctx0" brushRef="#br3" timeOffset="204048.08">24480 7572 124 0,'-7'7'380'0,"-5"1"58"0,5-1 48 0,0-4-32 15,1 2-81-15,6 1-64 0,-6-1-56 0,6-5-50 16,-7 3-37-16,14 1-37 0,-7-4-33 0,6 4-19 15,7 0-11-15,0-1-5 0,7-3-8 0,-1 0-6 16,7 0-8-16,7 0-11 0,6-3-9 0,-6-1-7 16,12-4 1-16,1 5-4 0,-1-5-3 15,1 0-2-15,6 1-1 0,-6-1 1 0,-7 5-2 16,7-4-1-16,-7 0 2 0,-7 3-23 0,1-4-16 16,-7 5-31-16,0-4-44 0,-7 7-51 15,-5-4-61-15,-2 1-39 0,-6-1-61 0,8 4-90 16,-14 0-69-16,0 0-8 0,0 0 26 15,0 0 44-15,0 0 68 0</inkml:trace>
  <inkml:trace contextRef="#ctx0" brushRef="#br3" timeOffset="204436.12">24591 7624 122 0,'-7'0'386'0,"7"0"64"0,-6 4 58 16,6-4-29-16,-7 0-85 0,7 3-71 15,0-3-54-15,0 4-43 0,0-4-29 0,7 3-34 16,-1-3-20-16,7 4-9 0,7-4-10 0,0 0-6 0,-1-4-23 16,13 1-17-16,8-1-17 0,-1-3-15 15,6-1-15-15,1-3-18 0,-1 0-8 0,8-1 5 16,-7 2-5-16,-1 3-6 0,-6-5-3 0,-7 2-2 16,2 3-6-16,-2 3-27 0,-13-4-41 0,1 5-53 15,-7 3-57-15,0-4-60 0,-6 4-62 0,-1 4-55 16,-6-4-68-16,0 0-83 0,0 0-15 15,0 0 24-15,-6 3 51 0,-7 5 66 0</inkml:trace>
  <inkml:trace contextRef="#ctx0" brushRef="#br3" timeOffset="207212.62">24819 10217 337 0,'0'0'443'0,"-7"-3"68"0,7-1 49 0,-6 4-55 16,6-4-45-16,-7 4-21 0,7-3-6 15,0-2-1-15,-6 5-15 0,6 0-23 0,0-3-38 16,0 3-43-16,0-3-54 0,6 3-55 0,-6-8-42 15,7 5-26-15,-1-5-24 0,8 4-21 0,-2-4-11 16,2 2-8-16,5 2-15 0,1-3-20 0,6 3-10 16,-7-4-1-16,14 6-10 0,-8-3-10 0,8-2 2 15,-7 4-2-15,7-1-2 0,-1 0-7 16,2 0-1-16,-9 4 8 0,1-3-4 0,-6 3-2 16,6-4 1-16,-7 4-8 0,1 0 3 15,-7 0-5-15,0-3 3 0,-6 3-15 0,6 3-47 16,-7-3-62-16,-6 0-84 0,7 0-98 0,-1-3-115 0,-6 3-105 15,0 0-63-15,0-4-35 16,0 4-39-16,0 0-57 0,0 0 32 0,0 0 77 0,0 0 86 16,0 0 89-16</inkml:trace>
  <inkml:trace contextRef="#ctx0" brushRef="#br3" timeOffset="207477.72">24903 10309 108 0,'-12'7'357'0,"-1"-4"52"16,6 4 49-16,0-3-44 0,1 1-74 0,6-5-52 15,-6 3-34-15,6-3-19 0,6 0-15 16,-6 0-11-16,13-3-12 0,-6 3-21 0,12-5-15 16,-5 1-12-16,4 2-4 0,2-6-19 0,0 4-20 15,5 1-14-15,2-5-14 0,-1 4-19 0,0 1-26 16,7-1-19-16,-7 1-5 0,0-2 4 0,0 5-3 15,-7-2-6 1,1-2-5-16,6 4-7 0,-13-4-41 0,0 0-65 0,0 4-85 16,-7 0-83-16,1-3-90 0,-7 3-101 0,0 0-120 0,0 0-37 15,0 0 27-15,0 0 60 0,0-8 79 0</inkml:trace>
  <inkml:trace contextRef="#ctx0" brushRef="#br3" timeOffset="207778.9">24884 10232 274 0,'-6'0'394'16,"6"3"47"-1,0-3 10-15,-7 0-72 0,7 0-82 0,0 0-66 0,0 0-55 0,0 0-39 0,0 0-28 31,7-3-25-31,-1 3-17 0,7-4-10 0,1 4 1 16,4-4 0-16,-4 1-4 0,5-4-5 0,7 3-6 16,-6 0-8-16,-1 1-10 0,7-2-8 0,0 5-4 0,1-3-7 0,-8 0 1 0,8 3-4 15,-2-4-3 1,-5 4-1-16,0-4-13 0,-1 1-33 16,1 3-52-16,-8-5-55 0,2 2-67 0,-2-1-82 15,-5-4-103-15,-7 8-78 0,0 0-9 0,0 0 28 0,0 0 50 0,0 0 75 0</inkml:trace>
  <inkml:trace contextRef="#ctx0" brushRef="#br3" timeOffset="208082.26">24917 10166 110 0,'6'-5'361'15,"0"3"50"-15,1-6 42 0,0 4-43 0,-7 1-83 16,13-1-64-16,-7 4-48 0,1-4-37 16,12 4-26-16,-5 0-32 0,-2 0-30 0,8-4-25 15,6 4-16-15,-7-2-13 0,8-3-14 0,-1 2-9 16,-6-1-3-16,-1 1-4 0,-6-1-5 0,6 0-8 15,-5 0-36-15,-8 4-40 0,7-3-53 0,-6 3-61 16,-7 0-76-16,6-4-111 0,-6 4-78 0,0 0-16 16,0 0 20-16,-13 4 47 15,6-1 69-15</inkml:trace>
  <inkml:trace contextRef="#ctx0" brushRef="#br3" timeOffset="208282.95">24936 10280 51 0,'20'-4'319'15,"6"-4"33"-15,-6 5 21 0,5-1-53 0,-5 0-107 16,6 4-72-16,-6 0-55 0,5 0-33 16,-5 0-19-16,6 0-21 0,-6 4-27 0,-1-4-41 0,-5 4-93 15,-2-1-121-15,-5 1-66 0,-7-4-29 0,0 0 0 16,13 4 27-16</inkml:trace>
  <inkml:trace contextRef="#ctx0" brushRef="#br3" timeOffset="209287.02">20395 12294 57 0,'0'4'404'0,"0"-4"73"0,-7 0 61 0,7-4 23 16,0 1-95-16,0-5-91 0,0 5-78 0,0-5-61 16,0 0-53-16,7 2-56 0,-7-5-46 0,12-1-31 15,-4 2-23-15,-2 3-13 0,0-1-7 16,7 1-5-16,0 2 2 0,-6 3 10 15,13 4 25-15,-8 3 34 0,2 2 38 0,5 8 37 0,7 3 38 16,0 3 22-16,0 9 5 0,1 3-12 16,5 4-25-16,-6 0-26 0,7 3-34 0,-1 4-33 15,-7-4-27-15,9 0-20 0,-9-3-16 0,1 0-11 16,1-8-9-16,-7-3 6 0,-2-1-47 16,-4-6-72-16,6-9-93 0,-14 1-117 0,7-3-110 15,-7-8-108-15,1-8-64 0,-7-3-59 0,7 1-25 16,-14-9 50-16,7 0 75 0,0-2 86 15,-7-1 98-15</inkml:trace>
  <inkml:trace contextRef="#ctx0" brushRef="#br3" timeOffset="209550.83">20942 12173 322 0,'0'-3'495'0,"-6"-1"87"0,-2 4 78 0,2 0-50 15,-6 4-78-15,-8-1-72 0,7 9-58 0,-7-6-60 16,8 9-52-16,-8 0-54 0,0-1-54 0,1 9-40 16,-7 2-30-16,6 4-26 0,1 5-24 0,-1 3-20 15,-6 2-13-15,6 6-12 0,1 2-6 0,-1 1-6 16,1-1-6-16,5 1-3 0,-5-5-10 16,12-2-46-16,-5-4-76 0,5 0-89 0,0-12-97 15,1 1-101-15,6-8-94 0,6-3-71 0,1-9-82 16,-7-6-8-16,7 0 48 0,12-6 77 0,0-9 87 15</inkml:trace>
  <inkml:trace contextRef="#ctx0" brushRef="#br3" timeOffset="209787.69">20910 12371 260 0,'0'0'482'0,"0"-3"81"0,0 3 62 15,6-4-50-15,-6 4-117 0,0 0-106 0,6 0-79 16,0-4-52-16,8 4-34 0,-1-4-32 0,7 2-24 16,6-4-13-16,-7 4-23 0,14-5-27 0,-8-1-18 15,8-3 24 1,7 1 14-16,-2-6 0 0,1 5 0 0,1 0 11 16,-7 1-18-16,-1 2-59 0,1 4-74 0,-14-3-81 15,-6 3-99-15,0 0-118 0,-6 4-102 0,-1-2-108 0,-6 2-123 0,0 0-15 16,0 0 46-16,0 0 81 0,-13-5 95 0</inkml:trace>
  <inkml:trace contextRef="#ctx0" brushRef="#br3" timeOffset="209998.17">21202 12104 97 0,'0'0'407'0,"7"3"74"0,-7 2 73 0,0-3 11 0,7 10-71 16,-7 3-62-16,6-1-44 0,0 4-33 15,-6 5-46-15,8 2-50 0,-2 1-56 0,0-1-52 16,0 8-41 0,1 1-42-16,-7-2-30 0,7 1-23 0,-1 1-22 0,1-2-56 0,-7 2-83 15,6-5-96-15,0 0-101 16,-6-3-94-16,8-9-114 0,-2 3-106 16,-6-11-7-16,0 3 53 0,0-12 78 0,0 0 87 15</inkml:trace>
  <inkml:trace contextRef="#ctx0" brushRef="#br3" timeOffset="210373.43">21431 12126 428 0,'6'-12'584'0,"-6"10"108"0,-6 2 102 0,6 0-39 16,-7 2-81-1,1 6-86-15,-1 3-82 0,0 4-49 0,1-1-70 16,6 9-70-16,-6-2-51 0,6 8-38 15,0 5-29-15,0 2-45 0,0 5-24 0,0 3-24 16,6-4-32-16,7 7-28 0,-6-3-19 0,12 0-13 16,1-7-6-16,-1 0-8 0,7-12-1 0,0-3-1 0,0-3 0 0,1-9 0 15,-1-2 0-15,0-5 2 16,-7-10 0-16,7-3 2 0,-6-5 1 0,-7-8 3 16,0 2 0-16,0-4 2 0,-7-2-3 15,-6-2-2-15,0 3 0 0,0 1-2 0,-6 7 1 16,-1-1-1-16,1 1 5 0,-1 7-1 0,-6 7-3 15,1 4-1-15,-2 4-2 0,1 7 0 16,0 1-7-16,-6 5-1 0,5 2 1 0,2 6-19 16,-2 1-49-16,2 0-76 0,-2-1-93 0,8-4-112 15,-1-1-146-15,1-3-109 0,6-2-71 16,-6-1-52-16,6-5-63 0,0-9-16 0,0 0 78 16,0 0 92-16,0 0 105 0,12 0 117 0</inkml:trace>
  <inkml:trace contextRef="#ctx0" brushRef="#br3" timeOffset="210563.63">22075 12283 375 0,'7'-3'607'0,"0"-5"115"0,-7 8 81 0,6 0-48 0,-6 0-147 16,7-3-155-16,-1-2-143 0,8-1-113 0,4 2-79 31,-4 0-55-31,-1-3-80 0,7-1-102 0,-8 6-101 15,-5-6-102-15,6 8-97 0,-7-4-108 0,1 1-94 16,-7 3-38-16,0 0 34 0,0 0 64 0,0 0 79 16,0 0 96-16</inkml:trace>
  <inkml:trace contextRef="#ctx0" brushRef="#br3" timeOffset="210708.13">22232 12346 377 0,'0'18'707'16,"0"1"234"-16,0 2 223 0,7-6 74 0,-7 4-81 15,6-9-161-15,1 5-202 0,-1-8-218 16,0 4-335-16,8-3-241 0,-2-5 0 0,8 1 0 15,-7-4 0-15,7-4 0 0,-8 1 0 0,-4-5-12 16,-2 2-777-16,0-6-352 0,1-3-186 0,-7-3-73 16,7 0 53-16,-1-1 258 0,-6-6 361 0</inkml:trace>
  <inkml:trace contextRef="#ctx0" brushRef="#br3" timeOffset="212925.91">23060 12122 123 0,'0'-10'390'0,"0"2"70"0,0 1 66 0,0-1-16 16,-7 4-52-16,0-3-41 0,1 4-31 0,0-1-29 0,-1 1-29 0,0-1-43 0,1 4-54 31,0 0-47-31,-1 0-47 0,-6 4-53 0,6-1-31 16,1 1-17-16,-8 3-12 0,8 0-15 0,-6-3-2 15,5 7 18-15,-6-1 0 0,6 5 4 0,-5 7 2 16,4 0 5-16,2 1 4 0,-6 2-4 0,4-3-6 16,2 4-10-16,0-1-3 0,6-2-6 0,0-1-5 15,0-1 1-15,0-2 2 0,0-1-3 16,6-3-4-16,0-5-6 0,2 6 1 0,-2-10 4 16,6 2-5-16,-4-5 6 0,4 2 2 0,1-5 3 15,1-5 2-15,-2 2-9 0,2-5-1 0,-2-3-1 16,1-3-1-16,1-1 2 0,-2 1-7 0,2-5 7 15,-2 2 6-15,2-6 0 0,-1 2-8 16,-7 2 0-16,7 0 4 0,-6-3-7 16,-1 5-6-16,-6-2-1 0,6 3 11 0,-6 3-17 15,0-2 6-15,8 5 10 0,-8-2 13 0,0 1 3 16,0 3-6-16,0 1 23 0,0 3-7 16,0 0-15-16,0 2-8 0,0 2-3 0,0 2 3 15,0 2-1-15,0 4-2 0,0 3 11 0,0 0 0 0,0 3-1 16,0 4-2-16,0 0-13 0,6 5 16 15,0 3 5-15,1-1 11 0,-1 4 11 0,1 1 8 16,-1-1 22-16,7 4 9 0,-7-4 17 16,2 4 15-16,-2 1 14 0,0-5 7 0,1 0 2 0,-7 0-9 15,-7 0-23-15,7-2-20 0,-6 2-22 16,0-7-13-16,-2 0-17 0,-4-4-10 0,-1 0-8 16,0-4-7-16,0-2-20 0,-1-1-48 15,2 0-96-15,5-4-140 0,-6 1-166 0,0-5-168 16,7 1-219-16,6-4-99 0,0 0 21 0,0 0 100 15,0 0 144-15,0 0 160 0</inkml:trace>
  <inkml:trace contextRef="#ctx0" brushRef="#br3" timeOffset="213785.77">21476 13583 360 0,'-7'12'457'0,"1"-1"77"0,0 0 60 0,0-4-37 0,-2 4-30 0,2 0-10 0,0-3-11 16,6-2-7 0,-7-1-23-16,1 2-36 0,6-4-43 0,0 1-41 0,-7-4-33 0,7 0-32 0,0-4-33 15,0 1-39 1,0-1-33-16,0-4-33 0,7 2-33 0,-7-5-34 0,6-1-26 0,1 2-19 0,-1-2-18 31,0 1-12-31,8 0-7 0,-2 0-4 0,-5 4 0 16,6 0 0-16,0 3-1 0,1 4-3 0,-2 4 3 0,8 0 1 0,-7 6 2 0,7 5 2 31,-8 3 1-31,8 4 1 0,0 1 0 0,-1 2 2 16,-6 4-3-16,6 1-1 0,1 3-2 15,-7 0 3-15,7 0-4 0,-8-4-3 0,8 5 0 0,-6-5-6 0,-1-4-20 16,-1-4-46-16,-5 2-75 0,6-8-103 16,-7-1-135-16,2-7-156 0,-2 1-137 15,0-4-94-15,-6-4-58 0,0-8-50 0,-6 4 3 16,6-7 90-16,-6 1 121 0,-2-5 120 0,8-4 124 15</inkml:trace>
  <inkml:trace contextRef="#ctx0" brushRef="#br3" timeOffset="214053.38">21749 13466 209 0,'8'-7'466'0,"-8"0"104"0,0 0 102 16,-8 3 15-16,8 4-32 0,0 0-43 0,-6 0-40 15,6 7-53-15,-6 0-58 0,-1 4-76 0,1 4-83 16,-1 4-66-16,1-1-59 0,-7 3-50 16,-1 2-39-16,2 2-28 0,-2 5-22 0,2-1-14 15,-1 0-9-15,-7 0-5 0,7 0-2 0,0 2-1 16,-7-2-2-16,14 0-9 0,-7-3-9 0,7-1-39 16,-8 2-68-16,8-10-94 0,0 2-123 0,6-5-117 15,0-6-112-15,0-1-72 0,0-3-50 16,6-4-53-16,-6 0-9 0,6-4 57 0,8-3 84 15,-8-1 94-15,7-3 107 0</inkml:trace>
  <inkml:trace contextRef="#ctx0" brushRef="#br3" timeOffset="214285.46">21939 13658 225 0,'6'2'452'16,"1"3"75"-16,-1-5 71 0,1 7-21 16,-7-4-79-16,7 1-75 0,5-4-67 0,-5 0-61 0,6 4-61 15,-7-4-72-15,8 0-55 0,-1 0-43 16,-1-4-25-16,2 0-15 0,-2 1-13 0,2-1-14 16,-1 1-47-16,0-2-69 0,0 3-86 0,-7-2-97 15,0 0-93-15,2 0-111 0,-8 4-114 16,0 0-16-16,0 0 46 0,0 0 71 0,0 0 84 15</inkml:trace>
  <inkml:trace contextRef="#ctx0" brushRef="#br3" timeOffset="214471.71">22089 13815 86 0,'0'7'415'16,"0"0"76"-16,0 1 59 0,0-5-15 0,0 5-99 15,0-8-95-15,0 3-78 0,6-3-63 16,1-3-47-16,-1 3-36 0,8-8-31 15,-8 5-32-15,6-5-22 0,2 4-30 16,-1-3-63-16,0 0-80 0,-6 4-91 0,5-5-124 0,-5 1-165 0,0 3-71 16,-1-4 4-16,-6 2 52 0,13-2 74 15</inkml:trace>
  <inkml:trace contextRef="#ctx0" brushRef="#br3" timeOffset="-214179.04">22910 13401 99 0,'-6'3'407'0,"-2"1"72"0,2 0 61 0,0-4-4 0,0 0-86 0,6 0-75 16,-8 0-64-16,8 0-52 0,0 0-53 0,0-4-44 16,0 0-47-16,0-3-34 0,0 3-24 15,0-2-12-15,8-2-6 0,-2 4-6 0,0-3-4 16,0-1-4-16,2 1-6 0,-2 0-6 0,0 4-2 16,1-6-5-16,6 6 0 0,-6-4-4 0,-1 7-1 15,0-4 2-15,0 4-3 0,2 0 3 0,-2 0-1 16,0 4 5-16,1 3 7 0,-7 1 0 0,0-1 2 15,0 4 6-15,0 0 6 0,0 3 1 16,0 1 6-16,-7 4 10 0,7-2 8 0,-6-2 3 16,0 8 11-16,-8-5 14 0,8 1 9 0,0 6-2 15,-8-7 5-15,8 4 5 0,-1-4-4 16,-5 0-10-16,4-3-10 0,2 0-4 0,0-4-13 16,0-1-9-16,6-2-10 0,-8-1-1 0,8-3-6 15,0-4-9-15,0 4-1 0,0-8-3 16,8 4-2-16,4-4-8 0,-6-3-3 0,8 4-3 0,-1-4 3 15,0-1-6-15,6 1-3 0,-5-1 9 16,5 4 10-16,1-3-5 0,-1 4-10 0,-6 3 3 16,7 0-1-16,-7 3-7 0,-1 2-3 15,-5 1 27-15,6 5 33 0,-13 1 32 0,0 2 36 16,0 1 34-16,0-1 25 0,-6 1 9 0,-1-1-3 16,-6 4-19-16,-6 1-29 0,-1-5-33 0,0 5-29 15,-6-1-30-15,7-7-40 0,-7 4-66 16,0-5-107-16,-1 2-155 0,1-5-186 0,7 0-180 0,-7-3-191 15,0 0-136-15,0 4-2 0,7-4 101 0,-7 2 157 16,6 2 166-16</inkml:trace>
  <inkml:trace contextRef="#ctx0" brushRef="#br4" timeOffset="-204454.68">26389 7282 270 0,'-6'0'444'0,"-1"4"76"0,1-4 74 0,-8 4-36 16,8 3-31-16,-6-2-8 0,4-3-6 0,2-2 0 16,0 4-7-16,-1-1-28 15,1-3-42-15,6 4-55 0,-7-4-48 0,7 0-42 16,-7 0-46-16,7 0-36 0,0 0-31 0,0 0-28 0,0 0-24 16,0-4-25-16,7 4-22 0,0-3-20 0,-1-1-19 15,7 2-13-15,1-3-11 0,11-2-6 0,1 3-3 16,6-3-3-16,8 0 1 0,-1 0 1 0,0-5-2 15,7 5-1-15,-1-1 0 0,8 1 1 16,-7 0-3-16,5 0-2 0,-5 0-1 0,-1 3-1 16,-5 0-1-16,-1 1-1 0,-7 3-1 0,-5 0 0 15,-1 0-14-15,-7 3-33 16,-6 1-45-16,0 0-69 0,-7-1-99 0,0 1-138 16,-6-1-145-16,0 1-117 0,0-4-88 0,-6 4-67 15,0-8-57-15,0 4 4 0,-8-4 89 16,8 1 111-16,-7 3 116 0,13 0 124 0</inkml:trace>
  <inkml:trace contextRef="#ctx0" brushRef="#br4" timeOffset="-204211.55">26539 7386 218 0,'-19'10'446'0,"-1"1"78"0,0-3 71 0,8-1-25 15,-2 0-68-15,1-4-49 0,1 6-44 0,4-6-45 16,8 0-43-16,-6-3-54 0,12 0-42 0,-6 0-28 15,8-3-20-15,4 3-14 0,1-3-14 16,7-2-8-16,0 1-21 0,-1-3-34 0,13 4-33 16,-6-1-22-16,7-3-8 0,7-1-7 0,-8 5-11 15,1-1-4-15,-1 1 3 0,7-4-3 0,-6 7-6 16,-7-4-6-16,-6 4-18 0,-1 0-52 0,0 0-90 16,-5 0-100-16,-1-4-111 15,-7 4-118-15,0-4-108 0,-6 4-115 16,0 0-45-16,0 0 33 0,0 0 77 0,0 0 101 15,0 0 117-15</inkml:trace>
  <inkml:trace contextRef="#ctx0" brushRef="#br4" timeOffset="-203802.69">26506 7338 64 0,'-6'-4'341'0,"6"-3"49"0,0 3 45 0,-6 4-30 16,6-3-61-16,0-2-45 0,0 5-24 0,-7-4-12 15,7 4-8-15,0 0-11 0,0 0-10 0,7-3-13 16,-1 3-12-16,-6-4-12 0,13 2-11 16,-6-3-17-1,6-2-23-15,-1 3-27 0,8 0-30 0,0-3-27 16,6-1-23-16,-1 2-16 0,2 2-8 0,-1-3-5 0,6-1-2 0,1 2-4 16,-7-2-8-1,0 4-20-15,0-3-50 0,1 3-69 0,-8 1-80 0,-6-1-80 16,0 4-78-16,0-4-67 0,-6 4-69 15,-7 0-77-15,0 0-6 0,6 0 37 0,-6 0 62 16,0 0 70-16</inkml:trace>
  <inkml:trace contextRef="#ctx0" brushRef="#br4" timeOffset="-203485.14">26533 7389 148 0,'-7'4'392'0,"7"-1"58"0,-6 1 50 0,6-4-35 0,0 3-78 31,0 1-44-31,0 0-26 0,0 0-9 0,0 3-7 0,6-4-6 0,1 1-7 0,5-1-13 31,8-3-25-31,0 0-23 0,-1 0-31 0,7 0-36 0,7 0-40 0,-7-3-41 0,6-1-26 0,1 4-22 16,-1-7-13-16,-5 4-12 0,-1-1-17 16,0 0 9-1,-6 4-4-15,-1-4-37 0,1 4-65 16,-8 4-96-16,-4-4-106 0,-2 4-133 0,0-4-141 16,-6 0-164-16,0 0-39 0,0 0 43 0,0 7 88 15,0-7 108-15</inkml:trace>
  <inkml:trace contextRef="#ctx0" brushRef="#br4" timeOffset="-200901.01">26330 10011 178 0,'-6'4'403'0,"0"0"68"0,-1-4 68 0,-6 4-26 0,6-4-49 0,1 3-34 0,0-3-25 31,6 0-32-31,-7 5-38 0,7-5-51 0,0 0-52 16,7 0-33-16,-7 3-21 0,6 3 3 0,0-6 6 16,1 0 20-16,6 0 16 0,0-2 0 0,1-2-12 15,4 1-23-15,-4-2-27 0,5 2-34 16,7-1-40-16,-6 0-31 0,6 0-22 0,-7 2-12 16,1-6-11-16,6 1-3 0,-7-1 0 0,7 4-3 15,1-3-3-15,-8 0-2 0,-6 0 0 0,7 3-5 16,-7 0-2-16,0 1-1 0,0-1-18 0,-7 4-33 15,1 0-46-15,0 0-55 0,-1 0-70 0,0 0-77 16,-6 0-77-16,0 0-70 0,0 0-55 16,0 0-45-16,0 0-37 0,-6-4-52 0,6 4-34 15,0 0 34-15,0 0 65 0,0 0 81 0,0 0 96 16</inkml:trace>
  <inkml:trace contextRef="#ctx0" brushRef="#br4" timeOffset="-200658.29">26461 10118 84 0,'0'7'343'0,"0"0"47"0,0 1 43 0,0-4-36 16,7 3-76-16,-7-3-53 0,6 0-30 0,0-2-26 15,1 3-25-15,0-5-30 0,-1 0-35 0,7 0-33 16,0-5-28-16,0-1-21 0,0-2-19 0,6 1-3 15,1-1-30-15,-7 1-44 0,0 0-59 16,0 0-68-16,1-1-88 0,-8 5-148 0,7-1-84 16,-13 4-15-16,0 0 25 0,0 0 52 0,0 0 81 15</inkml:trace>
  <inkml:trace contextRef="#ctx0" brushRef="#br4" timeOffset="-198676.62">26168 12045 6 0,'6'-4'391'0,"0"4"79"0,-6-2 72 0,0-3 54 0,0 1-62 16,0 1-52-16,0-1-29 0,0 0-44 0,0 1 3 15,0-1-14-15,0-3-33 0,0-1-42 0,0 2-49 0,0-2-13 0,0 1-65 0,0-5-48 16,0 2-39-1,8-1-18-15,-8 0-17 0,6-3-14 16,-6 2-8-16,6-3-10 0,1 4-9 0,0 0-12 16,-1 0-9-16,0 4-3 0,-6-1-7 0,7 1-2 15,-1 0-3-15,1 4-4 0,-7 3 3 0,7 0-3 16,-1 3 3-16,-6 1 4 0,6 3 6 0,1 8 2 16,-7-1 2-16,0 8 1 0,7 0 0 15,-7 4-2-15,6 3-2 0,-6 0-1 0,6 1-3 16,1-1 1-16,-7 0-2 0,7 0 1 0,-1-2 0 15,1-2-11-15,5-2 3 0,-4-2 2 16,-2-6 2-16,0 3 2 0,0-7-8 0,8-3 14 16,-8-6 1-16,1-2 0 0,6 0-5 0,-6-2 1 15,5-6 9-15,2-3-4 0,-2 1-9 0,-5-9-3 16,6 1 5-16,-6-1-4 0,5-3-7 0,-5 0 1 16,6-4 4-16,0 1 1 0,-13-1-7 0,7 4 5 15,-1-4 5-15,-6 5-1 0,7-2-8 16,-7 2 5-16,-7 2 7 0,7 4-3 0,0 4-3 15,0 0 3-15,0 4 8 0,0-1-3 0,0 5-7 16,0 3-2-16,0 0 6 0,0 3-2 0,0 5-4 16,0-1-2-16,0 4 6 0,7 9 0 0,-7-6 0 15,0 8 0-15,6 0 1 0,0 3 33 0,1 4-12 16,0 5-4-16,-1-1-5 0,8-1-4 16,-8-1 0-16,7 0-30 0,-7 3 11 0,1-1 5 15,-1 0 7-15,-6-4 1 0,0 5-3 0,0-5 5 16,0 0 4-16,-6-3-4 0,-1-4-5 0,1-1 2 15,-7-2 7-15,7-1-7 0,-8-3-8 0,1-5 4 16,0-3 8-16,0 2-2 0,0-9-7 0,0 0 2 16,0-5 7-16,0-2-5 0,7 0-10 15,-1-4 3-15,0 0 5 0,7-1-3 0,0-2-4 16,7 3 1-16,-7-7 8 0,13 3-3 0,-7 0-4 16,8 1 3-16,-2 3 4 0,2 0-2 15,-1-3-6-15,6 6-1 0,-6-3-12 0,7 3-41 16,-7 0-69-16,6 6-72 0,-6-5-129 0,7-1-147 15,-7 0-132-15,0 2-100 0,0-6-116 0,0 5-49 16,0-4 64-16,1-4 115 0,-2 5 124 0,1-5 134 16</inkml:trace>
  <inkml:trace contextRef="#ctx0" brushRef="#br4" timeOffset="-198410.85">26832 12008 383 0,'0'0'526'0,"0"0"96"0,0 0 84 0,-6 4-61 0,6-4-89 0,0 0-90 16,0 4-80-16,6-4-62 15,-6 0-48-15,7 0-36 0,6 0-22 0,-6 0-14 0,5 0-11 0,2 0-29 16,5-4-29-16,1-3-36 0,0 3-34 0,-2-4-30 16,2 6-15-16,0-6-11 0,5 1-11 15,-5-1-7-15,-7 1-25 0,7 3-48 0,-8-3-85 16,2 4-105-16,-8-1-117 0,1-4-111 0,0 5-83 15,-1-5-55-15,-6 2-48 0,0 6-20 0,0 0 50 16,0-9 80 0,0-2 88-16,-6 4 99 0</inkml:trace>
  <inkml:trace contextRef="#ctx0" brushRef="#br4" timeOffset="-198200.57">27035 11814 60 0,'-8'-7'352'0,"8"3"63"15,0 1 59 1,0 0-10-16,-6-1-45 0,6 4-35 15,0 0-20-15,0 0-7 0,0 4-16 0,0 2 11 16,0 2-7-16,0 3-10 0,6 0-14 0,-6 7-24 16,8 0-11-16,-8 4-40 0,0 5-37 0,6-2-38 15,-6 8-33-15,6-1-29 0,-6 1-47 0,0 1-23 0,7-2-17 0,-1 2-12 0,1-2-22 16,0-2-46-16,-1-5-70 0,0-3-114 16,0 0-133-1,8-7-132-15,-8-4-109 0,1-4-91 0,6-2-90 16,-13-5-5-16,7-9 70 0,5-1 96 0,-4-1 109 0,10-7 125 0</inkml:trace>
  <inkml:trace contextRef="#ctx0" brushRef="#br4" timeOffset="-197852.71">27360 11906 222 0,'-6'-8'442'0,"6"-3"74"16,-7 4 64-16,7-1-46 0,-6 5-98 15,6-4-92-15,0 3-82 0,0-3-68 0,0-1-59 0,0 1-52 16,6 0-38-16,1-4-21 0,-1 4-7 16,7-4 1-16,0 4 6 0,1-4 9 0,-8 3 10 15,7 1 9-15,6-1 16 0,-6 5 4 0,1-11-3 16,5 6 8-16,-6 4 16 0,0 0 34 16,0 12 28-16,0 0 40 0,-7 1 45 0,8 3 29 15,-2 7 19-15,-5-1 6 0,6 4-5 0,-6-1-10 16,-1 8-22-16,-6-3-19 0,6 8-29 0,-6-2-34 15,0 1-34-15,0 4-37 0,0 0-30 0,0-1-26 16,0-2-22-16,0-2-18 0,0 1-8 0,0-4-3 16,0-2-12-16,0-2-37 0,0-7-57 15,0-3-85-15,0 4-112 0,0-10-131 0,0-1-137 16,-6-4-105-16,6-8-64 0,0 2-40 0,0 2-46 16,0-8 19-16,0-3 87 0,-6-4 109 0,6 0 106 15,-7 1 119-15</inkml:trace>
  <inkml:trace contextRef="#ctx0" brushRef="#br4" timeOffset="-197629.61">27425 12085 375 0,'-6'-3'535'0,"6"3"97"16,0-4 78-16,-7 4-68 0,7 0-90 0,7 0-70 15,-1 0-62-15,1-3-50 0,6 3-44 0,0-4-41 16,0-3-53-16,7 7-57 0,-1-8-46 15,7 5-51-15,-6-2-32 0,-1 2-23 0,1-1-12 0,0 2-17 0,-1 2-43 16,-6-5-78-16,0 5-120 0,0-4-134 16,0 1-132-16,-7-1-132 0,-6 4-149 0,0 0-34 0,0 0 60 15,7-4 102-15,6 1 115 0,0-1 132 0</inkml:trace>
  <inkml:trace contextRef="#ctx0" brushRef="#br4" timeOffset="-197346.69">28233 11943 101 0,'0'4'469'0,"0"-1"101"0,0 1 81 0,7-1 38 0,-7 1-83 16,0-1-77-16,7 1-74 0,-1 0-64 0,0-4-44 15,1 0-66-15,6 0-48 0,0 0-61 16,0 0-46 0,0 0-28-16,7-4-38 0,-7 0-8 0,7 4-21 0,-8-3-9 0,8-1-8 0,-7 1-16 15,0-1-13-15,0 1-45 0,-7-1-90 16,0 4-123 0,2-4-121-16,-2 4-116 0,0-4-118 0,-6 4-119 0,0 0-31 0,0 0 54 15,0 0 92-15,0 0 104 16,0 0 123-16</inkml:trace>
  <inkml:trace contextRef="#ctx0" brushRef="#br4" timeOffset="-197155.98">28351 12085 58 0,'-7'12'418'0,"1"-5"92"0,-1 3 78 0,0 2 35 0,1-5-71 0,6 3-56 32,0-2-47-32,0-4-32 0,6 3-18 0,-6-3-18 15,14 3-30-15,-8-7-48 0,1 4-45 0,5-1-50 16,2-3-55-16,-8 0-57 0,7 0-35 0,0-3-25 15,7-1-21-15,-7 4-42 0,-7-3-74 16,8-1-117-16,-2 0-152 0,-5 2-150 0,6-7-146 16,-13 1-153-16,13 2-66 0,-7-2 44 0,1-3 112 15,6 5 130-15,0-2 136 0</inkml:trace>
  <inkml:trace contextRef="#ctx0" brushRef="#br4" timeOffset="-196735.57">29028 11991 146 0,'6'2'405'0,"-6"2"77"16,0 0 75-16,0 0-7 0,-6-1-44 0,6 1-35 16,0 0-33-16,0-1-29 0,-6 1-16 0,6-4-34 15,6 0-55-15,-6 0-16 0,0 0-5 16,0 0 6-16,6 0-4 0,2 0 6 0,-2 0 15 16,0 4-20-16,1-4-28 0,6 0-37 15,-7 0-43-15,14 0-44 0,-7 0-36 0,7 0-30 0,-8 0-25 16,8 0-16-16,7 0-10 15,-9 0-8-15,2 0-4 0,0 0-1 0,-1-4-2 0,1 0-1 0,-1 1-1 16,-5-1-1-16,5-3-1 0,-6 3-2 16,0-4 1-16,0 6-1 0,-6-2-15 0,-1-4-36 15,0 5-66-15,-6-1-114 0,0-4-152 0,0 1-181 16,0 0-161-16,0 0-124 0,0-1-123 16,0 8-41-16,0 0 70 0,0 0 139 0,0 0 153 15,0 0 148-15</inkml:trace>
  <inkml:trace contextRef="#ctx0" brushRef="#br4" timeOffset="-196092.24">29563 11646 331 0,'6'-11'460'15,"0"4"80"-15,2 0 67 0,-8 3-41 16,6 0-56-16,-6 0-38 0,6 4-21 0,1 0-18 0,-7 0-32 0,6 4-35 15,1 0-63-15,-1 3-24 0,1 4-25 0,-7 4-31 16,6-1-30-16,0 4-27 0,2 1 9 0,-8 2-32 16,6-1-26-1,0 5-27-15,1-3-16 0,0-4-21 0,-1 8-15 16,0-4-11-16,1-5-12 0,-1 2-5 0,1-1-5 0,-7 1-2 0,7-4 0 16,-1-4-4-1,7-1 0-15,-6 2 5 0,-1-5-4 0,0 1 0 0,1-6-3 0,6 2 2 0,-6-4 0 16,5-4-10-1,-4 2 1-15,-2-2-11 0,6-4-17 0,-5 1-32 0,6-1-33 0,-6-2-34 0,-1-1-35 16,1-4-32 0,6 5-20-16,-7-5-3 0,0-1 0 15,2 1 8-15,-2-2 10 0,0 2 21 0,1 1 26 16,-1-1 29-16,1-3 31 0,0 3 29 0,-1 0 27 0,-6 0 23 0,6 1 12 0,-6 2 5 0,7-2 3 16,-7-1 0-16,0 4 12 0,0 1 10 15,0-1 21-15,0 3 29 0,0 1 52 0,0 0 17 16,0 3 9-1,-7 4 10-15,7 0-3 0,0 4-1 0,0 3-23 0,-6-3 9 0,6 7 10 0,0 0 11 32,0 3 11-32,-6 1-3 0,6 3-9 0,0 5-4 15,0-2-4-15,0 5-8 0,0-1-16 0,6 1-13 16,-6 3-10-16,6 0-11 0,1 1-13 0,0-1-13 0,-7 5-7 0,12-9-6 0,-5 4-5 0,6 1-9 16,0-5-4-16,-7 1-8 0,8-4-3 0,-8 0-5 31,8-3-6-31,-14-2-7 0,12-2 0 0,-5-3-2 15,-1-2-3-15,-6 1 4 0,7-3 3 0,0-6 9 16,-1 3-7-16,-6-2-11 0,6-3 0 0,-6-3 0 16,0-2 0-16,6 3 0 0,-6-2 0 0,0 0 0 15,0-3 0-15,8 3 0 0,-8 0 0 0,0-2-46 16,0 1-102-16,0 2-102 0,-8-1-157 0,8 1-183 16,-6-1-148-16,0-4-156 0,6 8-158 0,-6 0-14 15,-8-3 92-15,1 6 155 0,1-3 155 0,-2 4 190 16</inkml:trace>
  <inkml:trace contextRef="#ctx0" brushRef="#br4" timeOffset="-195123.2">27582 13302 20 0,'-7'-5'392'0,"0"3"68"0,1-6 58 0,0 1 25 0,6-1-89 0,-6-3-85 0,-2 1-72 0,8-2-45 0,-6-2-37 0,6 2-39 0,0-2-35 16,6-1-33-16,-6 5-27 0,8-5-20 0,-2 1-22 15,-6 2-15 1,6 5-15-16,0-1-5 0,1 1-1 0,0 4-3 0,-1-1 11 0,-6 4 15 0,7 4 13 15,-1 6 7 1,0 2 14-16,-6-2 12 0,8 12 9 0,-2 0 2 0,-6 1 7 0,0 6 8 16,0 1-2-1,0-5-7-15,0 4-12 0,6-6-17 0,-6 2-18 0,7-4-15 0,0 2-13 0,-1-9-9 32,0 1-5-32,7-4 5 0,-6-4 4 0,6-4 0 0,-7 1 2 0,8-8 4 0,-2-3 3 0,2 0-4 15,-1-8-3-15,-1-2 6 0,-4 2-1 0,4-4-11 16,1-3-6-16,-6 1-2 0,6-2 26 15,-7 2-23-15,-6-2 0 0,7 2 8 0,-7-1 0 32,0 6 3-32,0-1-31 0,0 5 24 0,0 2 16 15,0 2 7-15,0 1 14 0,0 3-5 0,0 0 12 16,0 4-13-16,0 0-5 0,0 4-1 0,0 0-15 16,7 3 10-16,-1 3-11 0,0 7 0 15,0-3-5-15,2 8-2 0,4 0 12 0,1 3 11 16,1 1 18-16,-2 6 23 0,2-2 18 0,-8 7 6 15,7-1 2-15,0 1-15 0,-6-3-5 0,-1 2-14 16,0 0-18-16,-6-4-15 0,0 2-8 0,0-1-2 16,0-4-11-16,-6 1-4 0,0-4 1 0,-7-1 7 15,6-3 6-15,-6-4-5 0,0 1-2 16,0-4-2-16,0-9-3 0,0 2-9 0,0-5-11 16,-1-3 1-16,2-3 3 0,6-1 1 0,-1-6 2 15,7-2-2-15,0 1 3 0,7-4-2 16,-1 1 4-16,0 3 2 0,8-4 1 0,-2 5-2 15,8-6 2-15,-7 5 7 0,7-4-4 0,-1 1-2 16,-6-1-1-16,6-2-1 0,1 2-24 16,6 1-43-16,-6-1-66 0,5 3-91 0,-5-2-117 15,0-1-114-15,-1 0-90 0,1 1-63 0,6-1-63 16,-6 1-70-16,-1-1 31 0,-5-4 71 0,5 5 85 16,0-1 93-16</inkml:trace>
  <inkml:trace contextRef="#ctx0" brushRef="#br4" timeOffset="-194929.75">28429 13328 82 0,'7'0'422'0,"-7"-4"93"0,0 4 77 0,6 0 17 0,-6 0-82 0,0 0-90 0,0 0-89 0,0 0-79 16,6-4-71-16,0 4-64 0,2 0-52 15,-2-4-37-15,7 0-15 0,-7 4-16 0,8 0-13 16,-8-3-31-16,7 3-35 0,0-4-85 0,-7 4-91 15,1 0-90-15,6-3-109 16,-13 3-125-16,0 0-59 0,0 0 33 0,0 0 63 0,0 0 77 0</inkml:trace>
  <inkml:trace contextRef="#ctx0" brushRef="#br4" timeOffset="-194741.01">28578 13544 202 0,'0'7'492'16,"0"-4"105"-1,0 1 100-15,0 0 24 0,8-4-56 0,-2 0-63 16,0-4-69-16,0 0-67 0,8 1-70 0,-1-4-90 0,7 2-95 0,-2-1-73 16,-4-2-51-16,-1 5-59 0,7-5-104 0,-8 4-134 15,2-3-177-15,5 4-183 0,-12-1-256 0,6 4-113 16,-13 0 3-16,0 0 89 0,6 4 152 16,1 4 168-16</inkml:trace>
  <inkml:trace contextRef="#ctx0" brushRef="#br4" timeOffset="-194025.54">29269 13375 176 0,'6'4'454'0,"2"-1"87"0,-2 2 82 0,-6-3 4 0,0 2-81 16,6-4-81-16,-6 0-60 0,0 0-47 0,0 4-44 15,7-4-41-15,-7 4-46 0,6-1-37 0,8 1-32 16,-8 0-37-16,7-4-22 0,0 0-21 16,0 0-14-16,7 0-8 0,-1-4-7 0,0 4-3 15,8-4-12-15,-8 1-13 0,0 3-9 0,1-4-3 16,0 0-6-16,-1 0-4 0,-5 2 2 15,-2-3-22-15,-4 2-58 0,4-1-99 0,-5 4-124 16,-7-3-132-16,0-1-134 0,0-4-154 0,0 8-95 16,-7-3 14-16,1-4 84 0,6 7 111 15,0 0 120-15</inkml:trace>
  <inkml:trace contextRef="#ctx0" brushRef="#br4" timeOffset="-193702.56">29881 13026 232 0,'8'-7'399'0,"-2"4"51"0,0-4 39 0,-6 3-57 15,0 0-75-15,7 0-50 0,-7 4-41 16,0 0-27-16,0 0-26 0,0 8-25 0,0-4-16 15,0 6-12-15,0 1 7 0,6 5 10 0,1 1 11 16,-7 2 5-16,7 3-12 0,-1 4-17 0,0 6-26 16,1 2-33-16,0-1-33 0,-7-1-27 0,6 2-18 15,0-5-15-15,1 7-8 0,-7-3-4 0,7 0-12 16,-1-4-43 0,-6-3-59-16,7-4-75 0,-1-3-91 0,-6-2-87 15,0-5-78-15,6-1-49 0,-6-7-61 0,0-4-66 16,0 0 12-16,0 0 51 0,8-12 66 0,-2 2 78 0</inkml:trace>
  <inkml:trace contextRef="#ctx0" brushRef="#br4" timeOffset="-193382.14">30201 13046 105 0,'0'-12'376'0,"7"4"59"31,-7 1 51-31,6 0-25 0,-6 4-77 0,0-1-57 16,0 0-46-16,0 4-34 0,0 0-28 0,0 0-22 15,0 4-20-15,0 3-14 0,0 0-4 0,0 0 4 16,0 5 8-16,0-1 11 0,0 3 6 0,0 1 5 16,7 4 2-16,-7 2-6 0,0 1-16 0,0 0-25 15,0 0-22-15,6 4-34 0,-6 0-26 0,0-1-25 16,0 5-14-16,0-5-13 0,0 2-14 0,0 2 1 15,7-8-1-15,-7 2-1 0,0-2-6 0,6-3-33 16,-6 1-42-16,6-2-76 0,2-5-97 0,-8-1-110 16,0-3-107-16,0-1-79 0,0-3-100 0,0-4-86 15,0 0 13-15,0 0 66 0,0 0 88 0,0 0 98 16</inkml:trace>
  <inkml:trace contextRef="#ctx0" brushRef="#br4" timeOffset="-191285.01">19378 15419 165 0,'-7'-36'391'0,"1"-1"58"0,-8 4 56 0,8-1-28 0,0 9-53 0,0 0-21 15,-1 9 8-15,0 3-20 0,1 1-36 0,-1 8-53 31,1 8-73-31,0 12-76 0,-2 1-57 0,8 10-9 16,8 4 8-16,-2 15 15 0,0 4 27 0,7 9 23 16,1 11-7-16,4 0-25 0,2 6-19 0,7 4-24 15,-7 1-27-15,6 7-19 0,-1 0-12 0,-5 3-4 16,0-3-3-16,-1 0-5 0,-6-3-23 16,-6-5 4-16,-1-6 3 0,-6-5-2 0,0-2-3 15,0-6 1-15,-6-9 29 0,-1-4-11 0,1-5-1 16,-8-7 1-16,2-6 1 0,-2-5-3 0,-5-5-8 15,-7-10 3-15,6-3-4 0,-6-7-3 0,0-3-1 16,-1-8-2-16,2 0-1 0,-1-10-2 0,6-2-7 16,-6 0-9-16,13-6-16 0,0 0-9 0,6 0-11 15,1-4-16-15,6 0-14 0,6 0-13 0,1 0-12 16,0 0-17-16,6-3-26 0,7-1-31 0,-8-3-14 16,14-4-14-16,1 3-23 0,5 1-17 0,1 0-10 15,-1-1-1-15,1 1-7 0,5 0 0 0,-4-1 18 16,-2 5 17-16,1-4 31 0,-1 0 40 0,1 6 35 15,-7-2 35-15,0 2 29 0,-13 5 31 0,0 0 24 16,0 4 24-16,-7 2 19 0,1 2 24 0,-7 2 27 16,0 1 28-16,0 7 37 0,-7-4 37 0,7 9 41 15,-6-2 29-15,0 4 13 0,6 4 9 0,-14 4-11 16,8 4-28-16,0 1-37 0,-8 7-34 0,1 2-28 16,0 8-41-16,0-5-24 0,1 9-18 0,4-5-9 15,-4 5-6-15,5-5 0 0,1 5 1 0,-1-1-3 16,1-4-5-16,-1-2-8 0,7-4-8 0,0-2-8 15,0-5-1-15,7-2 2 0,-1-6-2 16,1-4 4-16,-1 0 1 0,7-11-1 0,-7 0 4 16,8-4-8-16,-8-6 3 0,7 2-4 0,0-3 1 15,0-4-2-15,1 4-4 0,-8-4 2 0,0 9-4 16,-6-3 2-16,7 6 1 0,0-1 2 0,-1 8 11 16,-6 0 8-16,0 4 13 0,6-1 1 0,-6 8 0 15,0 3-2-15,0 3-13 0,-6 5-8 0,6-1-13 16,0 9-28-16,6-5-41 0,-6 4-62 0,7 0-73 15,-7-3-85-15,6-2-80 0,1 3-51 0,0-6-32 16,-1-2-18-16,0-6-12 16,8 2-14-16,-8-8 8 0,-6 0 36 0,13-4 49 0,0-3 68 0</inkml:trace>
  <inkml:trace contextRef="#ctx0" brushRef="#br4" timeOffset="-190829.43">19958 15906 60 0,'7'-22'333'0,"-7"4"65"0,6 0 46 0,-6 0 6 15,0 7-7-15,0 0-2 0,0 3 9 0,0 5 7 16,-6 3-5-16,-1 3-21 0,7 5-50 0,-7 3-53 15,1 7-59-15,-7 4-60 0,6 3-51 0,1 2-40 16,6-2-32-16,-7 5-36 0,7-1-22 0,7-4-13 16,-7-4-6-16,6 2-7 0,1-5-1 0,0-7-1 15,-1 0 2 1,7-3 2-16,0-4 4 0,0-8-1 0,0-4 2 0,6-6-2 0,-5-8-7 0,-2-5 0 16,8-2 16-16,-13-3-8 0,6-5-7 0,0-3-1 15,-7-1 2-15,0 1 9 0,-6 0-29 0,0-4 5 16,-6 0-2-1,6-3 2-15,-12 3 2 0,5 7-6 0,-6 0-45 0,0 8-27 0,-1 7-9 0,2 3-11 16,-2 13-5 0,2 6-3-16,-8 2 55 0,13 10 29 0,-5 5 13 0,5 3 10 0,0 5 4 0,1 1 7 15,6-1-2-15,0-2 0 0,6-1-1 0,1 0 1 32,6-4 2-32,0 0-6 0,0-3 1 0,6-1 1 15,-5-2 3-15,5-9 65 0,1 0-2 0,6 1 35 0,-6-4 19 0,-1-4 9 0,1 1 1 16,-1 0-57-1,-6-1-2-15,0 0-32 0,0 0-18 0,-6 4 4 16,5 4 14-16,-5 4 1 0,0-2 13 16,-1 5 5-16,0 4 5 0,2 4-13 0,-2 3-12 0,0 0-12 0,1 4-12 0,-1 3-4 0,1 0-8 31,-1-4-6-31,1 1-37 0,-1 0-55 0,0-4-80 0,-6-4-95 0,8-4-106 0,-2-3-94 0,-6-3-56 31,6-5-33-31,-6 2 4 0,7-10-10 0,-7 5-19 16,-7-15 15-16,7 1 47 0,0-4 63 0,0-4 65 15</inkml:trace>
  <inkml:trace contextRef="#ctx0" brushRef="#br4" timeOffset="-190690.46">20303 15558 305 0,'0'-25'492'0,"7"3"99"0,-7 3 78 0,0 5-51 0,0 3-86 0,6-1-98 16,-6 10-99-16,0-6-86 0,0 4-84 0,6 0-72 15,-6 4-94-15,8 0-109 0,-8-3-128 16,6 3-162-16,-6 0-204 0,0 0-106 0,6 11-17 15,1 3 52-15,0-3 103 0,6 3 143 0</inkml:trace>
  <inkml:trace contextRef="#ctx0" brushRef="#br4" timeOffset="-190305.83">22180 15430 32 0,'7'-18'424'16,"-7"0"91"-16,0 10 64 0,0 5 36 0,-7 6-101 15,0 9-105-15,7 6-92 0,-6 3-76 0,6 9-32 16,0 7-71-16,6-1-40 0,-6 8-32 0,7 0-22 16,0 4-12-16,-1 0-31 0,0 3 13 0,1 4-21 15,6-4-47-15,-7 0-67 0,1-3-83 0,0-4-86 16,6-7-94-16,-7-1-118 0,0-7-84 0,2-3-1 15,-8-8 44-15,6-7 66 0,0-3 85 0</inkml:trace>
  <inkml:trace contextRef="#ctx0" brushRef="#br4" timeOffset="-189870.41">22187 15738 103 0,'-7'-26'399'0,"7"4"50"15,-7-3 49-15,7 2-18 0,0 6-110 0,0-5-94 16,0 3-75-16,7 1-38 0,0-4-41 0,5 4-31 15,2-4-28-15,5 2-20 0,1-1-3 0,0 3-11 16,-2 3-8-16,2 1-7 0,0 3 0 0,5 0-2 16,-11 7 0-16,6 4 8 0,-7 4 5 15,-1 2 1-15,-5 10 3 0,0-2 3 0,-7 9-1 16,0-1-8-16,0 7-6 0,-7-4-1 0,0 4 0 16,-5 1-3-16,5 2-3 0,-6 2 0 0,0-5 1 15,7 0 0-15,-8-7-1 0,8 0-2 0,-7-3 0 16,13-4-3-16,-7-5 0 0,1 1-4 0,6-3-1 15,0-5 7 1,0 5 7-16,6-8 3 0,1 0 0 0,0-8 11 16,5 5 5-16,2-5 2 0,-2 1-3 0,8 0 3 0,-1 0 0 0,7-1-5 0,-6 1-7 15,6 2-21-15,1-2 6 0,5 5-2 0,-6-3 11 16,0 10 16 0,0-3 23-16,-6 2 43 0,0 7 28 0,-8-3 34 15,1 6 13-15,-6-3 1 0,-1 8-9 0,-6-1-11 16,0 0-32-16,-6 4-32 0,-1 1-27 0,-6 2-27 0,7-4-10 0,-14 5-13 0,7 0-10 31,-7-1-3-31,1-3-2 0,6 0 3 0,-7-3-27 16,1-4-47-16,-1 3-63 0,8-7-77 0,-8-4-88 15,7 0-88-15,-7-7-76 0,14 0-49 0,6-3-73 16,0 3-59-16,0-11 16 0,0-4 59 0,0-3 75 0,6 0 84 0</inkml:trace>
  <inkml:trace contextRef="#ctx0" brushRef="#br4" timeOffset="-189602.1">23288 14943 453 0,'6'-25'684'0,"7"3"166"0,-13-1 146 0,7 12 6 0,-14 0-99 16,7 11-133-16,-13 4-137 0,7 11-130 0,-7 2-116 15,-1 14-102-15,-5 1-85 0,6 9-58 0,0 10-41 16,-7 7-37-16,14 8-28 0,-8 8-20 0,14-1-6 16,-6 4-2-16,12-8-5 0,2 1 4 0,-2 0-6 15,14-8-2-15,-1-3-3 0,7-9-24 0,7-1-59 16,-7-13-132-16,6-3-196 0,1-7-239 16,-1-4-239-16,1-7-224 0,-1-12-68 0,1-3 60 15,0-3 163-15,-8-8 219 0,8-1 232 0</inkml:trace>
  <inkml:trace contextRef="#ctx0" brushRef="#br4" timeOffset="-189124.77">23790 15305 289 0,'0'0'453'0,"-8"-3"69"0,8-1 69 0,-6 4-65 0,6-3-72 0,6-5-45 0,-6 0-23 16,8-2-21-16,-2-5-10 0,7-3-21 0,0 0-36 15,0-5-45 1,7 3-45-16,-1-3-44 0,7 0-53 0,-6 6-40 0,6-5-28 0,-7 3-13 16,7 8-6-16,-6 0 6 0,0 8 12 0,5 3 22 15,-5 8 21-15,0 1 21 0,-1 7 5 0,1 9-5 16,0 0-12-1,-2 9-16-15,9 3-19 0,-7 3-21 0,6-1-9 0,-7 7-10 0,7-8-8 0,-6 7-4 16,6-8-17-16,-7 2-50 0,7-4-80 0,-6-6-105 16,0-3-135-16,-1-9-139 15,1-3-111-15,-8 1-76 0,2-10-77 0,-1-2-28 0,-13-3 67 0,6-8 99 16,1-9 106-16,-1-2 111 0</inkml:trace>
  <inkml:trace contextRef="#ctx0" brushRef="#br4" timeOffset="-188918.11">24454 15068 79 0,'-7'-11'463'0,"1"8"110"0,-7-2 97 15,0 10 53-15,0-2-76 0,-1 8-89 0,-4 4-93 0,4 2-87 0,-5 5-79 0,-1 4-72 0,0 3-73 16,-5 7-54-16,5-1-35 0,0 8-22 31,-6-2-18-31,7 2-15 0,-1 1-3 0,0-4-33 16,1 1-52-16,-1-4-70 0,8 0-91 0,-2-8-90 0,2 0-89 0,5-7-54 0,0 0-51 0,1-8-53 31,6-3-39-31,6 0 26 0,1-3 56 0,-7-8 65 16,13-4 86-16</inkml:trace>
  <inkml:trace contextRef="#ctx0" brushRef="#br4" timeOffset="-188732.4">24702 15221 52 0,'26'-14'502'0,"-7"11"128"15,-5 3 103-15,-8 3 78 0,-6 11-102 0,0 5-125 16,-6 6-131-16,-2 5-115 0,2 0-91 0,0 6-71 16,-1 1-69-16,1 2-47 0,6 2-36 0,-7 0-56 15,7-5-92-15,0-3-112 0,0-4-112 16,0-4-104-16,7-2-87 0,-7-5-86 0,6-3-69 0,1-8 30 16,-7-7 68-16,12-4 82 0,2-3 89 0</inkml:trace>
  <inkml:trace contextRef="#ctx0" brushRef="#br4" timeOffset="-188169.95">25053 15137 77 0,'0'-15'479'15,"0"5"120"-15,0 2 97 0,-6 1 69 16,0 0-71-16,-1 0-89 0,0-1-97 0,7 4-98 16,-6-4-81-16,6 5-89 0,0-3-84 0,6-6-64 15,1-3-42-15,0 0-20 16,5 1-16-16,2-1 2 0,-2 1-13 0,2 3-1 15,-8 0-2-15,1 0 4 0,-1 3 6 0,0 1 14 0,1 7 31 0,6 7 12 16,-7 4 14-16,2 0 9 0,-2 8 5 16,7 3 3-16,-7 3 8 0,1 5 14 0,0 3 9 15,-1 0-1-15,0 3-7 0,-6-3-20 0,6 4-23 16,8-1-28-16,-8-6-25 0,1 2-12 0,6-10-5 16,-6 3-3-16,-1-9-5 0,0-1 2 0,8-9 2 15,-8-1 2-15,0-5-2 0,8 0-1 0,-8-11 2 16,1-4-2-16,6-1-2 0,-7-9-2 0,7 3 1 15,-7-7-2-15,2 0-5 0,-2 0-9 0,0-5-11 16,1 5-11-16,-1 0-6 0,-6 0 3 16,7 4 1-16,-7 2 10 15,6 5 9-15,-6 3 14 0,0 4 6 0,0 3 0 0,0 5 1 0,7 3 2 16,-7 7 4-16,6 1 3 0,-6 6 1 0,7 6 4 16,0 5 8-16,5 4 4 0,-5 0 3 15,6 11 4-15,0 4 7 0,0 4 10 0,0-1 3 16,-7 6 3-16,8 1-2 0,-8-2 1 0,-6-1-7 15,6 0-10-15,1 0-9 0,-7-7-9 0,0-4-6 16,0 1-5-16,-7-8-4 0,1-4 0 0,6-3 0 16,-6-8-7-16,-8-3 1 0,8-5-1 0,-7-6 0 15,0-4 1-15,0-4-2 16,7-3 5-16,-8-8-4 0,8-2-2 16,0-6 0-16,6 1-2 0,0-3 2 0,0-1-1 0,6 1 1 0,-6-1 2 0,13 0-2 15,-6 1-4 1,5 3-3-16,1 0-11 0,1-4-29 0,-2 4-51 15,8 0-75-15,-7 0-95 0,7 1-118 0,-8 1-123 16,8-2-108-16,-6 0-77 0,5 1-72 0,-6-1-81 0,6 0 28 0,-5-5 84 0,-2 6 113 31,8-5 114-31</inkml:trace>
  <inkml:trace contextRef="#ctx0" brushRef="#br4" timeOffset="-187921.94">25777 14668 195 0,'0'4'498'0,"0"0"112"0,6 3 116 0,1 8 75 0,0 3-39 0,5 3-38 31,8 6-34-31,6 6-26 0,0-1-55 0,7 5-80 0,-1 4-86 0,1 6-77 0,-1 4-67 32,1 1-71-32,-1 6-181 0,-5 8-47 0,-7-4 0 15,-1 4 0-15,-6 0 0 0,-7-4 0 0,1-3 0 16,-7 0 0-16,-7-1 0 0,1-6 0 0,-1-1 0 15,-12-4 0-15,-1 1-400 0,-13-11-331 0,7-1-239 16,-13-2-228-16,1-5-60 0,-2-4 70 0,1-6 184 16,0-5 235-16,-1-3 234 0</inkml:trace>
  <inkml:trace contextRef="#ctx0" brushRef="#br4" timeOffset="-187455.55">26924 15248 7 0,'0'-5'466'0,"-7"2"131"0,7 3 120 0,0 0 117 0,-6-4-61 0,6 4-87 0,0 0-102 16,0 0-110-16,0-3-105 0,6-1-110 0,-6-4-77 15,7 5-81-15,5-4-43 0,2-4-25 0,-2 3-19 16,2-3-5-16,5 5-24 0,-5 1-25 0,4-2-70 16,-4 2-97-16,-1 2-128 0,0 0-132 0,0 3-112 15,-7-4-89-15,8 4-76 0,-14 0-19 16,0 0 67-16,0 0 99 0,0 0 98 0,0 0 113 15</inkml:trace>
  <inkml:trace contextRef="#ctx0" brushRef="#br4" timeOffset="-187311.43">26995 15305 105 0,'-6'8'400'0,"6"-1"70"0,0-2 55 0,0-3-17 16,0-2-88-16,0 0-90 0,0 0-73 0,6-2-61 16,1-3-49-1,6 1-49-15,7-3-38 0,-8 0-26 0,8 0-27 0,-7-4-40 0,7 3-59 0,-1 1-72 16,1 0-91-16,0-1-145 0,-2 4-120 15,9 2-36 1,-7-3 19-16,-2 2 50 0,9 3 79 0</inkml:trace>
  <inkml:trace contextRef="#ctx0" brushRef="#br4" timeOffset="-187011.08">28038 14727 137 0,'0'-19'542'0,"0"2"152"0,-7-2 158 15,1 4 126-15,-1 3-33 0,1 3-69 0,-8 5-95 16,2 4-103-16,-2 4-121 0,-5 3-124 0,-1 7-118 0,8 8-96 0,-8 4-66 0,7 6-122 16,0 9-31-16,-6 3 0 15,5 11 0-15,8 7 0 0,0 4 0 0,6 8 0 0,0 5 0 0,6 3 0 31,0-2 0-31,8 0 0 0,5-5 0 0,7-6 0 16,0-8 0-16,7-1 0 0,-1-13 0 0,1-6 0 16,-1-4 0-16,1-8 0 0,-1-3 0 0,-6-9-361 15,1-2-351-15,-1-8-214 0,0-7-241 0,-6 0-71 16,-1-3 60-16,1-4 154 0,-1-8 221 0,0 1 217 16</inkml:trace>
  <inkml:trace contextRef="#ctx0" brushRef="#br4" timeOffset="-185887.81">28468 14991 265 0,'0'7'526'0,"-6"-3"93"0,6-1 86 0,-8 0-9 0,2 1-78 0,0 0-81 15,6-4-93-15,-6 0-69 0,6 0-66 32,0-4-69-32,0 0-82 0,6 1-60 0,-6-4-48 15,12 0-22-15,-4-5-12 0,4 5-8 0,8 0-2 16,-7 0-6-16,7-1 8 0,-8 1-1 0,2 3-10 15,5 4-2-15,-5 0 4 0,-2 0 11 0,2 4 8 16,-8 0 23-16,7 3 29 0,-7 4 14 0,1 3 10 16,0-2 5-16,-7 2 4 0,0 4-11 15,0 1-22-15,-7-1-8 0,7 1-7 0,-13-1-13 16,6 0-14-16,1-4-7 0,0 5-2 0,-2-4-8 16,-4-3-8-16,6 1 0 0,-2 3 3 15,2-7-2-15,0-1-11 0,6 4 1 0,-7-5 3 16,7 1 0-16,0-6-6 0,0 2-1 0,0 0 10 15,0-4 0-15,7 0-3 0,-1 0 2 0,0-4 8 16,8 4-1-16,-8 0-3 0,8-4-2 0,5 4 4 16,1-2-4-16,-2 2 0 0,9 0 4 0,-7 0-3 15,-1 2 1-15,0 2 2 0,-5 0 1 16,-1 0 11-16,0-1 1 0,-7 5 10 0,1-2 5 16,-7 6 5-16,0-1 3 0,0 0-9 0,-7 1-5 15,1-3-8-15,-1 3-5 0,-6 3-9 16,7-5-5-16,-8 2-4 0,8 3 0 0,-7-5-1 15,6 1 0-15,-5 0-2 0,5 0-15 0,-6 1-43 16,6-2-70-16,7-3-97 0,-6-2-128 16,0-2-127-16,6 1-111 0,0-2-75 0,0-2-61 0,0 0-70 15,0 0 37-15,0 0 87 0,0 0 100 16,6-6 104-16</inkml:trace>
  <inkml:trace contextRef="#ctx0" brushRef="#br4" timeOffset="-185676.23">29184 15152 360 0,'8'0'508'0,"-2"3"92"0,-6 5 90 0,0 4-60 16,0 1-76-16,0 3-81 0,-6-2-75 0,6 8-71 16,-8 0-79-16,2 3-71 15,0 1-61-15,-1-1-39 0,7 0-28 0,-6-2-21 0,-1 3-13 0,7-8-24 16,0 0-42-16,-7-3-72 0,7-3-90 0,0-5-99 15,0 1-98-15,0-6-89 0,0-2-98 0,0 0-73 16,0 0 12-16,7-14 60 0,-7-1 79 0,13-3 93 16</inkml:trace>
  <inkml:trace contextRef="#ctx0" brushRef="#br4" timeOffset="-185439.31">29399 15060 255 0,'0'0'499'0,"0"0"97"0,0 0 87 0,0 0-21 16,0 3-94-16,0-3-79 0,7 0-55 0,-7-3-45 15,7 3-46-15,5-3-49 16,2 3-49-16,-1-3-55 0,6-5-52 0,0 4-52 0,1-4-36 0,-6 1-26 16,5 3-8-16,1 1-9 0,-8-5-29 15,2 4-56-15,-1 1-85 0,0 0-119 0,-7-1-130 16,1 0-121-16,-1 1-121 0,-6 3-129 0,0 0-16 15,6-4 67-15,2 0 100 0,4-3 112 0</inkml:trace>
  <inkml:trace contextRef="#ctx0" brushRef="#br4" timeOffset="-185170.58">29798 14812 110 0,'6'-4'441'0,"-6"0"101"0,0 0 98 0,0 4 40 0,0 4-54 0,0 4-46 16,6-2-44-16,-6 9-46 0,6 0-56 16,-6 3-64-16,7 3-62 0,0 2-50 0,-1 6-39 15,1 1-36 1,-1-1-31-16,1 4-24 0,0 4-19 0,-1-5-31 0,0 5-34 0,0-4-18 16,2 1-12-1,-2-2-17-15,0-3-39 0,1-3-55 0,-1-1-84 16,1-7-104-16,0-2-128 0,-1-3-115 0,-6-5-84 0,6-4-55 0,-6 0-41 0,0-4-49 0,0 0 34 15,7-8 76-15,-7-2 91 0,7-5 92 0</inkml:trace>
  <inkml:trace contextRef="#ctx0" brushRef="#br4" timeOffset="-184949.01">30025 14873 207 0,'6'-7'443'0,"-6"-1"84"0,0 5 80 16,0-1-26-16,0 4-72 0,0 0-54 0,0 4-49 16,8-1-43-16,-8 5-41 0,0-1-39 0,6 4-26 15,0 1-28-15,-6 5-22 0,13 3-13 0,-6 1-18 16,-7 1-19-16,7 4-25 0,-1 3-24 0,0 0-23 16,8 1-25-16,-8-1-17 0,0 4-20 0,1-4-16 15,0 1-12-15,-1-5-33 0,1-3-30 0,-1-1-108 16,0-2-115-16,-6-8-126 0,7 0-119 15,0-4-99-15,-7-7-127 0,0 0-42 0,0 0 42 0,0 0 87 16,6-7 104-16,0-8 115 0</inkml:trace>
  <inkml:trace contextRef="#ctx0" brushRef="#br4" timeOffset="-184601.08">30404 14445 405 0,'0'-4'565'16,"0"0"92"-16,0 4 82 0,0 0-45 0,0 0-66 15,0 4-72-15,6 4-64 0,0 2-49 0,0 5-13 16,8 6-56-16,-1 6-64 0,-1 2-35 0,8 4-21 16,-6 7-14-16,11 0-41 0,-5 8-5 0,0 0-7 15,-1 4-10-15,-6 2-9 0,6 1-11 0,-11 3-110 16,-2 1-47-16,0-4 0 15,-6 4 0-15,0-4 0 0,-6 0 0 0,-8-4 0 0,8-3 0 0,-7-4 0 16,-7-4 0-16,2-1 0 0,-2-4 0 0,0-6 0 16,1 0 0-16,-7-7 0 0,6-4 0 0,0 1 0 15,1-5-203-15,-1-3-267 0,7 0-167 0,-7-4-142 0,14-3-115 16,-7 3-125-16,0-3-27 16,13 0 78-16,0-4 145 0,0 0 157 0,-6 11 160 0</inkml:trace>
  <inkml:trace contextRef="#ctx0" brushRef="#br4" timeOffset="-184152.72">29093 17683 47 0,'-13'19'542'0,"13"-1"169"0,-6-3 157 0,0-5 144 0,6-3-27 16,0-3-77-16,0-4-104 0,12-7-109 15,1-4-107 1,7-4-109-16,6-6-108 0,7-5-190 15,5-11-181-15,9-3 0 0,4-11 0 16,8-8 0-16,7-3 0 0,5-8 0 0,8 0 0 16,-2-2 0-16,2-3 0 0,-2 0 0 0,8 0 0 0,-6 2 0 15,5 0 0-15,-12 3 0 0,0 5 0 16,-14 0 0-16,1 5 0 0,-14 5 0 0,-5 0 0 0,-1 8-82 16,-13 7-10-16,0 7 40 0,-7 3 22 0,-5 4 9 15,-2 4-1-15,2 8-20 0,-8-1-26 0,7 5-35 16,-6-2-50-16,-1 5-50 0,1 0-52 0,-1 4-41 15,0-2-39-15,2 1-46 0,-2 4-36 0,0-3-35 16,-6 6-31-16,0 1-19 0,0 4-17 0,0-1-22 16,-6 0-39-16,6 5-26 0,-6 2 31 0,-2 1 53 15,2 2 68-15,6 2 92 0</inkml:trace>
  <inkml:trace contextRef="#ctx0" brushRef="#br4" timeOffset="-183882.72">30096 17423 213 0,'-12'18'504'0,"6"-7"144"16,-1-11 156-16,7-3 69 0,0-5-17 0,7-3-28 16,5-3-47-16,2-4-74 0,5-4-97 0,13-9-104 15,1 2-96-15,0-7-90 0,6 3-189 0,0-3-131 16,0-1 0-16,0 0 0 0,-6 4 0 0,6 1 0 15,-7-2 0-15,1 1 0 0,-7 4 0 0,0 4 0 16,-6-2 0-16,-1 6 0 0,1 2 0 0,-8 1-94 16,2 4-371-16,-8-1-167 0,1 4-145 0,-1 0-108 15,-6 0-118-15,0 11-46 0,0 0 70 0,0 0 138 0,0 0 158 16,0 0 153-16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4-24T05:38:09.525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1492 377 285 0,'6'-10'412'0,"1"-2"66"0,-1 1 40 0,1 4-60 0,-1 0-53 16,0 3-50-16,2 4-39 0,-8 0-34 15,6 7-33-15,0 4-34 0,-6 0-25 16,14 11-16-16,-8-1-17 0,7 13-17 0,0 7 26 16,0 5 6-16,0 9-8 0,0-3-19 15,0-1-31-15,0 0-4 0,6-6-50 16,-5-5-28-16,-2-4-19 0,2-3-56 0,-8-6-54 0,1-10-120 15,-1-5-125-15,1-1-122 0,6-4-104 16,-7 4-76-16,0 0-82 0,-6-11 26 0,0 0 73 16,8-14 93-16,-8-5 97 0</inkml:trace>
  <inkml:trace contextRef="#ctx0" brushRef="#br0" timeOffset="290.93">1635 692 177 0,'-6'-15'348'0,"-8"-3"45"0,8-1 39 15,0 2-93-15,-1-5-68 0,0 3-56 0,7 2-45 16,0-2-38-16,0 0-36 0,7 5-32 0,0-1-26 16,-1 0-15-16,7 5-9 0,0-2-3 15,0 2-4-15,0-1 6 0,0 3 3 0,1 4 9 16,-8 0 10-16,6 1 26 0,2 3 42 16,-8 0 31-16,1 3 32 0,-1 5 28 0,-6 0 11 15,0 5-13-15,0-1-30 0,-6 6-36 16,-1 1-36-16,1-2-37 0,-8 2-23 0,8 3-14 15,-6-4-16-15,4-2-28 0,-4 1-38 0,-1 2-56 16,6-1-32 0,-6 1-67-16,7 2-71 0,6 6-57 0,0-2-80 0,0-4-88 0,0-6-46 15,0-3 25 1,0-12 54-16,12-8 74 0</inkml:trace>
  <inkml:trace contextRef="#ctx0" brushRef="#br0" timeOffset="620.3">1941 444 139 0,'7'-23'419'0,"-1"5"102"0,1-1 96 0,-7 4 7 16,-7 5-22-16,1 6-30 0,-1 16-50 15,7 2-56-15,-6 11-64 0,0 4-75 0,6 5-75 16,-14-1-65 0,8 3-51-16,-1 4-9 0,0 5-10 0,7-1-12 15,7-1-7-15,0 6-14 0,-1-6-6 0,14-6-38 0,-7 0-20 0,7-8-10 16,-8-4-6-1,8-6-1-15,0-4 2 0,-1-1 1 0,1-7 2 16,-1-3-1-16,1-8 1 0,-7 0 3 0,0-3 0 0,-1-3-1 16,2-5 0-16,-8 0 0 0,1 0 3 0,-1-3-3 0,1 3-5 0,-7-3 5 0,0 3-5 31,0 1-3-31,-7 3-1 0,7 3 1 0,-13 1 4 0,7 0-3 16,0 7 0-16,-8 0-2 0,1 0-2 0,0 3-4 15,0 5-7-15,0-1-6 0,0 4-20 0,0 0-34 0,-6 3-65 0,6-6-93 16,-7 0-120-1,6-4-111-15,2-2-97 0,-1 2-66 16,0 7-40-16,0 1-45 0,7-9 13 0,-8-3 60 16,8-11 84-16,-1-8 86 0,7-3 100 15</inkml:trace>
  <inkml:trace contextRef="#ctx0" brushRef="#br0" timeOffset="797.06">1870 483 174 0,'6'-22'410'0,"7"1"83"0,-7-2 84 0,1 1-19 15,6 4-44-15,-7 3-43 0,8 1-45 16,-1 6-48-16,0 8-61 0,6 4-70 0,1 4-57 0,-7-1-55 16,7 1-44-16,6-6-33 0,-7 2-24 0,7 0-16 15,0-4-25-15,0-8-63 0,-6 6-99 0,-1-6-121 16,1 11-121-16,0 4-118 0,-8 5-161 0,1-1-46 16,-6 0 40-16,6-8 90 0,-7 1 106 0</inkml:trace>
  <inkml:trace contextRef="#ctx0" brushRef="#br0" timeOffset="1912.54">567 2469 99 0,'0'-5'433'0,"0"3"104"0,-14-2 104 16,8 1 64-16,-7-1-27 0,13 4-26 0,0-4-27 31,7 4-39-31,-7 0-52 0,0 0-76 0,0-4-95 16,-7 4-90-16,7 0-83 0,0-4-64 15,0 4-52-15,0-4-39 0,7 4-18 16,-7-2-9-16,6-3-7 0,0 3 0 0,0-3-2 0,2 2-2 0,-2-1-4 0,7 0 1 31,-6 4 1-31,-1 0 0 0,1 0 4 0,5 0 0 16,-5 4-1-16,0 0 0 0,-1 4 0 0,0-1 0 0,1 3-1 0,0 2 2 0,-7 5 5 31,6-2-1-31,-6 8 0 0,0-2-3 16,0 2 2-16,-6-6-2 0,-1 5 0 15,7-3 0-15,-7-4-3 0,1 3 2 0,6-7-1 16,0-4 0-16,-6 0-4 0,6 0-5 15,0-3-7-15,0 0-15 0,0 0-18 0,0-1-4 16,6-3-5-16,0-3-5 0,1 3 10 16,0-4 10-16,-1 0 18 0,7 4 4 15,-6 0 0-15,6 0 6 0,-1 0 1 0,-4 4 2 16,4 3 0-16,-5-3 3 0,-1 4 9 16,7 2 3-16,-6-3 2 0,-1 5 1 0,-6-2 1 15,7 5 15-15,-7 0-10 0,-7-4 14 16,7 0-8-16,-6 4-6 0,-1 0-3 15,-6-5-17-15,7-3-8 0,-1 1-55 0,1-1-52 16,-8-2-74-16,2-5-89 0,-1-5-93 16,0 2-83-16,6 3-56 0,7-4-27 0,7-4-3 15,6 5-8-15,-7-5-29 0,7 2 6 16,-7-2 48-16,2-3 63 0,-2 0 67 16</inkml:trace>
  <inkml:trace contextRef="#ctx0" brushRef="#br0" timeOffset="2250.33">932 2498 154 0,'0'-11'405'0,"-8"0"76"0,2 4 82 0,0-4 3 16,-7 4-39-16,6 3-39 0,-6-4-28 0,7 8-30 0,6 0-41 16,6 4-77-16,-6 4-78 0,0-4-69 15,0 5-53-15,-6 3-46 0,6-1-40 0,0 8-16 16,0-1-2-16,6 4 0 0,-6-4-1 15,0 1-3-15,6-1-1 0,-6 0 0 0,7-3-4 16,0-1-3-16,-1-2 3 0,1-2 1 16,-1-3 4-1,8-3 3-15,-8-4 4 0,6-4 3 0,-4-3-1 0,-2-3 5 0,7-5-5 16,-13-3 8-16,6-4-7 0,1 0-6 16,-7 3-7-16,0-3-12 0,0 0-20 0,-7 3-39 15,1-6-40-15,-13 7-43 0,5-5-51 16,8 14-59-16,-8 1-52 0,14 0-45 0,0 8-34 15,0-4-32-15,0 4-51 0,0 0-81 16,0 0-4-16,0 0 32 16,0 0 54-16,0 0 66 0</inkml:trace>
  <inkml:trace contextRef="#ctx0" brushRef="#br0" timeOffset="2703.92">1009 2118 157 0,'-6'-16'352'0,"-7"6"50"15,0-5 32-15,0 1-35 0,-1-1-52 0,-12 1-23 0,7-1-6 0,-7-1-2 16,0 5 5-16,0-3 5 0,0 7 6 16,7 3 9-16,-1 4-4 0,0 11 1 0,1-1-5 15,-7 2-13-15,-7 7-19 0,7-4-34 16,-6 2-27-1,-1 9-36-15,1-1-37 0,5 5-40 0,-5-1-35 0,6 8-31 0,-7 4-24 16,13 2-15 0,-6 5-10-16,7-1-5 0,-1 9-6 0,8-2-2 0,4 1 2 0,8 0 2 31,0 0 0-31,0-1 3 0,14-2 3 0,6 0 4 0,-1-8 6 0,13 0 2 16,1-4 10-1,-1-1-6-15,8-4-1 0,5-7-1 0,8-6-3 16,-1-7 0-16,-1-11-8 0,8-8 4 15,6-11 2-15,1-3 2 0,-1-7-2 0,0-12-4 0,-6 1-4 0,-7-10-4 32,0 0-8-32,-13 2-9 0,-6-8-10 0,-8 4-8 0,-5 1-19 0,-6 0-19 0,-8-1-34 31,-6 0-51-31,0 9-64 0,0-7-87 0,-14 10-104 16,2 0-112-16,-8 3-96 0,7 8-75 15,0 5-123-15,-6 3-39 0,-1-2 49 0,0 9 94 16,-5-2 115-16,5 1 119 0</inkml:trace>
  <inkml:trace contextRef="#ctx0" brushRef="#br0" timeOffset="34840.71">1433 3718 64 0,'-7'7'338'0,"7"1"35"0,0 6 33 0,-6 5-35 16,6 3-108-16,-6 3-72 0,6 1-43 0,0 3-23 16,0 4-21-16,6 0-22 0,0 0-17 15,1 0-16-15,-1-3-15 0,1 3-14 16,6-4-11-16,-7 4-3 0,2-8-5 0,-2 0-7 16,0-2-21-16,1 0-34 0,6-9-50 15,-7 1-70-15,1-5-113 0,-7 1-100 0,0-11-36 16,0 0 7-16,0 0 34 15,0 0 59-15</inkml:trace>
  <inkml:trace contextRef="#ctx0" brushRef="#br0" timeOffset="35192.44">1433 4045 96 0,'-7'-12'379'0,"-5"-3"56"0,5 5 48 15,-6-5-22-15,7 3-102 0,-2 2-82 16,2-5-61-16,0 1-47 0,6-4-45 0,0 3-42 15,6-7-29-15,0-1-22 0,8 2-13 16,-1-1-10-16,0 0-3 0,6-1 2 16,1 6-1-16,0 1 8 0,-1 6 15 0,1 2 24 15,-8 5 25-15,8 6 34 0,0 2 36 16,-7 4 26-16,0 7 33 0,0 3 26 0,-7 2 19 16,1 1 6-16,0 4-10 0,-1 3-17 15,-6 4-32-15,-6 0-31 16,-1 0-34-16,0 0-39 0,1 0-29 0,-7 0-15 15,6-3-11-15,-6-1-18 0,7-4-10 0,-7-4-6 16,6-1-1-16,1-6-26 0,0-2-60 0,-2-2-80 16,2-3-100-16,0-3-110 0,-1 0-106 15,14 0-81-15,-7-4-40 0,6 0-37 16,-6 0-35-16,6-4 40 0,8-4 69 0,-8 1 79 16,8-3 84-1</inkml:trace>
  <inkml:trace contextRef="#ctx0" brushRef="#br0" timeOffset="35383.37">1791 3909 206 0,'7'-8'458'0,"-7"2"85"15,0 2 84-15,0 0-15 0,0 4-93 16,0 8-91-16,-7-6-79 0,7 10-73 16,0-1-79-16,0 3-66 0,0 5-51 0,0-1-33 15,0 7-22 1,7 1-12-16,-7-3-8 0,0 2-22 0,6 0-53 0,-6-3-74 0,7-2-84 15,0-7-88 1,-1 3-89-16,-6-7-101 0,0-9-92 16,0 0-2-16,0 0 42 0,0 0 66 0,6-9 78 0</inkml:trace>
  <inkml:trace contextRef="#ctx0" brushRef="#br0" timeOffset="35616.33">1902 3725 288 0,'0'-11'386'16,"0"0"49"-16,0 0 16 0,0 4-78 0,0 0-73 15,0 3-51-15,0 0-41 0,0 4-26 16,0 4-20-16,7 3-25 0,-1 4-21 0,-6 4-13 16,6 3-12-16,2 8-24 0,-8-3-25 15,6 5-18-15,0 5-10 0,1 0-12 16,-1 0-10-16,1 0-21 0,0 0-38 0,-7 0-44 15,6-8-54-15,0 2-60 0,0-5-60 0,2-4-54 16,-2-4-70-16,-6 1-52 0,6-7 3 0,-6-8 33 16,0 0 49-16</inkml:trace>
  <inkml:trace contextRef="#ctx0" brushRef="#br0" timeOffset="35797.66">1980 4077 54 0,'-6'-7'384'0,"6"3"74"0,-6 1 65 16,6-5 8-16,-7 5-95 0,7-4-92 0,0-1-77 15,-7 1-70-15,14-5-61 0,-7 2-52 16,7-5-36-16,5 1-22 0,2-5-12 0,5 1-6 16,-6 0-8-16,6-1-31 0,-5 5-45 0,-2-2-54 15,2 1-56-15,-8 5-58 0,1-5-57 0,6 8-55 16,-13 0-66-16,0 7-24 0,0 0 13 0,0 0 39 16,0 0 50-16</inkml:trace>
  <inkml:trace contextRef="#ctx0" brushRef="#br0" timeOffset="35958.31">2104 3843 1 0,'0'3'326'0,"7"5"50"16,-7-2 43-16,0 2-10 0,0-1-70 0,6 5-56 16,-6 2-42-16,0 1-35 0,7 0-34 0,-1-1-37 15,0 5-39-15,2-4-35 0,-2 2-28 0,0 3-19 16,7-3-35-16,-6 2-50 0,-1-5-68 0,1 1-81 16,-1-4-125-16,1 0-115 0,0-8-39 0,-7-3 13 15,0 0 47-15,6-3 69 16</inkml:trace>
  <inkml:trace contextRef="#ctx0" brushRef="#br0" timeOffset="36339.08">2280 3843 98 0,'0'0'435'0,"0"7"85"0,-6-3 68 0,6 6 21 16,-7 1-82-16,0 1-85 0,1 2-74 0,6 1-69 15,-7-4-55 1,7 4-57-16,0-4-62 0,7-4-43 0,-7-3-32 0,6 3-17 0,1-4-9 0,0 4-7 15,5-3 0-15,-4 0-5 0,4-4-2 0,1-4 2 16,-6 0-1-16,6-3 1 0,-7 0-5 0,0-4 0 16,8 0-1-16,-14 0 1 0,6-3-3 0,-6-1 2 31,6 5 2-31,-6-5-21 0,-6-1 18 0,6 6-4 16,-6-1 1-16,0-1 8 0,-2 5 10 0,2 0 30 15,-7 3-5-15,13 4 16 0,-6 0 5 0,-1 4-6 16,0 3-4-16,1 4-8 0,0 4-6 0,0 3 0 15,-2 1 8-15,2 3 5 0,0-4 6 0,6 4 2 0,-7 0 1 0,7-4-10 0,0 1-12 0,0-2-10 32,7 3-11-32,-7-6-7 0,6 1-6 0,0-4-4 15,8-1-1-15,-8-2-1 0,7 3-2 0,0-8-5 0,6 1-27 0,-5-4-32 0,6-4-54 0,-8-3-72 32,1-8-81-32,7 1-75 0,-7-1-58 0,0-6-49 15,0-2-25-15,0 1-10 0,-6-4-19 0,-1-3-31 16,0 4 17-16,2 0 44 0,-8-2 58 0,0 2 72 15</inkml:trace>
  <inkml:trace contextRef="#ctx0" brushRef="#br0" timeOffset="36498.5">2515 3703 60 0,'0'-11'361'0,"0"4"70"0,0 0 56 0,0 7-9 0,0 0-56 15,0 7-51-15,0 0-37 0,0 4-25 16,0 4-23-16,0 4-29 0,6-1-35 0,-6 3-35 16,0 5-37-16,6 0-37 0,-6 4-33 0,7-1-23 15,0 0-14-15,-1 0-23 0,1 0-11 0,6 1-17 16,-6-4-36-16,-1-1-58 0,0-3-71 0,8-4-77 15,-8 1-75-15,0-8-63 0,1-4-49 0,6 0-50 16,-13-7-58-16,0 0 11 0,0 0 42 0,0 0 57 16,0 0 71-16</inkml:trace>
  <inkml:trace contextRef="#ctx0" brushRef="#br0" timeOffset="36882.56">2515 3960 180 0,'0'-4'412'15,"0"1"61"-15,0-5 57 0,0 8-58 0,0-3-93 16,0 3-81-16,0 0-71 0,0-4-53 0,6 4-52 15,0-4-34-15,1 4-36 0,6-3-22 0,0-4-8 16,1 3-10-16,4 0-3 0,2-3-4 0,7 3-1 16,-8-4-2-16,0 6-2 0,8-2 0 0,-8 0-2 15,0 0 0-15,-5 4 0 0,5-3 1 0,-6-2-3 16,0 5 4-16,1-3 0 0,-8 3 2 0,0 0 1 16,1-4 5-16,-7 4 0 0,0 0-2 0,0-4-1 15,0 4 3-15,0-4 3 0,-7 4 13 0,1 0 25 16,0 0 29-16,-2 4 30 0,-4 0 10 0,5 0 7 15,-6 7-7-15,7 1-15 0,-1 2-21 0,1-3-22 16,-8 7-1-16,8 0 1 0,0-3 1 0,-1 7-1 16,0-5 2-16,1 3-1 0,6-5-1 0,-6-1-19 15,6-3-12-15,6-4-8 0,-6 1-12 0,6-1-3 16,-6-4-7-16,7-3 16 0,-7 0 3 0,13-3 0 16,-7-4 2-16,8-1 2 0,-1-3-5 0,-7 0-14 15,7-7-13 1,-6 3-26-16,-1 1-49 0,0-5-65 0,-6 1-67 0,8 3-62 15,-2 1-54-15,-6-4-33 0,6 6-7 0,-6 1 10 0,7 5 22 0,-7 6 13 16,7-4-2-16,-7 8-11 0,0-4-23 0,0 10 5 16,6 1 22-16,-6 4 42 0</inkml:trace>
  <inkml:trace contextRef="#ctx0" brushRef="#br0" timeOffset="37520.81">2853 3601 8 0,'0'-8'368'0,"7"8"73"0,-7-4 59 0,0 8 13 0,0-4-75 0,0 8-75 16,0 0-66-16,0 7-47 0,0-1-42 0,6 3-43 15,-6 2-35-15,7 3-28 0,0 4-17 0,-1-1-15 16,0 2-9-16,2 1-7 0,-2 1-13 0,0 0-2 16,1-2-7-16,-1 2-8 0,1-3-8 15,-1-4-1-15,7-1 7 0,-7 2-10 0,2-6-4 0,-8-1 1 16,0-2 5-16,6-3 12 0,-6-3 19 0,0-1 26 15,0-3 26-15,0-1 29 0,0-3 15 0,0 0-6 16,0-3-13-16,0-1-23 0,0 0-23 0,0 1-33 16,-6-5-19-16,6 1-11 0,0 0-10 0,0-4-6 15,0 0-5-15,0-1-10 0,6-2-16 0,-6 3-19 16,6-3-19-16,1 2-6 0,-7 1-12 0,7 0 2 16,-1 4 11-16,0 0 8 0,7 3 24 0,-6 1 7 15,0 3 16-15,5 3 12 0,-5 1 3 0,6 7 9 16,-7-4-3-16,1 8 1 0,6-5-2 0,-6 9-8 15,-1-4-19-15,0-5-36 0,2 5-47 0,-2-3-61 16,-6 2-59-16,6-7-53 16,-6 1-40-16,6-1-20 0,-6-3-5 0,0-1-8 0,0-3-21 0,0 0-36 15,0 0-4-15,0 0 24 0,7-11 36 0,-7-3 58 16</inkml:trace>
  <inkml:trace contextRef="#ctx0" brushRef="#br0" timeOffset="37887.03">3153 3850 237 0,'7'-4'380'15,"-7"4"53"1,0 0 23-16,6 4-46 0,-6 0-61 0,0 6-42 0,7 1-30 0,-7 9-26 0,0-6-36 16,7 4-34-16,-7 0-35 0,6 1-37 0,-6-2-26 15,6 2-27-15,0-1-14 0,2-3-16 0,-2-1-9 16,0-2-6-16,1-1-7 0,-1 0 1 0,1-7-1 16,0 3 3-16,-7-7-1 0,6 0-2 0,0 0 2 15,-6-4 3-15,7-3-9 0,-7-4-15 0,0 0-21 16,7-3-20-1,-7-1-29-15,6 1-31 0,-6-6-19 16,0 3-10-16,0-2 4 0,0 1 13 0,0 3 24 16,0 0 24-16,0 4 28 0,0 1 21 0,0 2 14 0,0 0 10 0,0 1 9 0,6 7 12 0,-6 0 13 31,0 0 10-31,7 7 13 0,-7 1 10 0,0 0 5 0,7 6 5 0,-1-3-2 0,-6 4-4 0,7 3-9 31,-1 0-12-31,-6-4-8 0,6 5-14 0,1-3-13 0,0 1-6 0,-7-3-8 0,6 2-13 0,0-5-28 31,-6-4-36-31,8 0-41 0,-8-3-39 0,6-1-35 0,-6-3-30 16,0-3-16-16,6-4-9 0,-6-1-8 0,7-3-16 0,-7 0-14 16,0-3-9-16,0 3-5 15,0-3 13-15,0-6 34 0</inkml:trace>
  <inkml:trace contextRef="#ctx0" brushRef="#br0" timeOffset="38046.32">3388 3875 50 0,'0'-7'317'15,"7"-1"50"-15,-7 6 28 0,0 2-9 0,6 0-66 16,-6 2-43-16,6 2-32 0,-6 4-22 0,0 3-28 15,0 1-39-15,6 2-30 0,-6 1-33 0,8 3-33 16,-8 0-25-16,6-4-16 0,-6 5-7 0,0-2-19 16,6-2-35-16,1-3-42 0,-7 3-50 0,0-8-56 0,0 0-72 0,0-3-89 0,0-4-93 0,0 0-24 31,0 0 17-31,0 0 39 0,0-7 60 0</inkml:trace>
  <inkml:trace contextRef="#ctx0" brushRef="#br0" timeOffset="38204.33">3401 3703 288 0,'0'-7'468'0,"6"0"77"0,-6 3 72 0,6 0-66 15,-6 1-90-15,8-1-89 0,-8 0-77 16,0 1-68-16,0-1-67 0,6 1-56 0,-6-2-46 16,6 5-25-16,1 0-38 0,0 0-59 0,-1 0-77 15,1 0-86-15,-1 5-90 0,0-5-119 0,8 7-140 16,-8-4-35-16,0 5 27 0,1-1 59 0,13 8 78 15</inkml:trace>
  <inkml:trace contextRef="#ctx0" brushRef="#br0" timeOffset="38390.68">3889 3854 302 0,'7'4'463'15,"-7"-2"76"-15,0-2 61 0,7 4-59 0,-7-4-79 16,0 0-84-16,0 0-75 0,6 0-69 0,-6-4-68 15,0 2-62-15,7-2-48 0,-7 0-34 0,6 0-39 16,-6 1-60-16,0-1-82 0,0 0-68 0,6 4-72 16,-6 0-70-16,0 0-74 0,0 0-81 15,0 0-1-15,0 0 26 0,0 0 45 0,8 8 64 16</inkml:trace>
  <inkml:trace contextRef="#ctx0" brushRef="#br0" timeOffset="38554.33">3948 4016 21 0,'0'14'394'0,"6"-7"95"0,-6 3 99 0,0-2 46 15,0-4-7-15,0 0-16 16,0-1-20-16,0 1-23 0,8-4-49 0,-8 4-48 16,0-4-100-16,6 0-94 0,0 0-86 0,1 0-71 0,-1-4-43 0,-6 4-73 15,7-4-127-15,-7 4-173 0,7-3-196 0,-7-1-218 16,0 4-225-16,0 0-78 0,0 0 41 16,0 0 132-16,0 0 174 0,0 0 209 0</inkml:trace>
  <inkml:trace contextRef="#ctx0" brushRef="#br0" timeOffset="43898.38">4574 3689 72 0,'0'-8'299'0,"0"-3"35"0,0 4 17 0,0-4-41 15,0 4-63-15,0-4-34 0,0 1-14 0,-7-2-1 16,7 5 5-16,0-1 2 0,0-2 7 16,0 3 5-16,-7 2 3 0,7-2 3 0,0 7-1 15,0-4 0-15,0 4-11 0,0 4-13 0,7-1-21 16,-7 6-15-16,7 4-21 0,-7 6-25 0,6 3-22 16,1 4-20-16,-1 3-15 0,1 4-19 0,6 4-15 15,-7-1-8-15,0 0-10 0,2 1-3 16,-2 0-16-1,0 0-2-15,1-5-33 0,-1 2-66 0,1-5-77 16,0 0-91-16,-1-3-74 0,-6-8-84 0,6-3-45 16,-6-1-18-16,0-7-17 0,0-7-26 0,0 0 28 15,0 0 49-15,0 0 61 0,0 0 73 0</inkml:trace>
  <inkml:trace contextRef="#ctx0" brushRef="#br0" timeOffset="44041.32">4639 4100 180 0,'0'-8'329'0,"-6"-3"38"0,-2 4-3 0,2-4-56 0,6 0-70 16,-6 0-48-16,6 0-30 0,0-1-22 0,0 2-26 15,6-5-23 1,-6-4-24-16,14 1-20 0,-8 0-17 0,7 0-14 0,0-1-6 16,6-2-3-16,1-1-1 0,-7-5 3 0,7 6-4 0,-1 2-20 0,-6-2-30 15,7 6-39-15,-7-3-51 16,-7 6-68-16,1 1-97 16,-7 4-87-16,0 7-22 0,0 0 11 0,0-4 33 15</inkml:trace>
  <inkml:trace contextRef="#ctx0" brushRef="#br0" timeOffset="44214.8">4749 3770 17 0,'0'6'327'16,"-6"6"46"0,6-5 36-16,6 4-20 0,-6 0-82 0,0 3-64 0,7 1-42 0,0-1-27 0,-1 1-29 15,8 5-27-15,-2-6-29 0,1 4-26 0,0 0-22 32,0 1-18-32,1-4-11 0,-2-1-9 0,2 1-25 15,-1-1-42-15,-1-6-54 0,-5-1-61 0,6-3-92 0,-13-4-135 0,13-4-54 0,-6 0 2 31,-1-4 30-31,1-1 51 0</inkml:trace>
  <inkml:trace contextRef="#ctx0" brushRef="#br0" timeOffset="44768.28">4925 3806 301 0,'0'0'408'0,"0"4"50"0,0 3 25 15,7-3-93-15,-7 3-81 0,0 4-63 0,7 0-44 16,-7-1-37-16,6-2-37 0,1 4-25 15,-1-5-32-15,1 1-20 0,-1-6-16 0,7 2-10 16,1-4-7-16,-8 0-6 0,7-4 3 0,0-2-2 16,-7-2 1-16,7-3-3 0,1-3-1 0,-8-1 0 15,0-4-2-15,1 1-4 0,0 0-2 16,-7 0 3-16,0 3-3 0,0-3-1 0,-7 6-1 16,7-3 4-16,-7 5 3 0,1 2 7 0,0 1 18 15,-1 3 11-15,-6 1 8 0,6 6 8 16,-6 1 8-16,7 7 2 0,-7 0 0 0,7 4 4 15,-2 6 4-15,2 2 14 0,6 2 11 0,-6-3 9 16,6 8 3-16,0-5-3 0,6 2-9 0,0-2-16 16,-6 0-20-16,8-3-19 0,4-4-16 15,-5 5-11-15,6-9-6 0,0 1-7 0,0-5-5 16,0 2-3-16,7-8-3 0,-8-1-22 0,8-6-39 16,-1-1-53-16,1-3-62 0,-7-8-68 0,0 0-64 15,6 1-41-15,-5-5-19 0,-8-3 0 0,8 0 13 16,-8 4 7-16,0-4 2 0,1 0-5 15,-1-1 4-15,-6 6 20 0,0-5 45 0,7 7 88 16,-7 0 120-16,0 0 136 0,0 5 117 0,0 3 82 16,0-1 45-16,0 4 9 0,7 4-13 15,-7 0-27-15,6 8-20 0,-6 3-8 0,0-1-4 16,6 9-5-16,0-1-10 0,2 8-19 16,4-1-21-16,-5 6-21 0,6-2-23 0,-6 7-23 15,5-3-25-15,-4 4-24 0,-2-1-18 0,0 1-20 16,0-3-15-16,2-3-4 0,-8 3-11 0,0-5-18 15,6-7-39-15,-6 4-63 0,-6-9-70 0,6-2-74 16,-8-3-73-16,-4-10-58 0,-2 3-66 0,2-10-60 16,-1-1 6-16,-7-5 38 0,0-4 62 15,1 1 64-15</inkml:trace>
  <inkml:trace contextRef="#ctx0" brushRef="#br0" timeOffset="46106.13">6190 3692 199 0,'6'0'354'0,"0"-7"52"0,-6 7 15 15,0-7-19-15,0 3-33 0,0 4-2 0,-6-4 14 32,6 4 25-32,-6 0 17 0,6 0-13 0,-7 4-17 0,7 3-61 0,-7 1-70 0,1 3-72 0,0 3-70 31,-1 5-48-31,1-1-54 0,-1 1-9 0,7 2-8 15,-7 1-9-15,1-4 0 0,0 1-1 0,6-5 8 16,0 2-1-16,0-1 10 0,0-5-3 0,0-3-5 16,0 1-3-16,0-4-5 0,6-4 4 15,-6-4-8-15,6 0 8 0,1-3 5 0,0-7 2 0,-1 2 0 0,1-3-9 0,-7 1-27 16,6-5-34 0,0 1-50-16,-6 0-54 0,7 3-59 15,-7 1-64-15,0-1-58 0,0 3-28 0,0 2-11 16,0 2-10-16,0 1-13 0,0-1-26 0,0 8-33 15,0 0-3-15,0 0 26 0,0 0 48 16,0 0 63-16</inkml:trace>
  <inkml:trace contextRef="#ctx0" brushRef="#br0" timeOffset="46423.92">5596 3626 210 0,'0'-2'421'0,"0"-4"73"0,0 4 65 0,0-2-53 0,0 4-81 0,0-3-85 16,-6 3-69-16,6 0-66 0,0-4-63 0,0 4-55 16,0 4-52-16,0-4-60 15,0 3-67-15,0-3-67 0,0 0-77 0,0 0-89 0,0 4-124 16,0-4-78-16,-6 10-5 0,6-2 29 16,-7 3 57-16,14-1 80 0</inkml:trace>
  <inkml:trace contextRef="#ctx0" brushRef="#br0" timeOffset="47107.96">5225 3488 4 0,'-6'3'341'0,"6"1"59"0,0-4 51 0,0 3 6 0,0-3-70 0,0 0-56 0,0 4-36 15,0-4-35-15,0 0-37 0,0 0-44 0,0 0-45 16,0 0-43-16,0 0-38 0,6 3-23 0,-6-3-11 0,6 4-8 0,2-4-2 0,-8 4 1 16,12-4-4-1,-5 0-4-15,-1 4-18 0,1-4-40 16,0 0-59-16,-1 3-75 0,0-3-68 0,8 4-99 15,-14-4-134-15,0 0-46 0,6 4 11 0,7-1 45 0,-6 5 60 0</inkml:trace>
  <inkml:trace contextRef="#ctx0" brushRef="#br0" timeOffset="47707.06">5623 3813 101 0,'13'-7'297'0,"-13"3"40"0,6-3-7 0,1 0-31 16,-7-1-47-16,6 2-21 0,-6-2-17 0,0 1-3 16,-6-1 12-16,6 0 0 0,0 2-1 15,-7 2-7-15,7 1-6 0,-6-5-12 0,-1 4-19 16,1 0-13-16,-1 4-17 0,1-4-18 0,6 4-19 16,-6 0-30-16,-2 0-11 0,2 8-18 0,-7-1-17 15,7 5-45-15,-1 2 5 0,1 1 19 0,6 3-3 16,-7 4-3-16,1 0-3 0,-1 4 32 15,7-5-16-15,-7 1-15 0,7 1-10 0,0-5-3 16,0 0 5-16,0-3-4 0,7-1 3 16,-7 1 3-16,0-7 8 0,7 0-6 15,-1-6-6-15,1 2 4 0,-7-8 2 0,13 2 1 16,-7-4-9-16,1 0 10 0,-1-9 5 0,0-3-2 16,8 0-8-16,-8-1 0 0,1 1 3 15,-1-1-2-15,1 2-3 0,-1-3 3 0,1 3 6 0,-1-2-2 16,-6 5 0-16,7-1-1 0,-7 4 4 15,7 1-14-15,-7 2-4 0,6 4 4 0,-6 1 0 0,0 3-5 16,6 3 3-16,-6 1 8 16,7 4 9-16,-7 2-4 0,7 1-4 0,-1 7 0 15,0-3-3-15,-6 7-1 0,7-4-3 0,-1 1 3 0,1 3-4 16,0-4-27-16,-1 0-44 0,0-3-68 0,2-1-81 16,-8-3-80-16,6-3-73 0,0-1-60 15,0-3-76-15,-6-4-46 0,0 0 18 16,7-4 48-16,6-3 62 0,0-5 80 0</inkml:trace>
  <inkml:trace contextRef="#ctx0" brushRef="#br0" timeOffset="48210.31">5961 3747 111 0,'0'-8'371'0,"0"2"70"0,0-2 76 0,0 5-1 0,-6-1-18 0,0 0-12 15,6 4 4-15,-7 0-5 16,-6 0-28-16,13 4-49 0,-7 3-74 0,-5 5-69 0,5 2-72 0,0 1-64 15,-5 3-44 1,5 0-37-16,0 4-19 0,7 4-13 0,-6-4-9 0,6 1 2 0,6-2-4 16,-6-3-5-16,7 1-2 15,0-8-1-15,-1-1-2 0,7 1 0 16,0-7 3-16,0 0 4 0,0-8 4 0,0-4 0 16,1-6 4-16,4 0 0 0,-4-8-2 0,-1-4-7 15,0-4-6-15,0 1-16 0,-7 0-18 0,0-4-22 16,2 0-15-16,-8 0-13 0,0 0-11 0,0 3 1 15,-8-1 12-15,2-4 17 0,-6 3 11 16,5 3 15-16,-6 6 19 0,0 6 18 0,6 2 10 16,-6 4 7-16,7 8 9 0,0 3 8 0,-2 3 5 15,-4 8-4-15,12 0-6 0,-7 3-1 0,7 1-4 16,0 3-7-16,0-3-4 0,7 3-1 16,-1-2-4-16,0 1-1 0,8-2 0 0,-8-1 4 15,7-2 1-15,0-1-5 0,7-5 3 0,-7-1 5 0,-1-2-2 16,8 1-5-16,-7-4-1 15,1 0 5-15,-2 0-12 0,2-4-4 0,-2 4 7 16,-5 0 3-16,6 0 1 0,-6 4-4 0,-1 3 15 16,0 4-2-16,1 0-7 0,0 0 1 0,-1 7-2 0,0 0 4 15,-6 1-4-15,8 3-1 0,-8-4 0 0,0 4 1 16,0-3-4-16,6-2-16 16,-6 3-46-16,0-5-67 0,0-1-82 0,6-7-90 15,-6 1-85-15,0-5-69 0,0-3-31 0,0-3-31 16,0 3-37-16,0-8-7 0,0-7 36 0,0 1 59 0,0-1 63 15</inkml:trace>
  <inkml:trace contextRef="#ctx0" brushRef="#br0" timeOffset="48414.18">6164 3531 193 0,'0'-3'453'0,"0"-5"97"0,0 5 96 0,0 3-11 0,-7-4-52 0,7 0-69 16,0 4-77-16,0-4-82 0,0 1-86 0,-6 3-73 15,6-4-81-15,0 1-58 0,0 3-51 0,0-4-66 16,6 1-84-16,-6 3-84 0,0 0-91 16,7 0-84-16,-1 7-62 0,-6-4-60 0,6 4-77 15,1 1 2-15,0-1 45 0,-1 4 63 16,8 0 75-16</inkml:trace>
  <inkml:trace contextRef="#ctx0" brushRef="#br0" timeOffset="48815.54">6528 3612 27 0,'7'-3'356'0,"-7"-1"68"0,6 0 64 0,-6 0 14 15,-6 0-46 1,6 0-39-16,-7 4-23 0,1-2-11 0,-7 2-18 0,6 0-31 0,1 2-49 0,0-2-54 16,-8 8-56-16,8 0-56 0,-1-1-49 15,1 7-32-15,-7 5-18 0,6-1-16 0,1 4-2 16,-8 3-2-16,8 2 1 15,0-2 0-15,6 1 1 0,-7-1 4 16,1-3-7-16,6-3 2 0,0-1-1 0,0-3-7 16,6-1-1-16,-6-6-1 0,7-1 10 0,-1 1 0 15,-6-8 3-15,14 0 10 0,-8-4 0 0,0-4-4 16,7-3 0-16,-6-3 0 0,6-5-3 0,-7 5-9 16,8-5-3-16,-14 5 0 0,6-5-14 0,0 1-8 0,-6-4 3 0,0 7-1 15,7 1 2 1,-7 6 1-16,0 1 9 0,7-1 2 15,-7 5-2-15,0 3 5 0,0 3 2 0,6 1-3 0,0 4 3 0,-6 3 7 0,7 3-3 16,-7 1 1-16,6-1-4 0,1 1-1 16,0 4-30-16,-1-1-42 0,-6-3-59 15,6 0-72-15,2-1-71 16,-8-3-70-16,6 1-37 0,-6-6-17 0,6-2-6 0,0 0-17 0,-6-4-26 16,0 0-2-16,0 0 23 15,0-12 39-15,7 2 57 0</inkml:trace>
  <inkml:trace contextRef="#ctx0" brushRef="#br0" timeOffset="49117.04">6607 3678 80 0,'0'-4'346'0,"6"0"56"16,-6 8 47-16,0 0-29 0,7 3-64 15,-7 4-49 1,0 3-36-16,6 1-30 0,-6 3-20 0,6 1-16 16,-6-1-18-16,8 1-11 0,-8-1-2 0,6 0 1 0,-6 1-10 0,0-5-13 15,0 1-18 1,6-7-7-16,-6-2-9 0,0-2-5 0,0 0 35 15,0-4-14-15,0 0-10 0,0-4-19 0,0-2-23 0,-6-6-26 0,12 1-53 0,-6-3-7 16,0-1-3-16,6-7-3 0,-6 3 3 0,0 1-2 16,8-4 0-16,-2 3 5 0,0 1 0 0,1 3-2 31,-1 5-1-31,1-1-1 0,0 3 1 0,5 5-3 16,-6 3 4-16,8 3 2 0,-8 1 2 0,8 11 2 15,-1-1-1-15,-1 5 3 0,2-1-6 16,-8 1-5-16,8 2-28 0,-2 1-62 0,-5-4-84 15,-1 5-100-15,8-2-105 0,-8-1-101 0,0-3-112 16,0-2-94-16,2 0 2 0,-8-4 54 16,6 0 83-16,7-8 94 0</inkml:trace>
  <inkml:trace contextRef="#ctx0" brushRef="#br0" timeOffset="49517.93">7323 3692 120 0,'0'8'535'0,"0"-5"149"0,0 1 141 0,0-1 93 15,0-3-65-15,7 4-105 0,-7 0-124 0,0-4-126 16,0 0-131-16,0 0-116 0,0 0-101 0,0 0-66 15,0-4-43-15,7 4-53 0,-7-4-76 0,0 4-112 16,0-3-136-16,0 3-143 0,0 0-134 16,0 0-97-16,0 0-86 0,0 0-38 0,0 0 60 15,0 0 100-15,0 11 112 0,0 1 113 16</inkml:trace>
  <inkml:trace contextRef="#ctx0" brushRef="#br0" timeOffset="49670.31">7356 3868 348 0,'7'7'570'0,"-7"1"154"15,6-4 157-15,-6 0 18 0,0 0-31 0,0-2-56 16,0-2-83-16,7 4-115 0,-7-4-136 0,0 0-130 16,-7 0-116-16,7 0-94 0,0-4-68 0,0 2-79 15,0 2-120-15,0-4-177 0,0 0-205 0,0 0-194 16,-6 4-190-16,6 0-181 0,0 0-20 0,0 0 104 16,0 0 168-16,0 0 176 0,0 0 185 0</inkml:trace>
  <inkml:trace contextRef="#ctx0" brushRef="#br0" timeOffset="52229.45">7910 3624 27 0,'7'2'341'0,"-1"-2"66"0,0 4 63 0,-6-4 21 15,7 4-41-15,-7 0-11 0,0-4 11 0,0 3 34 32,0 1 31-32,0-4 2 0,0 0 2 0,0 4-21 15,0-4-42-15,0 0-64 0,0 0-72 16,0 0-68-16,0 0-66 0,0-4-62 0,0 4-44 15,0-7-34-15,0 3-23 0,0-6-11 0,7-2-11 16,-1 1-5-16,0-1-2 0,8-2-1 0,-8-1-1 16,7 5 0-16,1-1-1 0,-8 0 3 15,6 3-3-15,2 5 3 0,-1-1-1 0,0 8 2 16,0 3 2-16,-7 3 0 0,8 2 4 0,-8 6-1 16,0 5 0-16,-6 2 0 0,7 4 0 0,-14 0-2 15,7 4 0-15,-6 1-2 0,0-5 2 0,-8 0 1 16,8 0 1-16,-7-3 1 0,0-4-2 15,6 1 3-15,-13-9 1 0,8 1-2 0,-2-5-3 16,2-2-3-16,-1-5-3 0,6 1-3 0,0-4-1 16,7-4-1-16,-6 4-1 0,6-3 0 15,-6-5 2-15,-1 5-5 0,7-4 2 0,7-1 3 16,-1 4 3-16,0 1 2 0,1-1 1 0,13 0 8 16,0 4-2-16,-2 4-4 0,2-4-13 15,7 4-31-15,-15 3-54 0,8-3-84 0,-1 0-115 16,1 3-133-16,-8-4-121 0,8 1-92 0,-6 0-59 15,-1-4-55-15,-1-4-45 0,2-3 51 0,-2 0 90 16,-4-5 98-16,4-3 103 0</inkml:trace>
  <inkml:trace contextRef="#ctx0" brushRef="#br0" timeOffset="52461.91">8444 3260 116 0,'0'-7'447'0,"0"3"88"0,0 1 76 0,0 6 16 0,0 1-84 0,0 3-85 0,0 8-85 16,6 2-71-16,-6 10-66 15,8-1-60-15,-2 6-49 0,0 1-56 0,1 8-31 16,6-1-16-16,-7 0-10 0,1 4-18 0,-1-7-61 0,1 3-69 16,-7 0-85-16,7-7-92 15,-1 1-91-15,-6-9-94 0,6-3-91 0,-6-4-29 0,7-3 37 16,-7-4 61-16,0-11 78 0</inkml:trace>
  <inkml:trace contextRef="#ctx0" brushRef="#br0" timeOffset="52732.55">8640 3476 283 0,'0'-3'473'0,"0"-2"89"16,0 13 82-16,-7 0-44 0,7 10-80 0,-7 0-70 15,7 8-77-15,0-1-72 0,0 5-80 16,0-5-69-16,0 4-56 0,7-3-46 0,0 0-19 0,-1-3-13 15,1-6-3-15,5 2-1 0,-4-9-4 0,4-2-3 16,2-1-3-16,-8-7 1 0,0-7-2 16,7-3-2-16,-6-2-1 0,0-7 7 15,-1 1-2-15,-6-4-2 0,6-3-3 0,-6 2-5 16,-6-2-15-16,0 0-16 0,-1 0-12 0,0-2-11 16,1 8-9-16,-1 2-7 0,-5 2-2 15,4 4-13-15,2 8-14 0,0-1-28 0,0 8-34 16,-8 3-38-16,14 0-42 0,-6 0-33 0,-1 8-31 15,7 0-24-15,7-4-33 0,-7 3-54 0,6 2-26 16,-6 1 15-16,6-2 33 0,2-1 51 0</inkml:trace>
  <inkml:trace contextRef="#ctx0" brushRef="#br0" timeOffset="53164.05">8985 3528 12 0,'6'-15'353'16,"1"4"77"-16,-7 0 67 0,0 0 38 15,0-1-16-15,-7 10-10 0,7-5 1 16,-6 7 2-16,0 0-15 0,-1 0-60 0,-6 7-82 0,0 3-92 0,6 9-82 16,1-1-75-16,-1 8-49 0,1-1-26 0,0 4-14 15,6 2-4-15,-8-3-10 16,8 1-3-16,-6-3-6 0,6 0-4 0,0-4 3 16,0-3 0-16,0-2 1 0,6-6 6 15,-6-3-22-15,8-1 9 0,-8-7 1 0,6-4 3 16,0-3-1-16,1-4-7 0,6-4 17 0,-6-3-17 15,-1-1-16-15,0 1-20 0,1-4-24 16,0 0-14-16,-7 1-3 0,0-1 2 0,6 2 10 16,-6 7 18-16,0 1 22 0,0 1 16 0,6 9-12 15,-6-3 8-15,7 10 11 0,0 2 1 0,-1 3 4 16,1 5 4-16,-1 7 22 0,7-1-1 16,0 2-7-16,-7 6 2 0,2 1-3 0,4 3 2 0,-5-1 2 15,-7 1 2-15,6 0-1 0,-6-4-1 16,-6 1 0-16,6-1 4 0,-7-4-5 15,1 2-10-15,0-10 1 0,-8 3-1 0,8-2-2 16,-8-7-10-16,2-4-23 0,-1-3-35 0,-7-4-60 0,7-4-68 16,-6 0-79-16,5-3-76 0,1-4-63 0,1-3-58 15,4-1-75-15,-4 1-36 0,12-6 26 16,0 3 54-16,0-2 71 0</inkml:trace>
  <inkml:trace contextRef="#ctx0" brushRef="#br0" timeOffset="53531.56">9363 3557 103 0,'0'-15'389'0,"7"1"75"0,-7-5 75 0,0 8 7 0,0 1-39 16,-7-2-27-16,0 4-16 0,1 2-21 0,0 6-44 16,-1 0-67-16,0 4-76 0,1 3-75 0,-7 4-71 15,7 3-54-15,-1 5-26 0,-6 3-18 0,7-1-8 16,-2 6-4-16,2-2-1 15,0 4 0-15,6-7-6 0,0 4-1 0,-7-5-1 16,7-1-2-16,0-7 0 0,0-1 3 0,7-1 1 0,-7-3 3 16,6-6 3-16,0-2 0 0,2-2-7 0,-2-6-12 15,7-3-16-15,-6-5-17 0,-1 2-20 0,0-4-20 16,1 0-16-16,-1-1-11 0,1-2-2 16,0 2 6-16,-1 5 6 0,-6-1 17 0,6 3 18 15,1 3 19-15,-7 4 16 0,0 1 12 16,7 4 9-16,-7 4 7 0,6 1 3 15,-6 4 2-15,6 7 0 0,-6-3 0 0,0 10-6 0,7-4-21 16,-7-1-37-16,7 0-41 0,-7 0-54 16,0-2-52-16,0-3-50 0,6-5-35 15,-12 0-25-15,6-1-34 0,0-7-53 0,0 0-23 16,0 0 13-16,0-7 36 0,6-5 50 0</inkml:trace>
  <inkml:trace contextRef="#ctx0" brushRef="#br0" timeOffset="54017.34">9441 3455 80 0,'0'4'337'0,"6"3"41"16,-6 3 29-16,0 5-59 0,7-1-94 0,-7 1-74 15,0 7-49-15,7-4-38 0,-7 4-26 0,6 1-20 16,-6-2-16-16,0 2-11 0,7-2-9 0,-7-2-7 16,6-1-2-16,-6 0 0 0,7-6-2 15,-7-2 1-15,0-2 3 0,0-4-1 16,7-4-2-16,-7-4 0 0,0-4 5 0,6-2-3 0,-6-2-3 0,0-3-1 15,0-3 0-15,0 0 1 0,0-4-7 16,6 0 0-16,-6 1-4 16,0-1-1-16,0-1-2 0,6 5-2 0,-6 0 2 15,0 7 0-15,0-1 4 0,8 5 0 0,-8 4 5 16,6-1 1-16,-6 8 0 0,6 3 5 0,1 0 7 16,-1 4 7-16,1 3 1 0,-7 5 5 0,7-4 7 15,-1 4 1-15,-6-1 0 0,6 1 0 0,-6-2-1 16,7-3-3-16,-7-2-3 0,7-1-6 0,-7-4-2 0,0 0 4 15,0-3 6-15,0 0 6 0,0-4 6 16,0-4 4-16,0 0-2 0,0-7-8 0,0 0-9 16,6 1-8-16,-6-5-7 15,0-4-6-15,6 5-1 0,1-5-1 0,-7 1-6 16,0 3-3-16,7-3-2 0,-1 4-1 0,1-5-2 16,5 8-1-16,-5 1 4 0,0 2 3 0,-1 4 2 0,8 4 10 15,-8 4 14-15,0 4 20 0,7 2 19 16,1 1 21-16,-8 0 10 0,6 3-1 15,-4 5-8-15,-2-4-17 0,7 4-24 0,-6-1-55 0,-1-5-71 16,1 3-88-16,-1-1-133 0,-6-4-149 0,0-1-70 16,0 1-7-16,0 0 36 15,0-3 73-15</inkml:trace>
  <inkml:trace contextRef="#ctx0" brushRef="#br0" timeOffset="106746.75">4234 5162 82 0,'0'-8'364'0,"0"4"50"0,-6-3 45 0,6 3-28 16,0 1-94 0,-6 0-71-16,6 3-53 0,-7-5-39 15,7 5-39-15,0 5-37 0,7-2-29 0,-7 4-27 16,0 0-18-16,6 5-8 0,-6 2-5 0,6 5-1 16,2 6 3-16,-2-3 9 0,0 7 6 15,1-3 3-15,0 4 7 0,5-5 12 0,-5 1 5 16,-1-4 1-16,1-1-1 0,0-1-2 0,-7-7 5 15,6-1-3-15,-6-1 28 0,0-9 34 0,6 6 41 16,-6-4 1-16,-6-4 8 0,6-4 7 0,0-4-31 16,-6-1-45-16,-1-7-47 0,0-2-8 15,1-4-20-15,-1-3-15 0,-5-1-10 0,5-3-4 16,7-1 5-16,-7 0-3 0,1 5-1 0,6-4 0 16,0 4 5-16,0 2 3 0,0 5-4 15,6 0-2-15,1 3-6 0,-7 4-1 0,7 0-29 16,5 4-24-16,-5 0-39 0,-1 2-45 0,8 5-54 15,-8 0-67-15,8 0-43 0,-2 5-47 16,-6-2-24-16,8 1-46 0,-1-1-65 0,-7 1-20 16,-6-4 25-16,6 4 44 0,-6-4 55 0</inkml:trace>
  <inkml:trace contextRef="#ctx0" brushRef="#br0" timeOffset="107001.95">4392 5114 237 0,'0'3'380'16,"0"1"43"-16,0 3 27 0,0 1-75 0,6 6-75 15,-6 1-58-15,0 4-27 0,6 3-17 0,1 3-17 16,0 1-20-16,-1-4-22 0,7 3-17 0,0 0-23 16,-6-2-24-16,5 0-21 0,2-9-17 0,-8 4-17 15,0-7-2-15,8-4 7 0,-8 1 16 16,7-8 5-16,-7-4 5 0,2-4 5 16,-2-2-4-16,0-9-13 0,-6-3-18 0,6-3-7 15,-6 0-7-15,0-2-6 0,0-2-9 0,0 3-19 0,-6 1-31 16,6 3-38-16,-6 1-36 0,0 1-41 15,6 3-39-15,-8 5-31 0,8 5-15 0,0 0-8 16,0 7-9-16,8 0-34 0,-8 0-57 0,6 7-30 16,0 4 3-16,0 0 21 0,1 7 34 0</inkml:trace>
  <inkml:trace contextRef="#ctx0" brushRef="#br0" timeOffset="107371.6">4789 5195 85 0,'6'-16'345'0,"-6"2"52"15,0 3 51-15,-6-4-27 16,0 1-61-16,-2-1-33 0,2 4-15 0,0 0 0 16,-8 3-12-16,8 6-31 0,0-2-39 0,-7 0-43 15,6 8-61-15,-6 0-46 0,7 6-34 0,-1 1-20 0,0 7-14 16,1 1-10-16,0 7 13 0,6-1-4 0,-7 1-6 16,7 3-2-16,-7-3 2 0,7-1-2 0,7 2-5 15,-7-6-3-15,7 1 4 0,-1-7-7 16,0-1-3-16,1-6 6 15,0-1 3-15,-1-3 4 0,7-4-1 0,-6-4 20 0,6-8-7 0,-7 2-12 16,0-9-5-16,8 2-11 0,-8-3-5 16,-6-1-19-16,6-1 4 0,2 4 8 0,-8-1 7 15,0 5 6-15,6-1 3 0,-6 4 3 0,6 3 2 16,-6 2 0-16,0 6-3 0,0 0 1 0,0 6 0 16,0 6 3-16,7 3 3 0,-7 2-2 0,0 6-4 15,0-5-14-15,6 4-25 0,-6-1-36 16,7 2-47-16,-7-9-51 0,0 5-51 0,6-4-41 15,-6-8-32-15,7 0-25 16,-1-3-32-16,-6-4-49 0,0 0-24 0,0 0 12 16,6-7 34-16,-6-9 50 0</inkml:trace>
  <inkml:trace contextRef="#ctx0" brushRef="#br0" timeOffset="107684.04">4899 5176 13 0,'0'3'305'0,"7"5"37"0,-7 0 31 0,7 6-42 16,-7 1-81-1,6 3-65-15,-6 4-41 0,0-3-25 0,6-2-19 0,-6 3-11 0,0-6-21 16,0 1-18-16,0-5-15 0,7 1-1 0,-7-6 3 16,0-2 14-1,0 0 20-15,0-3 13 0,0-3 5 0,0-5-8 16,0-3-13-16,0-7-23 0,0-1-20 0,0 1-11 0,0-7-6 0,0 3-7 0,0-4 0 16,7 4 0-1,-7-3-1-15,0 6-1 0,6-3-2 16,-6 12 4-16,7-2-3 0,-7 5-1 0,6 3 2 15,1 4 2-15,-7 4 0 0,6 3 1 0,7 5 1 0,-7 2 1 0,2 4-1 16,-2 1-7 0,0 6-12-16,1-3-23 0,-1 4-32 0,1-4-41 0,-1-1-44 0,1-1-41 0,6-6-44 15,-6-3-56 1,-1-4-67-16,0 4-29 0,8-8 8 16,-14-3 27-16,6-3 47 0</inkml:trace>
  <inkml:trace contextRef="#ctx0" brushRef="#br0" timeOffset="108030.32">5310 5136 120 0,'6'-11'365'0,"1"3"68"0,-7 5 52 16,7-1-34-16,-7 1-64 0,0 6-50 0,-7 4-43 0,0 1-36 0,1 6-36 0,0 5-32 31,-8-1-34-31,8 7-36 0,0-2-29 0,-1 2-29 16,0 0-27-16,1-2-14 0,-1 0-10 15,1-2-5-15,6-6-6 0,-6-1 0 0,6-6 0 16,0-1 0-16,0 0 3 0,0-7 3 15,0 0 6-15,0-3 3 0,0-5 2 0,0-3 2 16,6 0-1-16,0-7-6 0,-6-1-3 0,7 1-2 16,-1-3-5-16,-6-2-13 0,7 5-1 0,-7-4 6 15,7 8-5-15,-1-1-3 0,-6 3-1 0,6 3 14 16,0 4-5-16,2 5-2 0,-2 5 7 0,7 4-1 16,-6 3 2-16,6 6 0 0,-1 1 3 15,2 7 2-15,-2-1-3 0,-4 4 3 0,4-3 4 16,1 3 2-16,-6-3 6 0,0 3 1 0,-7-4 2 15,6-2-2-15,-6-2-3 0,0 2 0 16,0-5-4-16,-6-4-5 0,-1 1-35 0,7-8 11 16,-13-2-18-16,6-3-39 0,-5-2-54 0,-2 0-66 15,2-2-37-15,4-6-83 0,-4-3-70 0,-1 0-81 16,6-3-61-16,0-1 5 0,7 4 38 0,0-4 56 16,7-3 77-16</inkml:trace>
  <inkml:trace contextRef="#ctx0" brushRef="#br0" timeOffset="108373.3">5975 5012 318 0,'12'-15'488'0,"-5"0"100"0,-7 4 106 0,0 0-19 0,-7 0-44 0,1 4-37 0,0-1-46 16,-8 2-58-16,2 6-82 0,-1 0-95 0,-7 2-90 15,7 2-77-15,0 7-54 0,0 4-44 0,6 0-21 16,-6-1-14-16,7 4-6 0,0 4-2 15,6 0-4-15,0 1-1 0,0 2-2 0,0 1-3 16,6-1-3-16,0 1-2 0,7 4 3 16,1-8 2-16,-8 4 1 0,14-9 0 0,-8 5 5 15,2-3 1-15,-8-4-2 0,7-1 0 16,-7-3 3-16,2 0-1 0,-2-4 1 0,0 1 3 16,0-1 0-16,-6-3 1 0,-6-1-10 0,0-3-30 15,-8 3-47-15,8-3-74 0,-7-3-83 16,0 3-87-16,0-7-83 0,7 3-57 0,-1 1-38 0,-6-5-7 15,13 4 1-15,-6-3-11 0,6 7-30 0,0-14 9 16,6 3 43-16,-6-3 57 0,6 2 69 16</inkml:trace>
  <inkml:trace contextRef="#ctx0" brushRef="#br0" timeOffset="109244.66">6275 5007 275 0,'6'-10'436'16,"0"2"84"-16,-6 1 71 0,0 0-26 15,-6 3-54-15,0 0-49 0,-8 4-39 0,1 4-43 16,7 3-62-16,-7 1-69 0,0 6-59 0,-1 1-50 0,-5 7-40 16,6 0-39-16,0 4-27 0,0 3-16 0,6 0-4 15,-5 4-13-15,5-3-4 0,7-1 1 0,-7-4-1 16,7 1-4-16,0-4-1 16,0-8-3-16,7 1 4 0,0-3-4 0,-1-5 8 15,0-4 5-15,1-3-2 0,6-3 3 0,0-4-8 0,0-8-21 16,0-3-23-16,1-5-39 0,5-2-41 15,-6-5-46-15,-7 1-41 0,7-1-15 16,1 5-3-16,-8-4 26 0,0 3 36 0,1 5 44 0,0 6 47 16,-1-4 44-16,-6 9 27 0,7 2 11 0,-7 4 14 15,0 0 11-15,6 4 7 0,-6 4 1 16,0 0 4-16,0 7 1 0,0-4-3 16,0 4-8-16,0 4-6 0,0 0-8 0,0 7-11 15,0-4-16-15,6 0-16 0,-6-3-28 16,0-3-35-16,7-3-35 0,-7-1-28 0,0-4-21 15,7 0-9-15,-7-4-1 0,6-4 9 0,-6-3 12 16,6-5 13-16,-6 2 14 0,7-5 13 0,-7-4 17 16,7 5 14-16,-7-5 16 0,0-2 18 15,0-2 16-15,6 6 20 0,-6-5 19 0,7 3 26 0,-7 4 31 0,0 4 26 16,0 1 25-16,6 2 15 0,-6 4 8 0,0 1 5 16,0-1 3-16,7 8 3 0,-7-1-2 0,0 9-5 15,6-2-8-15,-6 9-9 16,7-1-16-16,-1 0-18 0,-6 4-15 15,6 0-11-15,-6 0-8 0,8 0-7 0,-8-4-9 0,6 1 4 16,-6-1-14-16,0-4-8 16,6 2-3-16,-6-10-3 0,0 2 1 0,0-1-5 15,7-3 13-15,-7-4 5 0,0-4 0 0,0-3-1 16,0-3-4-16,0-5-13 0,0 1-13 16,0-2-12-16,0-2-11 0,0-1-14 0,0 5-11 15,6-4 2-15,-6-1-3 0,0 8 1 0,7-3 5 16,-7 7 10-16,6-5 7 0,-6 5 1 0,7 4 9 15,-7 3 8-15,6 3 6 0,-6 0 10 0,7 13 10 16,0-6 10-16,-1 5 9 0,0 4 6 16,1-2 5-16,0-2 2 0,-1 3-1 0,0 4-4 15,1-7-1-15,-1 4-8 0,1-4-8 0,-7-1-6 16,7-3-4-16,-7-4-4 0,0 0-4 16,6-3 4-16,-6-4 4 0,0 0-1 0,6-4 0 15,-6-3-4-15,8-4-6 0,-8 0-12 0,6-7-12 0,-6-1-15 0,0 1-12 16,6-3-12-16,-6 2-6 0,6-3 2 0,-6 0 7 15,0 7 12 1,7 1 13-16,-7 2 13 0,7 1 12 0,-7 8 15 0,6 0 13 0,1 3 13 16,-1 3 11-16,0 4 12 0,2 5 5 0,-2-2-4 15,0 5-7-15,0 0-10 16,2 6-8-16,-2-2-15 0,7-5-6 16,-7 5-9-16,1-1-14 0,0-7-22 0,-1 4-28 15,0-5-22-15,0-2-29 0,2-4-25 0,-8-1-20 16,0-3-11-16,6-3-10 0,-6-4-19 0,0-4-24 15,0 0-21-15,0-3-16 0,0-6-9 16,0 3-7-16,0-2 24 0,0 0 40 0</inkml:trace>
  <inkml:trace contextRef="#ctx0" brushRef="#br0" timeOffset="109378.44">6737 5012 123 0,'6'-8'308'0,"-6"1"54"0,7 3 19 0,0 4-6 0,-7 4-34 0,6 3-37 16,1 7-18 0,-1 5-10-16,0 3-15 0,-6 7-28 0,14 0-33 0,-8 8-33 0,0 0-38 15,2 0-35-15,-2 3-37 0,0-4-20 0,7 1-21 16,-6 0-38-16,0-8-57 0,-1 0-70 15,0-7-68-15,0-3-76 16,2-5-84-16,-2 1-103 0,-6-15-55 0,0 0 7 16,0 0 39-16,0 0 60 0,0 0 81 0</inkml:trace>
  <inkml:trace contextRef="#ctx0" brushRef="#br0" timeOffset="109606.29">6750 5074 85 0,'7'-15'355'0,"-1"5"42"15,1-5 31-15,-1 3-48 0,0 2-101 0,8-5-78 16,-8 4-55-16,8 0-32 0,-14 3-23 0,12 1-11 31,-5 4 3-31,-1 3 1 0,1 0 12 0,0 3 13 16,-7 4 10-16,6 4 4 0,-6 0-11 0,0 7-16 0,0-3-20 0,-6 7-18 0,-1-3-19 16,7-2-20-1,-7 6-4-15,1-5-29 0,6-3-29 0,-7 3-41 16,1-2-43-16,6-7-45 0,0-1-57 15,-6 0-28-15,6-4-28 0,0-2-33 0,6-2-43 0,-6 0-40 0,0 0 4 0,0-6 25 16,6-5 42 0</inkml:trace>
  <inkml:trace contextRef="#ctx0" brushRef="#br0" timeOffset="109963.83">6978 4964 207 0,'7'-7'393'0,"-1"7"68"0,1 0 47 0,-1 0-9 0,-6 7-32 31,0 0-21-31,0 4-9 0,0 0-11 0,0 3-26 15,7-3-47-15,-7 5-62 0,6-6-59 0,-6 1-57 16,6 0-56-16,2 1-42 0,-2-5-27 0,0 0-15 0,7-4-12 0,-6 1 1 0,-1 0 11 16,1-4 7-16,-1 0 4 0,1-4 6 15,0 0-8-15,-1-6-5 0,0-1-6 0,-6-4-14 0,0 0-11 16,0-3-9-16,-6 4 3 0,6-1-4 0,-6 0-5 31,6 4 2-31,-7 0 1 0,0 0 0 0,1 4 2 16,-7 3 2-16,6 4 3 0,1 4 1 15,-7 3 0-15,7 4 4 0,-2 7 1 0,2 4-1 16,6 0-2-16,-6 5-2 0,6-2 10 0,0 0 1 16,6 1-2-16,-6-1 2 0,6 1-1 15,8-3 1-15,-8-2-10 0,7-3-3 0,7 1 1 16,-7-8-3-16,6 0-9 0,-5-4-17 0,5-2-36 16,1-10-68-16,0 2-108 0,-2-9-112 15,-4-2-106-15,5-8-90 0,-5 3-81 0,-2-6-48 16,2-1-28-16,-2-6 43 0,1-2 77 0,1-2 91 15,-2-1 106-15</inkml:trace>
  <inkml:trace contextRef="#ctx0" brushRef="#br0" timeOffset="110147.73">7363 4678 56 0,'0'0'453'0,"0"8"111"0,0-1 106 0,0 7 85 16,0 4-55-16,0 8-60 0,0 0-60 0,0 4-57 15,6-1-64-15,-6 3-74 0,7 1-84 16,-1 4-80-16,0 3-66 0,2 0-51 0,-2 5-45 15,6-5-37-15,2 0-58 0,-1-4-49 0,0-2-91 16,0-9-113-16,-7 1-125 0,8-7-123 16,-2-5-76-16,1-3-92 0,-6-7-86 0,-7-4 7 15,13-4 71-15,0-11 99 0,0 1 103 0</inkml:trace>
  <inkml:trace contextRef="#ctx0" brushRef="#br0" timeOffset="110325.86">7675 4920 491 0,'7'-4'637'0,"-7"1"147"0,0-1 124 0,0 4-49 16,0-4-110-16,0 0-136 0,0 4-127 15,0-3-139-15,0 3-122 0,6-4-107 0,-6 1-104 16,0-2-118-16,0 3-144 0,6-2-141 0,-6 4-129 16,0-4-106-16,0 4-83 0,0 0-69 0,0 0 22 15,0 0 77-15,0 0 96 0,0 15 97 0,8-5 117 16</inkml:trace>
  <inkml:trace contextRef="#ctx0" brushRef="#br0" timeOffset="110482.13">7714 5110 432 0,'0'15'620'0,"0"-7"166"0,7 2 159 15,-7-3 16-15,0-3-29 0,7 0-63 0,-7 0-90 16,6-4-123-16,-6 3-136 0,0-3-139 0,6-3-127 16,1 3-198-16,-7-4-56 0,6-4 0 0,1 5 0 15,-7-1 0-15,0 0-175 0,0 1-349 16,0 3-263-16,0 0-291 0,0 0-154 15,0 0-20-15,-13 3 108 0,6 1 212 0,1 3 247 16</inkml:trace>
  <inkml:trace contextRef="#ctx0" brushRef="#br0" timeOffset="141390.73">8268 4538 303 0,'0'-7'457'0,"0"0"73"0,0 0 83 0,-6-1-42 15,6 1-60-15,-7 0-35 0,1-5-13 0,0 2-22 0,-2 0-43 0,-4-2-51 16,5 4-49-16,0-3-45 0,1 4-48 0,0 3-26 15,-1 0-25-15,1 1-28 0,-1 3-27 0,0 3-17 16,1 5-19-16,-8-1-22 0,8 4-16 16,-6 4-8-16,-2 7-8 15,1-3-7-15,7 3-3 0,-8-5-3 0,8 6-3 16,0-5 2-16,0 1-10 0,-1-4 9 0,0-1-3 16,7-3-4-16,0 0-5 0,0-3-7 15,0-6 4-15,7 6-11 0,-7-4-4 0,7-1-4 16,-1-3-9-16,0 0-12 0,8 0-13 0,-8-3-22 15,7-1-16-15,0 0-21 0,-6 0-7 16,5 2 3-16,2 2 16 0,-8 0 17 0,0 2 19 16,1 6 29-16,0-1 23 0,-1 5 19 0,-6 2 7 0,0 4 9 0,0 0 6 15,-6 5-2-15,6 2 1 16,-7 0-2-16,0 5 4 0,-5-1 4 16,4-3-2-16,2 0 1 0,0-4-1 0,6-4-6 15,-6-3-6-15,6-1-8 0,0-3 0 0,-7-4-5 16,7-2-6-16,7-5 0 0,-1 0 0 0,0-5 4 15,0 2-8-15,2-4-1 0,4-4-3 0,2 3-8 16,-8-3-13-16,7 4-5 0,0 4 2 16,-6-1 2-16,-1 8 7 0,-6-1 0 0,6 8 16 15,-6 4 13-15,0 3 15 0,-6 12 12 0,6-1 15 16,-6 11 30-16,-1 0 13 0,0 1 10 16,1 3 5-16,0-1 3 0,-1-2-10 0,7-4-15 15,-6-5-16-15,6-2-15 0,6-8-10 0,-6-1-8 16,13-2-5-16,-7-8-3 0,8-4-6 15,-2-7-3-15,8-4-3 0,0-6-22 0,-7-1-61 16,7-7-96-16,-1-5-115 0,-6 5-120 0,0-4-129 16,0 0-181-16,-6 4-46 0,-1 0 38 0,0 7 88 0,1-5 106 15,-7 7 120-15</inkml:trace>
  <inkml:trace contextRef="#ctx0" brushRef="#br0" timeOffset="152455.54">8685 4884 82 0,'6'0'355'0,"2"2"52"0,-8-2 44 0,6 0-31 0,-6 0-80 0,6-2-58 0,-6 2-39 0,0-4-25 0,0 0-22 32,0-4-22-32,7 1-25 0,-7 1-19 15,6-6-21-15,-6 5-7 0,7-5-7 0,-7 5-3 16,7-3 1-16,-7 2 5 0,0 1 10 0,6-5 7 16,-6 5 5-16,6 0 10 0,-6 4 13 0,7-1 12 15,-7 0 13-15,0 4 0 0,0 0 22 0,0 4 14 16,0 0 8-16,-7 10 7 0,7 1-5 0,-6 2 4 15,0 6-22-15,-8 0-22 0,8 6-19 16,-1-4-24-16,-5 8-21 0,4-4-23 0,-4 4-19 16,6-3-15-16,-8-1-17 0,8 0-13 0,-1-7-10 15,1 0-2-15,-1-4-11 0,0-2-16 16,7-2-30-16,-6-7-54 0,6 1-84 0,-6-6-122 16,6-2-136-16,0-2-115 0,0-6-89 0,0-4-52 15,6-2-1-15,0-1 26 0,-6-2 41 16,7-2 16-16,0 4 57 0,-7-6 71 0,6 2 68 15,1 1 84-15</inkml:trace>
  <inkml:trace contextRef="#ctx0" brushRef="#br0" timeOffset="152656.04">8744 4740 31 0,'0'-10'365'0,"0"-2"67"16,6 5 60-16,-6 3 8 0,0 0-69 0,0 1-59 15,0 3-43-15,-6 3-28 0,6 5-21 0,0 6-19 16,0 1-20-16,6 0-21 0,-6 7-23 15,7 4-27-15,-7-1-32 0,7 8-32 0,-1-3-27 16,0 3-30-16,1-4-24 0,0 4-14 0,6-4-25 16,-7 0-51-16,0-7-69 0,2 0-77 0,-2-3-84 15,0-1-86-15,-6-7-67 0,6-4-49 16,-6-7-71-16,0 0-22 0,0 0 32 0,0 0 58 16,-6-7 69-16</inkml:trace>
  <inkml:trace contextRef="#ctx0" brushRef="#br0" timeOffset="152845.63">8608 5004 261 0,'-14'0'462'0,"8"0"78"16,-1 0 66-16,0 0-54 0,7 0-92 0,0 3-76 15,0-3-73-15,0 0-64 0,7 0-58 16,0 0-48-16,5 0-49 0,2-3-41 0,5-1-23 16,1 1-27-16,0-5-54 0,-2 5-80 0,2-5-89 15,0 5-90-15,-1-5-98 16,1 1-122-16,-7 4-73 0,7-1 7 0,-8 0 54 0,2 0 74 0,5-3 87 15</inkml:trace>
  <inkml:trace contextRef="#ctx0" brushRef="#br0" timeOffset="153064.97">9037 4734 330 0,'7'-12'400'0,"-7"5"57"0,0-1 16 15,0 1-55 1,6 3-42-16,-6 4-16 0,0 0 4 0,0 7-1 15,-6 1 2-15,-1-1-20 0,7 9-23 0,-7-2-37 0,1 8-49 0,0 0-45 16,-1 3-52-16,-6 4-39 16,0 1-40-16,0-1-24 0,6 0-25 15,-5 1-51-15,-2-1-77 0,1-4-92 0,7 1-99 0,0-4-104 16,-2-3-88-16,8-5-53 0,0-6-44 16,0-8-53-16,0 0 26 0,0 0 63 0,0 0 77 15,0-8 77-15</inkml:trace>
  <inkml:trace contextRef="#ctx0" brushRef="#br0" timeOffset="153274.39">9037 4751 260 0,'7'-8'419'0,"-1"5"72"0,-6 3 64 16,6 3-47-16,-6 9-56 0,8-1-46 0,-8 3-28 16,6 5-35-16,0 3-51 0,1 3-51 0,-1 1-54 15,1 3-51-15,6 4-45 16,-7 0-35-16,8 0-27 0,-8-4-45 15,7 1-53-15,-6-1-67 0,-1-7-79 0,0 1-87 0,1-6-80 0,-1-2-58 16,1-4-62-16,-7-11-76 0,0 0-2 0,0 0 42 16,0 0 62-1,0 0 68-15</inkml:trace>
  <inkml:trace contextRef="#ctx0" brushRef="#br0" timeOffset="153412.32">8972 5026 382 0,'-7'-4'483'0,"1"0"72"0,0 4 47 0,-1 0-85 15,7-3-93-15,0 3-84 16,0 0-71-16,7-3-61 0,-1 3-59 16,7-5-52-16,0 2-40 0,0-4-44 0,7 3-62 0,-1 4-81 0,0-4-91 0,-5 4-98 15,5 4-142-15,1 0-128 0,0-1-28 16,-1 1 31-16,-6 4 65 0,13-2 85 0</inkml:trace>
  <inkml:trace contextRef="#ctx0" brushRef="#br0" timeOffset="153601.76">9552 5049 192 0,'0'0'504'16,"7"2"120"-1,-7-2 113-15,0 4 44 0,0 4-69 0,-7-1-90 16,7 1-102-16,-7 2-103 0,1 5-102 0,-1-4-106 16,1 3-86-16,0 5-89 0,-2-1-109 15,2-4-138-15,0 6-146 0,0-6-138 0,-1 1-129 16,0-5-146-16,1 1-42 0,6-11 58 0,0 0 100 15,0 0 115-15,0 0 121 0</inkml:trace>
  <inkml:trace contextRef="#ctx0" brushRef="#br0" timeOffset="153828.31">9695 4688 187 0,'7'-2'464'0,"-7"-2"100"0,0 4 105 0,-7 4 18 0,1 3-64 16,-1 3-63-16,1 5-63 0,0 3-73 0,-2 1-79 16,2 3-73-16,0 4-87 0,-8-1-75 15,8 4-46-15,-7 5-36 0,0-5-56 0,6 4-77 16,-5-4-71-16,5 1-77 0,0-8-91 0,1 3-78 16,6-6-49-16,0-5-19 0,-6-3 9 0,6-4 9 15,0-3-12-15,0-4-5 0,0 0 31 0,6-11 46 16,-6 0 51-16</inkml:trace>
  <inkml:trace contextRef="#ctx0" brushRef="#br0" timeOffset="154018.32">9650 4722 338 0,'6'-7'430'0,"0"3"77"0,2 8 48 0,-2-1-60 16,0 4-45-16,1 8-31 0,-1 4-31 15,-6 6-32-15,7-2-48 0,0 6-36 0,-1-4-54 0,6 8-51 16,-4 1-43-16,-2 2-43 0,7 0-31 0,-6 1-43 15,6-4-57-15,-7 0-77 0,7-8-90 16,-6-3-99-16,-1-2-87 0,0-6-76 0,1-3-60 16,-7-11-67-16,0 0-12 0,0 0 47 15,0 0 62-15,0 0 76 0</inkml:trace>
  <inkml:trace contextRef="#ctx0" brushRef="#br0" timeOffset="154171.98">9611 5022 278 0,'0'-4'464'15,"-7"4"66"-15,7-3 51 16,0 3-76-16,0-3-109 0,7 3-98 0,-1-5-80 16,1 2-63-16,5-1-49 0,2 1-37 0,6-1-34 0,-1-3-40 15,1-1-48-15,-2 5-54 16,2-1-56-16,0-3-57 0,-1 3-67 0,1 1-22 0,0-1-19 0,6 0-10 16,-7 0-28-16,1-3-17 0,-1 3 27 15,1-6 20-15,0-1 49 0</inkml:trace>
  <inkml:trace contextRef="#ctx0" brushRef="#br0" timeOffset="154486.46">10047 4809 194 0,'6'-6'355'16,"-6"-2"64"-16,7 5 27 0,-7-5 9 0,-7 4-2 16,7 1 6-16,0 6 21 0,-6 1 12 0,6 4 1 15,-6 3-13-15,6-1-31 0,-6 9-42 16,6-1-54-16,-8 4-51 0,8 0-45 0,-6 4-47 16,6-1-41-16,0 1-33 0,0 3-36 0,6-3-29 15,2-1-25-15,-2-2-20 0,6-2-14 0,2-6-12 16,-8 0-1-16,7-4 1 15,1-4-2-15,4-3 1 0,-4-4-4 16,5-4 0-16,-5-3 0 0,-2-4-8 0,2-4-10 16,-8 0-10-16,7-2-5 0,-6 2-4 0,-1-4 3 15,-6 9 2-15,0-6 12 0,0 5 13 0,0 1 8 16,0 6 11-16,-6-3-1 0,-1 7 1 16,0 0-1-16,-5 7-6 0,-2-3-14 0,2 6-39 15,-2-2-60-15,1 3-70 0,-7 4-105 0,8-5-115 16,-2-2-102-16,2-1-79 0,-1-3-37 0,-7 0-10 15,8-4 3-15,-8-4 1 0,6-3 17 16,1-1 58-16,7-3 71 0,-7 1 67 0</inkml:trace>
  <inkml:trace contextRef="#ctx0" brushRef="#br0" timeOffset="154646.29">9950 4813 280 0,'6'-6'418'0,"7"-6"62"0,-6 5 44 0,5-4-68 15,-5 4-83-15,6-4-70 16,0 3-66-16,1 0-56 0,4-1-56 15,-4 0-42-15,5-1-40 0,1 2-31 0,6 1-47 16,-7 3-61-16,1 1-73 0,0 3-84 0,-8 3-120 16,8 4-130-16,-7 5-34 0,7-2 17 0,-8 5 48 15,15 0 65-15</inkml:trace>
  <inkml:trace contextRef="#ctx0" brushRef="#br0" timeOffset="154800.54">10575 5034 176 0,'0'3'425'0,"0"4"75"0,0-2 69 16,0 1-30-16,0 2-77 0,0-1-85 0,-7 3-71 16,7 2-69-16,0-1-67 0,-6 3-58 15,6 5-75-15,-6-1-71 0,6-2-86 0,-8 5-84 16,2-6-91-16,6 3-111 16,-6 0-138-16,-1-6-41 0,1-2 22 0,-1-3 57 15,7-7 76-15</inkml:trace>
  <inkml:trace contextRef="#ctx0" brushRef="#br0" timeOffset="155556.79">11077 4688 132 0,'6'-6'411'0,"0"-2"91"0,-6 5 96 15,0-1 32 1,0 4-8-16,0-4 11 0,0 4 14 0,0 4 5 16,0-4-19-16,-6 11-48 0,6-1-71 0,-6 2-85 15,-1 6-86-15,-6 7-78 0,7 2-62 0,-1 2-54 0,-6 8-38 0,6-1-25 0,-5 1-40 31,12 7-46-31,-7-4 0 0,7 1 0 0,0-1 0 16,7-4 0-16,-1-3 0 0,0 0 0 16,8-3 0-16,-1-8 0 0,-1-8 0 0,8 1 0 15,0-4 0-15,-1-8 0 0,1-6 0 0,0-5 0 16,-1-3 0-16,-6-7 0 0,6 0 0 0,-12-4 0 16,6-4 0-16,-7 0 0 0,-6 4 0 15,0-3-73-15,0 3-5 0,0 3 4 0,-6 2 22 16,0 1 12-16,-1 5 7 0,-6 4 5 0,0 4-11 15,0-1-11-15,0 8-21 0,-7-1-34 0,1 4-38 16,-7 1-61-16,6-1-54 0,-6 5-66 0,7-5-47 16,-1-4-37-16,0 2-24 0,1-5-5 0,-1 0 5 15,8-5 16-15,-2-5 10 0,8 2 24 16,-7-6 30-16,13-1 34 0,0-4 48 0,0 5 49 16,0-5 48-16,7 2 48 0,-1-2 40 0,6 1 34 15,-4-1 23-15,4 2 21 0,1 1 18 0,7-2 16 16,-7 4 13-16,6-1 7 0,-5 3 5 15,5-2 4-15,1 3 1 0,-8 4-9 0,8-5-6 16,0 6-6-16,5-6-6 0,-5 5-8 16,0-1-7-16,6 5-2 0,-7-4 4 0,1 2 12 15,0 3 24-15,-7 2 27 0,7 0 32 0,-8 0 43 16,1 2 42-16,0 3 37 0,-6 2 33 16,-1 0 22-16,1 4 17 0,0 1 15 0,-1-2 4 0,0 5-6 15,1 0-11-15,-7 3-1 0,0 3-20 16,0 2-31-16,0 2-34 0,0 2-31 0,-7 2-40 15,1 0-43-15,0 0-31 0,6 4-27 16,-7-3-27-16,0 2-33 0,1-3-48 0,6-3-58 16,-7-4-75-16,1 0-83 0,6-3-72 0,0-4-64 15,-7-5-48-15,7-6-33 0,-6-1-2 0,6-3 14 16,0-7 17-16,6-3 13 0,-6-2 6 16,7-3-15-16,-7-3 1 0,0 0 25 0,0-4 39 15,0 0 60-15</inkml:trace>
  <inkml:trace contextRef="#ctx0" brushRef="#br0" timeOffset="155767.09">11377 4788 110 0,'0'-11'385'0,"6"4"66"0,-6 0 63 0,6 3-14 0,-6 4-64 0,7 0-42 0,-7 0-31 0,7 7-20 16,-1 0-5-16,-6 4-15 0,6 0-13 16,1 3-13-16,-1 5-12 0,1-1-2 0,0 4-20 15,5 4-17-15,2 0-26 0,-8-1-35 0,7 1-34 16,-6 3-39-16,-1 0-40 0,1 1-29 0,-1-4-22 15,0-4-24-15,2-1-39 0,-2-2-56 16,-6-1-78-16,6-4-100 0,0 2-117 16,-6-10-109-16,0-6-85 0,0 5-62 0,0-10-61 15,0 5-44-15,0-2 46 0,-12-6 80 0,6 1 97 16,-2-5 101-16</inkml:trace>
  <inkml:trace contextRef="#ctx0" brushRef="#br0" timeOffset="155941.2">11285 5066 105 0,'-6'0'478'0,"-1"0"115"0,7 0 140 0,0 0 60 16,7 0-56-16,-7-3-76 0,13 3-82 0,-1-4-83 16,2 0-126-16,-1-2-88 0,6-2-94 15,-6 1-80-15,1 2-61 0,5 2-80 0,-6-1-115 16,-7 0-146-16,7 1-141 0,-6 0-136 0,0-2-148 16,-7 5-132-16,0 0 5 0,0 0 85 15,-14 0 111-15,1 5 122 0</inkml:trace>
  <inkml:trace contextRef="#ctx0" brushRef="#br0" timeOffset="156511.88">9409 5293 75 0,'0'-7'405'0,"6"4"86"0,-6-1 83 0,6-1 36 0,-6 5-62 0,-6 0-62 0,6 0-60 0,0 9-58 31,-6-1-68-31,6 1-70 0,0 3-78 0,-7 3-58 0,7 3-38 0,-6 0-34 0,-1 4-44 31,-6 4-72-31,7-1-78 0,-1 1-95 0,-6-4-90 16,7 0-86-16,-1-3-99 0,-6-5-88 0,6-3 3 16,7-4 52-16,0-7 68 0,0 0 83 15</inkml:trace>
  <inkml:trace contextRef="#ctx0" brushRef="#br0" timeOffset="157179.4">11872 5154 367 0,'13'4'471'0,"-7"3"107"0,1-2 95 0,-1 4 10 0,0 3 8 16,2-2 19-16,-8 5-2 0,0 0-42 0,0 8-82 15,0-6-112-15,0 3-109 0,-8-3-113 0,8 2-93 16,0-1-66 0,-6-4-50-16,6 5-52 0,-6-5-73 0,-1 1-100 15,7-4-132-15,-6-4-165 0,6 1-150 0,0-5-119 0,0-3-88 0,0 0-81 16,0 0 25 0,6-7 105-16,1-4 128 0,-1-3 130 0,8-1 134 15</inkml:trace>
  <inkml:trace contextRef="#ctx0" brushRef="#br0" timeOffset="157531.26">12243 4886 395 0,'0'-14'570'0,"-7"3"148"16,7 0 158-16,0 0 11 0,0 8-26 0,-6-5-42 0,0 8-65 0,-1 8-83 0,0-1-112 16,1 7-112-16,-7 5-99 0,0-1-82 15,0 8-246-15,0 7-20 16,6 0 0-16,-5 3 0 0,-2 5 0 15,8 3 0-15,6-1 0 0,-7 2 0 0,7-5 0 0,7-1 0 0,-1-5 0 0,8-1 0 16,-8-8 0-16,14-2 0 0,-8-5 0 16,8-7 0-16,-1-4 0 15,1-3 0-15,0-4 0 0,-1-8 0 0,1 1 0 16,-8-7 0-16,2-5 0 0,-1 1 0 0,0-4 0 0,-6 1 0 0,-7-2 0 16,6 0 0-1,-6 6 0-15,-6 2 0 0,6-3 0 0,-7 7 0 16,0 4 0-16,1 2 0 0,-1 3 0 0,1 2 0 15,-8 2 0-15,2 3 0 0,-2-2-64 0,2 4-161 0,-8 1-83 0,7-4-100 16,0 3-99 0,0-4-82-16,-7 1-74 0,7-4-38 0,1-4 5 15,-2-3 41-15,2 0 39 0,4-4 34 0,-4-3 23 16,-1-6 49-16,-1 3 62 0,8-2 64 16</inkml:trace>
  <inkml:trace contextRef="#ctx0" brushRef="#br0" timeOffset="157982.23">12060 5012 134 0,'8'-15'361'16,"-8"-4"70"-16,6 8 53 0,-6-3-10 15,6 3-49-15,-6-1-32 0,6 2-20 0,8 3-28 16,-8 3-36-16,7-4-52 0,1 5-47 0,5-1-56 0,-6-4-53 0,6 6-38 16,7 2-31-16,-6 0-11 0,0 0-14 0,5 2-9 15,-5-2-6-15,0 5 0 0,-1-2-1 0,1 1-10 16,0-1-14-16,-1 1-9 0,1 4-3 0,-8-5-35 16,8 1-21-1,-7 0-3-15,0-4 11 0,0 4 26 0,-7-4 3 16,1 0 45-16,0 0 53 0,-1 0 46 0,0 0 54 15,2 0 40-15,-8 0 76 0,0 0 61 0,0 2 35 0,0 6 32 0,-8 3 6 16,8 0-7 0,-6 7-28-16,0 4-34 0,6 0-28 0,-7 7-42 15,0 0-34-15,1 8-31 0,6 0-32 0,-6 0-40 0,6 0-108 0,0-1 0 16,6 0 0-16,-6-7 0 0,6 1 0 16,8-4 0-16,-8-4 0 15,8-4 0-15,-2-2 0 0,1-7 0 0,7-5 0 16,0-4 0-16,-8-4 0 0,8-5 0 15,-1-3 0-15,-5-3 0 0,5-7 0 0,-12 5 0 16,6-6 0-16,-7-2 0 0,1 2 0 0,-7 2 0 16,6-2 0-16,-6 5 0 0,-6 0 0 0,6 7 0 15,-7 4 0-15,-6 0 0 0,7 7 0 0,-8 2 0 16,2 10 0-16,-2-1 0 0,-5 7 0 0,-1-3 0 16,8 2 0-16,-8 2-23 0,0-4-106 15,7-1-72-15,-7 1-107 0,8-7-127 0,-2-1-123 16,2 0-107-16,-1-7-72 0,6 0-37 0,0-3-21 15,7-4-26-15,-6-5 56 0,0-5 97 0,6-3 102 16,-7-1 98-16</inkml:trace>
  <inkml:trace contextRef="#ctx0" brushRef="#br0" timeOffset="158166.26">12399 4957 487 0,'7'-8'665'0,"-7"8"180"0,7 0 165 0,-1 0-8 0,7 4-68 0,-6 3-100 0,12-3-112 16,-6-1-143-16,6 5-136 0,1-5-119 15,6 1-95-15,-6 0-112 0,5-4-117 0,2 0 0 16,-7 0 0-16,-1 0 0 0,0 0 0 0,1 0 0 16,-7 0 0-16,-6 0-226 0,-1 0-259 0,1 0-234 15,-7-4-196-15,0 4-221 0,0 0-54 0,0 0 67 16,0 0 165-16,-7 4 214 0,1 3 199 16</inkml:trace>
  <inkml:trace contextRef="#ctx0" brushRef="#br0" timeOffset="159554.32">12784 4195 360 0,'0'3'424'0,"0"1"52"0,0-8 9 0,-7 4-83 0,7-3-73 16,0-1-57 0,0 0-50-16,0-3-45 0,7 0-34 15,-7-4-40-15,6-1-40 0,8-1-23 0,-2 1-12 0,2 1-10 0,-2 0-7 16,8 3-1-16,-7 1 2 15,7 4-4-15,-8-1 9 0,8 4 23 0,-7 4 27 0,1 3 26 0,-2 1 30 16,-6 6 28-16,8 1 16 16,-8 6 10-16,1 4 2 0,-1 2 4 15,1 2-3-15,-7 0-9 0,7 4-4 0,-7-1-20 16,6 2-24-16,-6 3-24 0,0-8-25 0,6 4-18 16,0-8-22-16,2-2-14 0,-2-1-5 0,0-4-7 15,8-7-2-15,-1-1-6 0,-1 2 0 16,8-5 1-16,-6 0-1 0,-2-7 1 0,8 0 3 15,-7-3 3-15,-1-5-1 0,2 1 2 0,-1-3-2 16,-6-2 0-16,-1 5-1 0,1-1-1 0,-1 1 8 0,-6 0 8 0,0 0 10 16,0 7 15-16,-6 0 4 15,-1 4 2-15,7 6-1 0,-6 5-2 16,-8 4-7-16,8 6-13 0,0 8-4 16,-2 1-8-16,8 5-4 0,0 5-6 0,8 4-6 0,-2 0 0 0,0 2-1 15,8-2 7-15,5-4-1 16,-6 4 0-16,0-8 0 0,7 1-7 0,-7-5 2 15,-7-7 2-15,7 0 2 0,-6-6 11 0,-1-5 21 16,0 0 20-16,-6-4 5 0,-6-2-5 16,0-5-2-16,-7-3-11 0,0-1-29 0,-7-3-55 15,1 0-95-15,-1 0-138 0,-6 0-181 0,-1 0-175 16,2 0-211-16,-1-3-124 0,0 3 2 0,6 3 88 16,-6 1 156-16,7 0 161 0</inkml:trace>
  <inkml:trace contextRef="#ctx0" brushRef="#br0" timeOffset="186482.28">4560 6264 159 0,'7'-22'388'0,"-7"0"66"0,0 7 67 0,0 1-18 0,-7-1-57 0,7 8-38 16,0-1-40-16,0 4-45 0,0 4-41 0,0 4-54 15,0 7-46-15,7 8-47 0,-7 3-26 0,7 7-9 16,-1 4-22-16,7 4-21 0,-6 4-17 0,6-2-7 16,-1 9-10-16,2-7-13 0,-1 2-2 0,0-2-3 15,0-4-23-15,0-1-60 0,0-4-73 16,-7-2-83-16,1-5-90 0,0-5-85 0,-1-6-57 15,-6 1-51-15,0-8-56 0,0-7 8 0,0 0 46 16,-13-4 66-16,0 1 65 0</inkml:trace>
  <inkml:trace contextRef="#ctx0" brushRef="#br0" timeOffset="186813.5">4574 6700 266 0,'-20'-15'331'0,"8"5"39"16,-2-1-17-16,1 0-67 0,0-1-62 0,6 5-48 16,1-3-38-16,6-2-33 0,0 4-34 0,0-1-28 15,6-3-22-15,1 1-7 0,6 0-7 0,6-4-6 16,-5 1 1-16,5-1 3 15,7 1-3-15,-6-1-2 0,0 1 0 0,-1 2 2 16,1-3-1-16,-1 8 1 0,-6-5 10 0,0 6 24 0,-6 2 34 16,6 4 43-16,-7 4 35 0,0 2 29 15,-6 11 17-15,7-3 0 0,0 3-17 0,-7 6-26 16,6-2-27-16,0-2-32 0,2 3-23 16,-2 0-24-16,0-3-17 0,1-5-18 0,6 1-7 15,-7-5-3-15,7 2-2 0,-7-9-1 0,8 1 3 16,-1-8 4-16,-6-3-1 0,6-4 0 0,-7-3 4 15,0-1-4-15,1-4-1 0,0 1 5 16,-7 0-6-16,0-4-1 0,0 3-1 0,-7 1 1 16,0-1-3-16,-5 5-18 0,5 3-22 0,-6 0-37 15,0 4-45-15,-1 2-48 0,2 5-49 16,-1 0-45-16,0 5-37 0,0 2-26 0,-1-2-67 16,2 1-62-16,-2-3-7 0,8 2 24 0,6-5 48 15,0 0 56-15</inkml:trace>
  <inkml:trace contextRef="#ctx0" brushRef="#br0" timeOffset="187380.33">4932 6166 25 0,'13'-16'331'15,"-6"6"45"-15,6 2 31 0,-7 4-16 16,1 8-92-16,-1 0-74 0,8 7-49 16,-8 3-35-16,0 5-26 0,7 4-34 0,-6 2-27 15,6 0-17-15,-7 4-12 0,8 5-20 0,-8-5 1 0,7 0 0 16,-6 5-13-16,-1-5-28 0,0-4-28 0,1-3-24 15,-1-3-38-15,-6-5-36 0,0-3-19 16,0-4-6-16,0-3-4 0,0-4 2 16,-6 0 8-16,-7 0 17 0,7-7 22 0,-8-1 42 0,8-3 67 15,-7 1 63-15,0-2 49 0,6-5 33 0,1 2 21 16,6 1 5-16,-7-3-24 0,7 7-20 16,0-5-11-16,7 4-7 0,-1 1-8 0,7 2-12 15,-6-3-10-15,6 3-8 0,7 2-10 0,-1-2-10 16,1 1-9-16,6-1-2 0,0 6-4 0,-7-6-3 15,7-1-1-15,0 6 2 0,-6 0 0 0,-1-5-1 16,-5 5 0-16,-2-5 3 0,2 8 8 16,-8-4 9-16,1 1 10 15,-7-1 9-15,0 4 9 0,0 0 7 0,-7 0-4 16,1 4-5-16,-8 3 0 0,8 1-1 0,-8-1-2 0,2 8 2 16,-1-1 1-16,0 9 2 15,6-5-4-15,-5 4-3 0,4 0-4 0,2 0-4 0,0-1-4 0,6-1-8 16,0-6-3-16,0 1-7 0,6-5-5 15,8-3-4-15,-2 1-3 0,-5-4-10 0,6-4 6 16,6-4 3-16,-5-4 2 0,-2-2 0 0,2-9 0 16,-1 4 9-16,-1-7-6 15,2 5-4-15,-2-6-3 0,-4 5-2 0,4 0 0 0,-5 0 2 0,-7 3-2 16,6 4 2-16,1 1 3 0,-7 5-1 0,7 2-2 16,-1 3 2-16,0 8 1 0,-6-2 4 15,6 9-1-15,-6 0 0 0,8 3 0 0,-2 3-2 16,0-2-7-16,1 3-29 0,0-8-35 0,-1 6-41 15,-6-10-45-15,7 5-48 0,-1-11-66 0,-6-4-75 16,0 0-46 0,0 0-1-16,0 0 22 0,0-8 35 0</inkml:trace>
  <inkml:trace contextRef="#ctx0" brushRef="#br0" timeOffset="187552.7">5538 6067 74 0,'7'-19'351'0,"-1"5"48"0,1 2 44 0,-7 5-13 0,6 7-78 0,1 7-65 15,-7 5-46-15,6 2-34 16,-6 5-37-16,13 6-50 0,-7 4-41 0,2 4-28 0,-2 4-21 16,0-4-15-16,1 4-7 15,-1-1-19-15,1 1-41 0,-1-4-56 0,1-4-72 16,-1-3-88-16,1-3-148 0,0-2-82 16,-1-6-13-16,0-5 28 0,1-2 57 0</inkml:trace>
  <inkml:trace contextRef="#ctx0" brushRef="#br0" timeOffset="189002.32">6267 6063 120 0,'8'-11'349'0,"-8"4"49"0,6 3 42 0,0-1-51 0,-6 5-58 0,7 5-34 15,-7 2-16-15,0 4-6 0,7 7-14 0,-1 4-19 16,-6 4-36-16,7 6-32 0,-1 6-40 0,-6 1-39 16,6 9-28-16,1-4-22 0,0 0-15 0,-1 4-12 15,0 0-9-15,1-4-10 0,0-5-36 16,6 2-55-16,-7-7-62 0,1-5-63 0,-1 0-62 15,1-7-52-15,-7-4-18 0,6-3 2 0,-6-7-3 16,6-5-3-16,-6-3 4 0,0 0 11 0,0 0 7 16,-6-8 27-16,0-3 55 0</inkml:trace>
  <inkml:trace contextRef="#ctx0" brushRef="#br0" timeOffset="189158.03">6372 6670 45 0,'-6'-17'249'0,"-1"2"52"16,-6-3 28-16,7 0 0 0,-1 3-22 16,0 0-38-16,7 1-23 0,-6-1-13 0,6 4-11 15,0-4-18-15,0 4-24 0,6-4-29 0,1 0-32 16,0 1-33-16,5-3-26 0,2-3-23 0,5 3-15 15,1-2-16-15,0 0-5 0,-1 2-3 16,0 2-10-16,-6 1-31 0,1-3-47 0,-2 7-52 16,2 0-59-16,-8-2-60 0,0 5-76 0,-6 0-88 15,0 7-38-15,0 0 11 0,0-8 38 0,-6 1 48 16</inkml:trace>
  <inkml:trace contextRef="#ctx0" brushRef="#br0" timeOffset="189308.95">6444 6287 76 0,'-7'10'350'16,"1"0"52"-16,6 7 46 0,0-7-27 0,-6 5-77 15,6-1-66-15,6 1-49 0,-6-1-42 0,6 2-38 16,1-2-40-16,-1 1-40 0,7-1-27 0,-6 1-18 16,6-5-11-1,-6 5-10-15,5-7-29 0,2 3-42 0,-2-8-50 0,-5 4-54 0,6-7-54 16,-6 0-61-16,-1 0-58 0,-6 0-68 0,0-7-6 16,0-3 22-16,6-2 38 0,-6-3 56 0</inkml:trace>
  <inkml:trace contextRef="#ctx0" brushRef="#br0" timeOffset="189827.35">6561 6293 355 0,'0'0'419'0,"0"0"54"16,6 0 15-16,-6 8-83 0,0-2-80 0,0 6-66 0,8-1-58 0,-2 4-49 15,0 0-47 1,0-5-37-16,8 5-29 0,-1-4-16 0,-1 1-7 0,8-2-6 0,-6-3-3 16,-2 1-7-1,1-1 0-15,1-7 2 0,-2 0 3 0,2 0 1 0,-8-7-3 0,0-1 3 0,1 1-3 16,0-8-5-16,-1 1-1 0,-6-1-3 0,7-4-1 15,-7 5-4-15,-7-3 0 0,7-3 7 0,-6 6 0 16,-1-5-3-16,0 9 1 0,-5-2 7 16,4 9 0-16,2-1 1 0,0 8-3 0,-7-1 17 15,6 9-6 1,1 2 1-16,-1 4 0 0,1 1-2 0,0 3-2 0,6-1-5 0,-8 6 2 0,16-6-1 31,-8 4 0-31,6-2-1 0,0 0-1 0,1-6-2 16,6 2 2-16,0-5 1 0,-1 1-2 15,8-8-8-15,-6 1-18 0,-1-4-30 0,7-1-37 0,-8-6-42 0,2-6-36 0,-2-1-30 0,1-1-14 16,1-7-3-16,-2-1 9 0,-6-2 8 16,2-4 2-1,-8 2-1-15,6-3 6 0,-6 0 18 0,6 1 26 16,-6-1 48-16,0 0 87 0,0 4 88 16,7 4 61-16,-7-1 41 0,0 5 24 0,7 3 7 15,-1 7-18-15,-6 2-24 0,7 4-9 0,-1 10-10 16,0-1-9-16,1 7-6 0,0 0-20 0,5 8-18 15,2 0-13-15,-1 3-11 0,-7 0-11 16,7 0-12-16,0 5-10 0,1-1-9 0,-2 0-9 16,-5-4-6-16,6 4-3 0,-7-1-3 0,-6-2-1 15,0-4-2-15,0 0-2 0,0-5-16 0,-6-3-25 16,-1-3-27-16,1-3-38 0,-13-3-39 16,5-4-44-16,-5-5-38 0,-1-5-69 0,-6-1-92 15,0-2-27-15,0-7 6 0,-1-2 26 0,2-6 45 16</inkml:trace>
  <inkml:trace contextRef="#ctx0" brushRef="#br0" timeOffset="190227.94">6808 6184 217 0,'20'-18'343'0,"0"-1"29"0,-1 4 3 0,1 1-100 0,6 3-96 0,0 3-64 0,0 1-39 16,0 3-29-16,-6 0-21 0,6 4-12 0,0 4-8 15,-7 0-3-15,7 3-11 0,-6 1-7 0,-1-4-10 16,1 3-3-16,-6 0-2 0,-2 4 3 15,1-7 5-15,-6 3 8 0,6-4 9 0,-7 4 5 16,-6-7 6-16,6 4 4 0,-6-4 9 0,0-4 8 16,-6 4 12-16,6 0 12 0,-6 0 16 15,-1 0 9-15,1 4 4 0,-1 1 2 16,0 1-2-16,-5 6-6 0,6-1-5 0,-8 7 0 16,1 1 2-16,6 2 6 0,1-3 2 0,-1 4 6 0,1 1-5 15,6-5-12-15,-6 1-10 0,6-5-14 0,0 1-13 16,0-5-11-16,6-3-10 0,-6 2 0 0,6-6-2 15,1-3 3-15,-1-3-2 16,1-6-2-16,0 2-1 0,-1-7-1 0,8-1 0 0,-8 1-4 0,6-5 0 16,-5 5-1-16,0-5 3 0,-1 4-1 15,1 4-5-15,-7 1-1 0,6 2-2 0,0 4 0 16,2 4-1-16,-2 4 6 0,-6 4 1 0,0 2 0 16,0 6 3-16,0-2-8 0,6 4-33 0,-6 1-47 15,7-2-68-15,-7 2-45 0,7-4-50 0,-7-5-62 16,6 2-65-1,0-1-54-15,-6-5 13 0,0-6 18 0,0 0 37 0</inkml:trace>
  <inkml:trace contextRef="#ctx0" brushRef="#br0" timeOffset="190682.1">7467 6198 180 0,'6'-12'389'0,"-6"2"66"0,-6 3 47 16,6 4-40-16,-6 3-69 0,-1 3-59 0,0 0-53 31,1 9-43-31,-1-1-39 0,1 7-37 0,-1 3-25 15,0 2-29-15,1 2-17 0,0 0-19 0,6-2-19 0,0 2-12 0,-6-2-15 0,6-5-9 32,6-3-24-32,-6-1 3 0,6-2-3 0,0-4-1 15,1-2 3-15,0-6 5 0,6-6 19 0,-7 1-3 0,8-10-4 0,-2-2-1 0,2-6-1 32,-8 1-7-32,7-7-2 0,-7-1-5 0,1-3 3 15,-7 4 1-15,7-4 0 0,-7 0 0 0,0 4 1 16,-7-5 3-16,0 9-2 0,1 4 0 15,-1-1 2-15,1 7 0 0,-8 0-5 0,8 7-3 0,-6 5-4 0,-2 3 0 0,8 7 2 0,-7 4-2 16,6 3-3-16,0 5 4 0,1 0 3 16,6 3-3-1,0-5-7-15,0 2 7 0,0-1 6 0,6-2-3 0,1-2 5 0,0 1-1 0,-1-5 5 16,7-2-4-16,1-1 1 0,-2-7 2 0,2 0-8 16,-2-3-1-16,8-1 6 0,-7 0-1 0,7-2-5 31,-8 1 2-31,2 2 5 0,-1-1 2 0,-1 4-9 15,-5 4 8-15,0-1 7 0,-1 4 2 16,8 5-5-16,-14 5 3 0,6 6 2 0,0 2-3 0,-6 0-2 0,7 2-5 0,-7-1-2 16,0-1-3-16,0 4 1 0,6-3-14 0,-6-4-41 31,0-3-51-31,0-1-61 0,0-4-62 0,0-3-65 16,0-3-58-16,0-5-54 0,0-3-72 0,0 0-24 15,-6-7 17-15,-1-4 43 0,7-3 55 0</inkml:trace>
  <inkml:trace contextRef="#ctx0" brushRef="#br0" timeOffset="190829.57">7643 6184 354 0,'0'-18'504'0,"0"6"93"0,0 1 63 0,0 0-88 0,0 4-114 0,0 0-115 0,0 2-98 16,6 3-104-16,-6-2-63 0,7 4-60 0,-1 0-70 16,1 4-74-16,-1-2-74 0,1 6-56 0,-1 3-68 15,8-3-40-15,5 2-29 0,-6-3-17 16,0 5-17-16,7-1 10 0,-8 0 31 0,8-4 40 15</inkml:trace>
  <inkml:trace contextRef="#ctx0" brushRef="#br0" timeOffset="191466.29">8008 6224 72 0,'6'0'323'0,"-6"0"54"0,6-4 37 0,-6 1 6 16,-6-1-32-16,6 0-40 0,0 0 4 0,-6 2 8 16,0 2-8-16,-2 0-38 0,2 2-38 0,-7 2-24 15,7 7-53-15,-8 1-56 0,2 2-38 0,-2 4-47 16,2 0-17-16,-2 4-17 0,1 0-10 15,7 5-6-15,0-6-5 0,-1 4 9 0,0-6-7 16,1 3-5-16,6-8-3 0,0 2-2 0,0-10-2 16,0 2-3-16,6-1-3 0,1-7 6 0,0 0 1 15,5-3 3-15,-5-4 1 0,6-4 3 0,0-5-3 16,-7-1-17-16,8-6-20 0,-8 1-21 0,7 4-13 16,-6-3-12-16,-1-2-1 0,1 9 16 15,-7-5 14-15,6 9 16 0,0-2 16 0,-6 5 9 16,8 7 8-16,-2 0-3 0,-6 3 3 0,6 8-13 15,-6 0 9-15,6 0 3 16,-6 9-7-16,7-3-13 0,-7 2-28 0,0-1-30 0,7-4-55 16,-7 2-52-16,0-2-42 0,0-3-31 0,6 1-12 15,-6-6 1-15,0-3 12 0,0 2 8 0,7-5-1 16,-7-5-9-16,6-4-3 0,-6 1 3 0,0-4 10 16,7-2 26-16,-7-5 43 0,0 1 55 15,0-1 60-15,0-2 64 16,0 3 71-16,0-1 76 0,7 4 58 0,-14-3 39 15,7 7 18-15,0 4-3 0,0 3-22 0,0 4-32 0,0 4-19 0,0 3-12 16,7 4-5-16,-1 7 2 0,0-3-1 0,-6 4 2 16,6 3-4-16,2 0-1 0,-2 0-3 0,0-1-3 15,-6 1-8-15,7-2-19 0,-1-6-23 16,-6 1-17-16,7-5-8 0,-7-3 1 0,0 1 16 16,0-4 10-16,0-8 3 0,7 0-2 15,-7-3-14-15,0-7-21 0,0-1-28 0,0-4-23 16,0-3-10-16,6 0-9 0,-6 0 0 0,0-3-1 15,6 0-4-15,-6 2 5 0,6 4-6 0,2 1 3 16,-2 7 2-16,0 0-6 0,-6 3 3 0,7 8 1 16,0 0 6-16,-1 8 3 0,7-1-2 0,-7 5-2 15,8 2 2-15,-2 4 3 0,-4 1-4 16,4-1-11 0,1 5-6-16,-6-6-41 0,6 5-43 0,-1-6-65 15,-4 1-68-15,4-2-68 0,-5-4-81 0,0-3-64 16,-1-5-114-16,-6-3-22 0,0 0 25 0,13 0 53 0,0-8 72 0</inkml:trace>
  <inkml:trace contextRef="#ctx0" brushRef="#br0" timeOffset="191666.47">8920 6063 307 0,'0'4'645'0,"6"-4"171"0,-6 3 140 0,0 1 36 0,7-4-127 15,-7 0-164-15,6 0-178 0,-6 0-164 0,7 0-137 16,0 0-105-16,5 0-85 0,-5 0-97 0,0 0-113 16,5 0-130-16,-5 0-134 0,0 0-117 0,-1 0-82 0,-6 0-39 0,7 0-48 0,-7 0 1 15,0 0 64-15,0 0 81 0,0 0 90 0,0 0 97 32</inkml:trace>
  <inkml:trace contextRef="#ctx0" brushRef="#br0" timeOffset="191812.29">8939 6307 380 0,'0'17'621'16,"0"-3"166"-16,0-3 156 0,7-5 21 0,-7 2-70 16,0-4-107-16,7-1-120 0,5-3-140 0,2 0-142 15,-2-3-125-15,2-1-91 0,-1 1-68 16,6-2-48-16,-6-1-45 0,1 2-91 0,-2 0-169 16,-5 4-225-16,6-3-224 0,-13-1-261 0,0 4-159 15,0 0-18-15,0 0 111 0,-13 4 192 16,6-1 210-16</inkml:trace>
  <inkml:trace contextRef="#ctx0" brushRef="#br0" timeOffset="207171.59">9845 5982 191 0,'-6'4'449'15,"-1"0"77"-15,1-1 72 0,-1 1-7 0,0-4-75 0,1 3-68 0,6-3-57 16,-6 0-50-16,6 0-61 0,-7 0-81 16,7 0-64-16,0 0-56 0,0-3-35 0,7-1-24 0,-1-3-13 0,0-4 13 15,8-1-7-15,-1 2-6 0,0-1-4 0,6-4-1 16,-5 5 0-16,5 2-2 0,0-3-2 0,1 7 1 16,-1-4-1-1,1 8-2-15,-1 5-24 0,-5-2 8 0,-2 8 13 16,2 4 17-16,-2 7 9 0,2 3 14 0,-8 5 43 15,-6 7 2-15,0-1-1 0,0 5-14 0,0-2-4 0,-6 6-15 16,-1-6-17-16,0 2-14 0,-5 3-9 0,6-8-5 16,6 1-13-16,-8-7-41 0,2-1-93 15,6-6-112-15,-6-6-113 0,6-5-110 16,0-5-122-16,0-7-120 0,0 0 7 0,0 0 67 0,0 0 91 0,6-11 100 16</inkml:trace>
  <inkml:trace contextRef="#ctx0" brushRef="#br0" timeOffset="207370.33">9923 6253 75 0,'-6'-4'379'15,"-1"1"57"-15,1-4 49 0,-7 2-17 16,13-1-102-16,-6 2-93 0,6-3-73 0,0-1-57 16,0 2-43-16,6-6-38 0,7-3-28 0,0 5-17 15,0-6-10-15,7 2-12 0,-1-1-29 0,7 1-42 16,-6 3-47-1,6-1-51-15,-7 2-51 0,1 3-69 0,0 3-86 0,-8-4-42 0,8 5 5 16,-7-1 28 0,7 1 43-16</inkml:trace>
  <inkml:trace contextRef="#ctx0" brushRef="#br0" timeOffset="207823.8">10268 6004 91 0,'0'3'363'0,"0"1"53"0,0 4 41 0,-6 3-31 15,0 0-81 1,0 3-71-16,-2 5-51 0,2 3-37 0,-7 0-30 0,13 3-36 0,-6 1-27 0,6 0-10 15,-7-1-14-15,7 4-9 0,7-7-2 0,-7 4 1 32,6-4-6-32,1-7-11 0,-1 4-5 0,8-9-8 15,-2-3-9-15,-6 1-6 0,14-8-7 0,-7-4-1 0,1 0-3 0,4-6 1 0,-4-5 1 16,-1 0-2-16,0-3-1 0,0-1-8 16,0-3 6-1,-6 0 3-15,-1 1-2 0,-6-2 0 0,0 2 2 16,-6 3 8-16,-1 2-4 0,0-2-2 0,1-1 2 15,-7 5 1-15,-7 3-5 0,8-3 0 16,-2 3 0-16,-5-4-2 0,-1 3 0 0,0 2 2 16,2 3 4-16,-9-1 2 0,7-3 5 0,2 4 7 15,4 0 7-15,1-4 4 0,-7 3 0 16,14-3 0-16,-8 4-4 0,2-4-10 0,6 0-7 16,6 1-3-16,-8-2-2 0,8-2-2 0,8-1-3 15,-8 0-2-15,6 0-1 0,0 5-2 0,8-1 2 16,-2-4-3-16,1 4 3 0,7 4 2 0,-6-4 2 0,4 7 4 0,2 0-6 0,-1 1-1 15,-5 3 4-15,6 3-1 0,-8 1-2 0,-5 3 3 32,6 1 1-32,-13 6 2 0,7-3-3 0,-7 8 4 15,-7-1-2-15,7 0-8 0,-7 4-1 16,1 1-2-16,-1-6-18 0,1 2-41 0,-8 3-62 16,8-7-77-16,6-1-77 0,-6-3-91 0,6-4-121 15,0-7-70-15,0 0 7 0,0 0 46 0,0 0 65 16,0 0 85-16</inkml:trace>
  <inkml:trace contextRef="#ctx0" brushRef="#br0" timeOffset="208325.71">10979 5953 155 0,'0'-4'500'0,"-7"4"120"0,7 0 115 0,-13 4 60 0,7-1-61 0,-8 4-80 0,2 5-91 0,-1 3-89 15,-7-1-94-15,7 8-91 16,-6 0-91-16,5 0-74 0,-5 4-44 0,-1 3-29 0,1 0-20 16,6 1-25-16,-7-1-6 0,7 0-5 0,-6-3-29 15,6-1-50-15,-1-2-87 0,2-5-110 0,-1 1-122 16,0-9-115-16,6 1-87 16,1-7-67-16,0-8-52 0,6 4-5 0,-8-7 63 15,2-5 84-15,6-2 97 0,0-8 105 0</inkml:trace>
  <inkml:trace contextRef="#ctx0" brushRef="#br0" timeOffset="208492.86">10633 5975 324 0,'8'-14'421'0,"-8"6"66"15,6 4 55-15,0 4-52 16,1 4-53-16,-1 4-31 0,1-2-24 0,12 9-8 16,-5 3-74-16,-2 1-78 0,8 7-60 15,-1-4-56-15,1 3-39 0,0 4-59 0,-1 0-3 0,1-3-18 0,0 3-72 16,-2-2-106-16,-4-2-124 0,5-4-140 0,-12-2-194 15,6 0-82-15,-7-1 11 0,0-3 76 0,2-1 109 16</inkml:trace>
  <inkml:trace contextRef="#ctx0" brushRef="#br0" timeOffset="-199929.86">4463 8195 2 0,'0'7'292'0,"0"-3"33"0,6 0 27 0,-6 0-40 15,0-2-76-15,0-2-52 0,0 0-30 16,0 0-15-16,0 0-3 0,0 0 2 0,0 0 7 16,0 5 2-16,0-5 14 0,0 0 10 0,0-5 24 15,0 5 13-15,0 0 14 0,0-2 23 0,0 4 18 16,0-2 16-16,0 0 5 0,0 0 12 0,0 0-13 15,-6 0-25-15,6 0-37 0,0 0-32 0,-6-6-45 16,6 2-51-16,-7-3-33 0,7-1-18 16,0 2-22-16,0-6-14 0,0 1-6 0,0-3 0 15,0 2-13-15,0 1-3 0,0-3 8 0,0 3 6 16,0 0 3-16,0 0-2 0,0-1 14 0,0 4 2 16,0 2-6-16,0 3-1 0,0 3-2 0,0 0 5 15,0 3 4-15,0-3-10 0,0 6 23 0,0 6 20 16,0 3 19-16,7 0 12 0,-7 10 16 15,6 1 29-15,-6 2-14 0,6 3-13 16,-6 2-12-16,0-1-17 0,0 1-19 0,7 1-22 16,-7-2-8-16,7-6-5 0,-7 0-17 0,0-4-23 15,6 0-32-15,-6-7-57 0,6-1-79 0,-6-7-101 0,7 1-116 16,0-8-106-16,-1-8-86 0,-6-3-53 16,13-3-36-16,-7-4-52 0,2-1 14 0,-2-3 68 15,0 0 90-15,0 4 92 0,1-4 104 0</inkml:trace>
  <inkml:trace contextRef="#ctx0" brushRef="#br0" timeOffset="-199511.47">4848 7968 227 0,'12'-11'414'0,"-5"3"75"0,-7 2 75 0,7 2-38 0,-7 0-44 0,0 4-30 15,0 0-26-15,-7 4-39 0,0 0-42 0,7 6-53 16,-6 1-54-16,0 4-48 16,6 6-34-16,0 6-22 0,0-2-22 0,0 8-12 0,0 4-13 15,0-1-12-15,12 1-14 0,-5 0-12 0,6 0-13 16,0 0-11-16,7-6-11 0,-1-1 0 0,1-4-3 16,6 0-6-16,0-5-1 0,0-5-2 15,0-7 1-15,7-1-8 0,-8 0-4 0,1-16-3 16,7 0-7-16,-13-1-5 15,0-3-7-15,-8-6 3 0,2 3-4 0,-2-3-2 16,-5-1 8-16,-7-3 4 0,6 7 3 0,-6-2 3 16,-6 3 12-16,-1-2 6 0,1 9 9 0,0-1 7 15,-8 5 9-15,2 3 11 0,-2 3 1 0,1 5-3 0,-7 3-6 16,8 1-2-16,-8 2-4 0,0 3 5 0,-5-2-25 16,5 4-19-16,0 0-42 0,1-9-66 15,-1 5-86-15,8-8-115 0,-8-3-86 16,7 3-87-16,0-7-61 0,6-7-69 15,-6 3-63-15,0-7 21 0,7 0 63 0,-8-4 84 16,14-3 90-16</inkml:trace>
  <inkml:trace contextRef="#ctx0" brushRef="#br0" timeOffset="-199336.28">4769 8058 136 0,'6'-9'363'0,"2"1"50"0,-2 0 36 16,0 2-58-16,1-6-93 0,6 5-72 15,6-4-50-15,-5 4-42 16,12-1-34-16,-1 1-30 0,1 4-31 0,1-5-22 16,-1 4-26-16,0 4-33 0,0-3-42 0,0 3-56 15,0 3-76-15,0-3-127 0,-6 4-80 16,6-4-25-16,-7 4 13 0,1 0 40 0</inkml:trace>
  <inkml:trace contextRef="#ctx0" brushRef="#br0" timeOffset="-199126.93">5460 8015 169 0,'6'0'385'16,"-6"5"52"0,7-5 50-16,0 0-57 0,-1 2-92 0,1-2-75 15,-1 0-53-15,0 5-48 0,8-5-44 0,-2 0-43 0,2 0-43 0,-1 0-39 16,0 0-49-1,-7 0-55-15,7 0-61 0,-7 0-69 0,2 0-109 0,-8 0-94 0,0 0-24 0,0 0 14 0,0 0 41 32,0 0 63-32</inkml:trace>
  <inkml:trace contextRef="#ctx0" brushRef="#br0" timeOffset="-198950.76">5519 8261 345 0,'0'3'450'15,"0"2"64"-15,0-5 57 0,6 0-75 16,-6-5-74-16,6 5-70 0,1 0-33 0,0-3-40 0,6-1-50 0,-7 0-61 0,7 1-53 0,0-1-38 31,1 4-70-31,-2-3-78 0,1 3-96 16,0 0-99-16,-6 0-111 0,-1 3-146 0,-6-3-102 16,0 0-16-16,0 0 42 0,0 0 76 0,0 0 96 15</inkml:trace>
  <inkml:trace contextRef="#ctx0" brushRef="#br0" timeOffset="-196217.23">6131 8107 60 0,'6'7'431'0,"-6"-3"110"0,0 0 108 0,0-4 71 0,0 7-30 31,0-7-39-31,-6 3-46 0,6-6-56 0,0-1-67 15,0-3-88-15,-6 3-93 0,6-3-86 16,0 0-69-16,6 0-55 0,-6-1-38 0,6-3-16 16,1 3-10-16,-7-2-11 0,13 3-4 0,-6-5-18 15,-1 4 4-15,0 6-2 0,1-5-5 16,6 2 2-16,-7 5 4 0,8-3 14 0,-8 6-6 16,1-3-4-16,6 7 0 0,-7 0 0 0,1 1-1 15,-1 4-1-15,0-3 3 0,-6 7 0 0,8 3-1 16,-8-5 0-16,-8 8 0 0,8-3 3 0,-6-2-3 15,0 5 1-15,-1-3 0 0,-6 3 0 16,0 0-1-16,1 0 1 0,-8-4-1 0,6 0-2 16,-5 1 0-16,6-4-4 0,0-1 4 0,7-3 5 15,-8-4-4-15,2 1 2 0,5-5 2 16,0 2 1-16,1-2-8 0,6-3-11 0,0 0 5 16,0 0 1-16,0 0 1 0,6 0 0 0,1-3 7 15,0 3 3-15,5 0-4 0,-5 0 5 0,6-5-2 16,0 5 0-16,0 0-3 0,6 5-4 15,-5-5-19-15,-2 3-34 0,-4 0-54 0,4 1-84 16,-5-4-104-16,6 0-113 0,-7 0-101 0,1 0-86 16,-1-4-64-16,0 1-66 0,-6 3-17 15,0-8 53-15,8-3 88 0,-8-3 98 0,6-1 107 16</inkml:trace>
  <inkml:trace contextRef="#ctx0" brushRef="#br0" timeOffset="-195835.78">6326 8070 133 0,'0'-6'386'0,"7"0"69"0,-7 0 71 0,0 6-1 16,7 4-34-16,-7 4-27 0,0-2-14 0,0 5-12 15,6 3-23-15,-6 5-44 0,0-4-54 0,6 7-49 16,1-3-35-16,-7 2-38 0,7 4-36 0,-7-2-30 16,6-1-26-16,1 0-26 0,-1-4-26 0,1-4-16 15,-1 6-14-15,7-10-11 0,-7-3-10 16,2-3-4-16,-2 0-4 0,0-4-9 0,1-4-8 15,-1-3-8-15,1 0-21 0,-1-8-16 0,1 3-17 16,-7-5-26-16,6-2-25 0,-6-3-21 16,0 4-9-16,0-5-13 0,0 2-5 15,0-1 14-15,0-3 24 0,0 6 32 0,0-3 31 16,0 4 31-16,0 3 25 0,0 5 27 0,-6 2 28 0,6 4 22 16,0 4 16-16,6 4 26 0,-6 6 30 15,7 2 14-15,-7 3 9 0,7 6 9 0,-1 1 8 0,0 4-3 16,1 3-17-16,0 1-22 0,-1 2-23 15,0 1-27-15,1-4-31 0,-1 5-30 16,1-1-43-16,0-8-63 0,-1 4-86 0,8-7-100 16,-8 1-107-16,-6-9-103 0,12 2-75 15,-12-6-81-15,0-10-71 0,0 0 21 0,0 0 68 16,0 0 91-16,14-7 95 0</inkml:trace>
  <inkml:trace contextRef="#ctx0" brushRef="#br0" timeOffset="-195596.89">6887 8148 41 0,'6'-8'396'0,"1"-3"97"0,-7 4 97 0,0 3 63 0,0-3-21 0,0 3-14 0,-7 4-16 16,7-4-22-16,-12 8-42 0,12 0-62 0,-14 3-82 15,2 4-81-15,5 3-79 0,-6 1-68 0,0 6-53 16,-1 2-42-16,2 3-34 0,-2-1-29 15,8 1-31-15,-7 3-41 0,0-2-61 0,0-2-80 16,-1-3-94-16,8-4-102 0,0 1-90 0,-7-5-73 16,6-7-49-16,1 1-29 15,-1-5-33-15,7-3-14 0,0 0 46 0,-6-11 74 16,0-3 86-16,6 3 99 0</inkml:trace>
  <inkml:trace contextRef="#ctx0" brushRef="#br0" timeOffset="-195418.88">6632 8107 174 0,'0'0'457'16,"8"4"105"-16,-8 3 105 0,6 0 34 0,-6 8-50 0,6-1-38 16,0 2-47-16,2 1-57 0,4 2-72 0,-5 3-84 15,6 0-88-15,6 0-86 0,-5 0-74 16,-2-1-77-16,8 6-97 0,-7-9-120 16,1 4-142-16,-2-8-147 0,2 5-135 0,-2-8-161 15,1-1-88-15,-6-2 15 0,-7-1 91 16,0-7 121-16,7 7 133 0</inkml:trace>
  <inkml:trace contextRef="#ctx0" brushRef="#br0" timeOffset="-192544.36">4234 9437 51 0,'0'3'359'0,"8"0"72"0,-8 2 76 0,0-1 11 0,0-1-25 16,-8-3-4 0,8 5 9-16,-6-5 17 0,6 0 7 0,0 2-4 0,0-2-30 0,0 0-39 0,0-2-47 15,0 2-55-15,-6 0-54 0,6 0-56 0,0-5-49 32,0 5-46-32,0-3-37 0,0-1-33 0,6-4-24 15,-6 5-15-15,0-5-13 0,6 5-6 16,2-5-9-16,-2 1-2 0,0 3 0 0,1-3-2 15,0 0-1-15,5-1 0 0,1 5 0 0,1 3-1 16,-2-4-4-16,2 4 0 0,-2 4 0 0,2-1-1 16,-1 5 0-16,-1-1 2 0,-4 4 3 15,-2-4-1-15,0 4 0 0,1 0 5 0,-7 4 0 16,0-1-3-16,0 6 0 0,-7-3 2 0,1 5 0 16,0-3-5-16,-8 3-2 0,8-1 2 0,-7 1 1 15,-1-3 0-15,2-1-1 0,-2 1 3 0,2-5 0 16,-2 1 1-16,8-4-1 0,-1-4 1 0,-5 1-1 15,12 0 0-15,-7-2-2 0,7-3 0 0,-7 1-4 16,7 0-1-16,7 0 4 0,-7 0-3 16,7 0 4-16,5-1 2 0,1 1 3 0,1-2 1 15,-2 3-4-15,2 2-4 0,5-3-13 0,1 0-29 16,-8-1-41-16,2 1-58 0,6 0-84 16,-8-4-114-16,1 0-127 0,1 0-116 15,-2-4-92-15,-5 0-64 0,6-3-66 0,-7-4-32 16,8 0 59-16,-8 0 100 0,1-4 112 0,-1-3 110 15</inkml:trace>
  <inkml:trace contextRef="#ctx0" brushRef="#br0" timeOffset="-192144.28">4691 9353 208 0,'0'-8'401'0,"7"2"70"0,-7 1 60 0,-7 2-25 0,7-1-39 0,0 1-21 15,-7 3-19-15,7 0-14 0,0 0-26 0,-6 3-41 0,0 4-52 16,-1 0-42-16,0 8-38 0,7 4-36 16,-6-1-22-16,6 7-18 0,-7-3-8 0,7 7-15 15,0 1-2-15,7 3-14 0,-7-1-11 0,6-2-16 16,8 3-14-16,-2-7-21 0,2 0-12 0,-2-5-5 16,2-2-12-16,5-5-4 0,1-3-3 0,0-3 0 15,-1-4-18-15,0-4-2 16,-6-4 5-16,7-4-5 0,0-3-8 0,-7-3-4 0,-1-5 11 15,-5 1-7-15,6 0-8 0,-7 0 0 0,-6-1 7 16,7 2 9-16,-14 1 5 0,7 3-3 0,-6-4 22 16,0 11 21-16,-1-2 10 0,-6 5 4 0,7 3 2 15,-7 7 18-15,-1 3-16 16,2 2-14-16,-8 6-11 0,7 0-4 0,0 9-16 16,-6-6-27-16,5 1-46 0,1 0-67 0,0 0-86 0,0-4-113 15,7-2-108-15,-8-7-94 0,8-1-65 0,0-4-48 16,6-4-53-16,0 0-2 0,-7-7 58 0,0-4 83 15,7 0 90-15,0-4 106 0</inkml:trace>
  <inkml:trace contextRef="#ctx0" brushRef="#br0" timeOffset="-191973.99">4633 9489 216 0,'0'-8'415'0,"6"4"67"0,-6-4 61 0,6 5-45 15,1-3-72-15,-1-6-58 0,8 4-49 16,-2-3-51-16,-5 5-58 15,6-3-58-15,7 2-52 0,-7 0-45 0,-1 0-42 16,8 3-44-16,-6 4-52 0,-2-4-71 16,8 8-81-16,-7 0-81 0,-1 0-98 0,2-1-129 15,-8 4-36-15,8-3 24 0,-1 3 54 0,-1-2 72 0</inkml:trace>
  <inkml:trace contextRef="#ctx0" brushRef="#br0" timeOffset="-191700.7">5389 9414 82 0,'-8'12'400'0,"8"-5"71"0,0-3 67 0,0 2 22 15,0-1-76-15,8-1-70 0,-8 4-63 0,6-6-37 0,0 2-51 0,1-4-60 0,-1 0-56 32,1 0-51-32,6 0-28 0,-1-4-44 0,2 2-46 15,-1 2-63-15,-6-5-78 0,-1 5-85 0,1 0-92 16,-1-3-97-16,-6 3-132 0,0 0-47 0,0 0 20 0,0 0 54 16,0 0 79-16</inkml:trace>
  <inkml:trace contextRef="#ctx0" brushRef="#br0" timeOffset="-191534.26">5440 9594 249 0,'0'12'461'0,"0"-1"78"0,0-1 80 0,0 2-27 15,0-9-78-15,0 1-69 0,0-4-52 16,0-4-43-16,6 4-59 0,2-3-68 0,4-5-58 16,2 4-48-16,-1-4-38 0,-1 1-57 0,-5 1-80 15,6 2-101-15,0 0-120 0,-6 0-124 16,6-3-144-16,-13 7-160 0,6-4-35 0,1 2 39 15,-7 2 87-15,6-5 107 0</inkml:trace>
  <inkml:trace contextRef="#ctx0" brushRef="#br0" timeOffset="-189095.75">6092 9305 261 0,'0'3'470'0,"0"1"93"16,-7 0 92-16,1-1-28 0,-1-3-74 0,7 5-68 0,-6-5-66 16,6-5-75-1,0 5-83-15,0 0-78 0,0-3-65 0,6 3-49 0,-6-8-35 0,7 5-24 0,-1-5-3 16,1 1 1-16,0 3-1 0,-1-3-11 15,0 0 2 1,1 3 10-16,0 0-3 0,-1 1-10 0,0-1-5 0,1 4 12 0,0 0 0 0,-1 0-14 16,-6 7 5-16,7 1 12 0,-1-1 4 0,-6 4-3 15,0 4 11-15,0-1 25 0,0 1 8 0,-6 0 10 32,6 4 17-32,-7-2 14 0,1 2-2 0,-1 0 4 15,0-5-1-15,1 4-25 0,0-4 2 0,6 2-1 0,-7-5 0 0,0-4-9 0,7 4-9 16,-6-7 19-1,6 3-21-15,0-4-16 0,0 1-8 0,6-4-8 16,-6 0-9-16,7 0-11 0,0-4 0 16,5 1 3-16,2-1-5 0,-1 1 0 0,-1 3 1 0,8 0 8 0,-6-4-2 0,5 4-7 15,0 4 0 1,-6-4 4-16,7 3-4 0,-7 4-8 0,-6-3 4 0,6 3 12 0,-7 1 8 0,0 3 3 31,-6 4 20-31,0-5 26 0,0 1 18 0,-6 5 8 0,6-2 13 0,-13 1 8 0,7 2-10 31,-1-2-20-31,-6-1-18 0,-1-2-16 0,2-1-39 16,-1-4-53-16,0 1-64 0,6 0-88 0,-5-6-112 16,-2-2-136-16,8-2-112 0,-8-6-85 0,8-7-64 15,0 4-76-15,6-4-8 0,0-3 74 16,0 0 99-16,0-4 107 0,6 4 113 0</inkml:trace>
  <inkml:trace contextRef="#ctx0" brushRef="#br0" timeOffset="-188619.54">6340 9345 246 0,'0'0'443'0,"-7"0"76"0,0 4 79 0,1-4-34 0,0 4-64 0,-1-1-43 16,7-3-28-16,-6 0-33 0,-1 0-45 0,7 0-55 16,0 0-55-16,0 0-47 0,0 0-55 0,0 0-38 15,0 0-39-15,0-3-15 0,7-1-15 16,-1 0-21-16,-6 0-7 0,7 2-4 0,-1-6 6 15,0 4-9-15,1 1-1 0,6-2 5 0,0 2 2 16,0-5 1-16,0 8-4 0,-6 0 3 0,6 0 0 16,-7 0-2-16,8 4 4 0,-8 0 10 15,0 4 17-15,1-1 17 0,-1 3 29 0,-6 5 24 16,0-3 19-16,0 2 16 0,0 1 4 0,0-1-3 16,-6 4-18-16,6-4-19 0,-7 3-21 0,1-3-30 15,6-3-15-15,-6 0-15 0,-2-1-10 0,8-2-6 16,-6-1-4-16,6-3 1 0,0-1-10 0,0 1-6 15,6-4-4-15,-6 0-2 0,8-4 11 16,-2 1-2-16,0-1 1 0,1 1-4 16,-1-1-6-16,7 0-8 0,0 0-22 0,1 1-6 15,-8-1-5-15,7 1 3 0,0 3 4 0,-7 0 13 0,1 0 18 16,-1 3 16-16,1 4 20 0,0 1 18 0,-7 3 18 16,0-4 11-16,0 5 12 0,-7-2-2 0,7 5-6 15,-7-1-10-15,1-3-12 0,-1 5-14 16,-5-2-12-16,5 1-20 0,0-5-28 0,1 5-45 15,-7-4-75-15,6-4-105 0,1 1-130 0,-1-1-118 16,-6-4-99-16,7-3-68 0,-1 0-54 0,1-3-54 16,0-4 42-16,-2-1 87 0,8 8 98 0,8-14 98 15</inkml:trace>
  <inkml:trace contextRef="#ctx0" brushRef="#br0" timeOffset="-188284.12">6965 9268 278 0,'7'-11'384'0,"-1"3"52"0,1 2 13 0,-7-2-46 0,6 5-51 0,-6-1-22 0,0 0 3 0,0 4 5 0,-6-4 13 0,6 4 16 0,0 4 9 16,-7 0 7-16,7 3-2 0,-6 1-3 0,-1 6-15 15,-6 1-30-15,7-1-26 0,-8 8-36 0,8-3-39 16,-7 3-40-16,0-1-39 0,-6 2-30 16,5-2-38-16,2 2-34 0,-2 0-38 0,1-2-47 15,1-3-52-15,4-3-76 0,-4-1-79 0,6-3-104 16,-8 0-109 0,8-7-90-16,-1 0-65 0,-6-4-30 0,6-4 6 15,7 0 44-15,-6-7 59 0,0 0 45 0,-2-3 35 16,2-1 9-16,6-3 19 0,-6-3 33 0,0-2 47 0</inkml:trace>
  <inkml:trace contextRef="#ctx0" brushRef="#br0" timeOffset="-188088.11">6666 9218 129 0,'6'-15'411'0,"-6"7"103"0,6 4 116 0,-6 4 56 15,7 4 15-15,-1 4 12 0,8 2 3 0,-2 5-21 16,2 0-46 0,-2 6-73-16,8 1-89 0,-1 4-84 0,1 1-76 15,0 2-65-15,6 0-62 0,-7 0-108 0,7-3-92 0,-6 3 0 0,-1-4 0 0,7 1 0 31,-6-4 0-31,-7-3-151 0,7 2-191 0,-14-5-166 16,8-2-174-16,-8 1-142 0,0-8-135 0,1 0-102 16,-7-7 34-16,0 0 115 0,0 0 163 0,0 0 163 15</inkml:trace>
  <inkml:trace contextRef="#ctx0" brushRef="#br0" timeOffset="-178789.51">4424 10686 210 0,'0'3'442'0,"0"1"86"0,0-4 87 0,-6 0-17 0,6 0-49 15,-7 0-34-15,7-4-44 0,-7 1-35 0,7-1-47 16,-6 1-64-16,6-1-72 0,-6 1-64 0,6-5-39 16,0 1-49-16,0 0-37 0,0 0-16 0,0-1-5 15,0-3-7-15,0 4-15 0,0-4 0 0,6-1 1 16,-6 1-5-16,0 4-11 0,6-4-2 15,1 0 1-15,0 4-4 0,-1-1-3 0,0 1-1 16,7 4 8-16,-6-2 0 0,0 5 4 16,5 0 2-16,-5 5 6 0,6-2 5 0,-7 1 0 15,1 3 6-15,6 4 7 0,-6 0 12 0,-1 4 14 16,-6 2 18-16,6 6 20 0,-6 0 10 0,-6 2 4 16,6 4-7-16,-6 1-13 0,-1-1-16 0,1 0-15 15,-8 0-15-15,8-4-9 0,-7 1-3 0,6 0-8 16,-5-3-6-16,5-2-4 0,0-6-4 0,1-1-4 15,-1 1-7-15,7-4-2 16,0-4 0-16,0-3-3 0,0 3 1 0,0-3 1 0,7-4-1 16,-1 3 3-16,1-3 3 0,6-3 1 0,7-1-2 15,-8 1-4-15,8-5 1 0,-1 1-2 0,1 0-10 16,0-1-32-16,-1 1-58 0,-5-4-92 0,-2 4-126 16,8-4-148-16,-7 0-137 0,0 0-106 15,0-4-85-15,-7 4-88 0,1-3 27 0,0-1 98 16,-1 1 116-16,7-1 123 0</inkml:trace>
  <inkml:trace contextRef="#ctx0" brushRef="#br0" timeOffset="-178507.91">4925 10360 136 0,'0'-7'416'0,"7"3"85"0,-7 0 89 0,0 1 16 0,0 3-38 0,-7 0-25 0,7 3-18 16,-6 5-20-16,0 3-39 0,-1 3-53 0,-6 5-60 16,7 2-62-16,-1 1-54 15,-6 5-47-15,6 1-36 0,-5 6-33 0,4 2-30 0,-4 5-23 16,5-2-20-16,-6 2-26 0,7 0-27 0,-7-4-34 16,7-5-60-16,-2 1-69 0,2-8-84 0,0-2-92 15,6-6-88-15,0-5-71 16,0-1-44-16,0-4-25 0,0-7-21 0,0-7-5 15,6 0-28-15,-6-9 30 0,0-1 62 0,6-2 74 0,2-6 91 16</inkml:trace>
  <inkml:trace contextRef="#ctx0" brushRef="#br0" timeOffset="-178303.79">4867 10389 325 0,'7'-7'418'15,"-7"-1"69"-15,6 6 43 0,-6 2-28 0,0 0-35 16,0 6-28-1,0 2-11-15,7 3-20 0,-1 3-30 16,0 5-41-16,1-2-49 0,6 10-34 0,0 2-40 0,0 0-41 0,0 4-40 0,0-1-39 16,6 6-30-16,-5-5-32 0,-1 0-30 15,0-1-53-15,6-1-84 16,-12-10-106-16,6 1-107 0,0-4-102 0,-6-4-89 0,5-5-53 0,-12-3-51 16,0-6-39-1,0 0 34-15,0 0 68 0,0-11 80 0,-6 1 86 0</inkml:trace>
  <inkml:trace contextRef="#ctx0" brushRef="#br0" timeOffset="-178102.91">4815 10708 40 0,'-13'4'402'15,"6"-1"89"1,-5-3 79-16,12 3 35 0,-8 2-64 16,2-5-68-16,6 0-62 0,-6 0-47 0,6 4-41 0,6-4-48 0,0-4-45 0,2 4-48 15,4-8-34 1,1 1-39-16,0 3-38 0,6-3-30 0,1-1-25 0,7 1-44 0,-1-3-74 0,-7 2-92 31,1 1-108-31,6 0-105 0,-6 2-107 0,-8-1-122 16,1 2-71-16,0 0 19 0,7 4 69 0,-7-3 89 15,7-1 98-15</inkml:trace>
  <inkml:trace contextRef="#ctx0" brushRef="#br0" timeOffset="-177892.41">5389 10481 372 0,'6'0'469'0,"0"0"82"0,1 4 63 0,-1-4-66 0,1 0-79 32,6 3-69-32,-7-3-69 0,0 0-57 0,8 5-79 15,-8-5-70-15,1-5-49 0,0 5-37 0,6-3-44 16,-7 3-79-16,0-4-87 0,1 4-94 15,0-5-102-15,-7 3-125 0,0 2-128 0,0 0-26 16,0 0 39-16,0 0 73 0,0 0 88 0</inkml:trace>
  <inkml:trace contextRef="#ctx0" brushRef="#br0" timeOffset="-177718.76">5486 10686 36 0,'-6'15'421'0,"6"-4"93"0,0 0 89 16,0-4 62-16,0 0-44 0,6-3-51 0,-6-1-51 15,7-3-35-15,-1 0-50 0,0-3-72 16,8-1-80-16,-2 0-78 0,-5 1-63 0,6-4-60 16,0 2-64-16,0 2-107 0,-6-4-163 0,5 3-189 15,-4 1-217-15,-8 3-196 0,0 0-80 16,0 0 30-16,0 0 120 0,12 0 165 0</inkml:trace>
  <inkml:trace contextRef="#ctx0" brushRef="#br0" timeOffset="-176416.44">6007 11301 126 0,'-13'8'375'0,"-6"-2"58"0,13 0 57 0,-8 0-27 0,1-3-49 32,0 5-23-32,0 0-12 0,7-2 0 0,-1-1-1 15,0-5-9-15,1 3-27 0,6-3-38 0,-6 0-41 16,6 4-39-16,0-4-39 0,0 4-30 16,6-4-8-16,-6 3 2 0,13-3 13 0,0 4 13 0,7-4 11 15,-1 0 0-15,7 0-7 0,7 4-12 16,5-4-17-16,9-4-21 0,5 4-9 0,7-7-11 15,-2 3-18-15,16 0-14 0,-2-4-15 0,8 6-9 16,6-6-17-16,6-4-13 0,0 5-10 16,7-3-10-16,-1-2-3 0,-6 5-5 0,7-3-3 15,-1 2-5-15,2-3-2 0,-8 0 1 0,7 0-2 16,-7-3 2-16,0 2 4 0,-6 1 3 16,-7 5 3-16,-6-2 5 0,-1 4 0 0,-12-4 3 15,6 5 1-15,-13-1 0 0,7 0 1 0,-8 0 0 16,2 2 6-16,-1-6-3 0,-7 0-5 0,1 1-1 15,0-4-6-15,0 0-6 0,-1 3-10 16,-5-2-1-16,-2-1 2 0,8 0 3 0,-7 0 2 16,0 4 7-16,0-1-1 0,-7 4 5 0,-5 0-1 15,5 4-2-15,-6-2-1 0,1 2-8 0,-8 0-2 16,8 0-2-16,-8 0 0 0,0 0-1 0,0 2 4 16,-5-2 10-16,-1 0 4 0,6 4 1 15,-6-4 0-15,1 0 1 0,-2 4 0 0,2-4-3 16,-1 4 2-16,-7 0-8 0,7-4 1 0,0 4 2 15,-7-1 2-15,2 1 2 0,-2-1 1 16,7-3 8-16,-6 0-1 0,-1 0-4 0,0 0-2 16,1 0 0-16,-1 0-3 0,1 0-10 0,0 0-14 15,-7 0-25-15,0 0-22 0,0 0-30 0,0 0-39 0,0 0-45 0,0 0-60 16,0 0-85 0,0 0-119-16,0 0-115 0,0 0-103 0,-7 0-115 0,7 0-96 0,0 0 23 0,-7 4 90 15,7-4 120-15,0 0 129 0</inkml:trace>
  <inkml:trace contextRef="#ctx0" brushRef="#br0" timeOffset="-174794.77">6092 12379 360 0,'-7'0'528'0,"7"0"85"0,-6 0 79 0,6 0-59 0,-7-4-95 0,1 0-93 15,6-3-78 1,-6-3-75-16,12-2-69 0,-6-7-59 0,6 1-44 16,7 0-23-16,1-7-23 0,-2 2 3 0,2 2 9 0,5-1-5 0,-6-1-6 0,6 5-10 15,-5 4-8-15,-2-1 7 0,2 3 3 0,-1 5 28 16,0 0 32-1,0 7 40-15,-7 4 41 0,8 6 14 16,-2 5 0-16,-5 7-13 0,6 0-27 0,0 8-38 16,-7 2-39-16,1 5-32 0,-7 3-23 0,0 4-23 15,7 1-29-15,-7-2-45 0,0 2-64 16,0-5-97-16,0 0-133 0,6-7-146 0,-6-3-132 16,6-5-98-16,-6-7-62 0,0 1-54 0,0-8-7 15,0-11 72-15,0 0 108 0,0 0 112 0,0 0 114 0</inkml:trace>
  <inkml:trace contextRef="#ctx0" brushRef="#br0" timeOffset="-174251.22">6216 12598 21 0,'-6'-7'390'0,"-2"4"84"0,2-1 75 0,0 0 42 31,-1 0-66-31,7 1-72 0,-7-1-66 0,7 0-74 16,0-2-50-16,0-3-59 0,7-1-49 0,6-1-46 15,-7 0-28-15,8-3-5 0,5-1-21 0,1-4-21 0,0 4 5 0,-1 1-11 16,1-5-15-16,-1 1-8 0,0 4-4 0,1 3 3 15,-7 0-14 1,0 3 14-16,-6 2 32 0,-1 0 36 0,8 6 38 16,-8 0 46-16,7 6 33 0,-7 0 30 15,1 5 0-15,-7 8-4 0,6-5-17 0,-6 4-24 0,7 4-26 0,-7 1-22 0,0-1-19 0,6 0-16 32,-6 0-18-32,7-1-18 0,0 1-12 15,-1-7-10-15,0 3-10 0,1-2-9 0,0-7-7 16,5-1-2-16,-5 0-4 0,6-4-1 0,0-4-4 15,1-4 1-15,-2-7-6 0,1-1 0 16,0-2 3-16,-6-3 0 0,5-6 3 0,-4 4 0 0,-2-2 4 16,0-1-1-16,-6 0-1 0,0 3 0 15,0 1-1-15,0-1 1 0,-6 1 4 0,0 7-3 16,-2-3 0-16,-4 7 0 0,5-5-3 0,-6 5-2 16,0-1 0-16,1 0 7 0,-2 2-1 0,1 3-2 15,0-5 3-15,0 4 0 0,0-3-5 16,6-1-4-16,-5 1 2 0,12-4-2 0,-7 0-2 15,0 0 2-15,7 1 1 0,0-5 1 0,0 3 1 16,7-2 1-16,0-1 3 0,-1 5 0 16,7-6 2-16,-6 2-2 0,5-1 1 0,8 5-1 0,-7-2-1 0,1 5-1 0,-2 3-2 0,1 0-4 31,0 2 5-31,0 2 6 0,1 2 3 0,-8 6 3 0,0-1 0 0,0 5 9 0,-6 2-6 31,0 1-4-31,0 4-4 0,0 2-19 0,-6 2-29 0,0-2-57 0,6 1-85 0,-6 0-103 16,-2-3-113-1,2-1-97-15,6 1-82 0,0-2-40 0,0-5-9 16,0-2-13-16,0 1-33 0,6-3 34 16,-6-1 66-16,14-4 76 0,-8 1 78 0</inkml:trace>
  <inkml:trace contextRef="#ctx0" brushRef="#br0" timeOffset="-173996.21">7173 12137 395 0,'14'-8'505'0,"-8"1"114"0,0 3 108 0,-6 0 4 0,0 4-14 0,-6 0-16 0,6 4-26 0,-6 4-56 15,0 3-83-15,-8 3-101 0,8 1-100 0,-8 4-88 16,1-1-72-16,1 4-55 0,-2 3-45 16,-5 1-36-16,6 3-19 0,-7 1-16 0,7-5-26 15,1 0-34-15,-8 2-53 0,7-6-62 0,0 1-91 16,0-7-102-16,6-4-110 0,-6 0-92 15,7-7-67-15,-1-4-35 0,0-4 13 0,7-3 32 16,0-3 47-16,0-2 45 0,0-7 33 0,0 1 42 16,0-4 50-16,0 1 58 0</inkml:trace>
  <inkml:trace contextRef="#ctx0" brushRef="#br0" timeOffset="-173838.31">6926 12203 215 0,'0'-14'399'0,"6"-2"81"16,-6 5 70-16,0 9 28 0,7-3 10 15,0 5 18-15,-1 5 22 0,0-3 5 0,8 9-21 16,-1 1-64-16,0-1-83 0,0 3-89 0,7 4-84 15,-1 1-76-15,0-4-67 0,1 3-48 16,6 0-37-16,-7-4-33 0,1 5-23 0,-7-4-46 16,7-1-83-16,-8 1-135 0,2 0-171 0,-1-8-183 15,-7 0-164-15,8-3-182 0,-14-4-80 16,0 0 50-16,6-7 123 0,-6-1 164 0,6-2 160 16</inkml:trace>
  <inkml:trace contextRef="#ctx0" brushRef="#br1" timeOffset="-164371.97">11239 5982 92 0,'14'-7'331'0,"-8"-1"46"0,1 2 43 0,-1 1-46 16,1-2-54-16,-7 0-27 0,6 3-3 0,-6-3 8 31,0 0 11-31,0 0 7 0,0-1 58 0,0-3-8 16,-6 4 4-16,6-1 6 0,0 1 8 0,0-4 1 0,-7 3-50 0,1 1 7 0,-7-1-10 31,6 2-14-31,-6-2-19 0,-7 1-20 0,1-1-23 0,-1 1-24 16,0 0-109-16,-12 0-123 0,7 3 0 15,-15-3 0-15,7 3 0 0,-5 0 0 0,-9 1 0 16,2 0 0-16,-1-1 0 0,-5-1 0 0,-2 2 0 16,1 0 0-16,-7-1 0 0,1 0 0 0,6 1 0 15,-7-2 0-15,1 2 0 0,-1-1 0 16,0 1 0-16,1 3 0 0,-1-5 0 0,6 3 0 16,2 2 0-16,-8 0 0 0,7 2 0 0,6 3 0 15,1 2 0-15,-1 4 0 0,1 0 0 0,6 4 0 16,-1 3 0-16,1 4 0 0,7 4 0 15,-1-1 0-15,7 8 0 0,0 0 0 0,7 7 0 16,5 4 0-16,8 8 0 0,0 3 0 0,6 3 0 16,6 8 0-16,14-1 0 0,-1 2 0 0,13-1 0 15,8 0 0-15,5-4 0 0,8-3 0 16,12-4 0-16,6-8 0 0,7-6 0 0,7-12 0 16,13-7 0-16,6-11 0 0,7-15 0 0,13-7 0 15,6-18 0-15,-7-7 0 0,8-12 0 0,-7-11 0 16,-14-7 0-16,1-3 0 0,-19-8 0 15,-8-3 0-15,-19-2 0 0,-12 2-416 0,-14 0-396 16,-19-1-322-16,-20 0-143 0,-20 4-24 0,-13 4 81 16,-19 7 225-16,-20 4 290 0</inkml:trace>
  <inkml:trace contextRef="#ctx0" brushRef="#br1" timeOffset="-161963.22">6301 10246 81 0,'-7'5'410'0,"7"1"92"0,-7-2 91 15,7 0 40-15,-6-1-46 0,0-3-42 0,6 4-26 16,0 0-31-16,0-4-39 0,0 0-56 0,-8 0-62 15,8 0-57-15,0 0-58 0,0 0-55 0,0 0-45 16,0-4-33-16,0 4-28 0,8-4-22 16,-8-3-17-16,6 3-8 0,0-2-1 0,1-2-8 15,0 4-1-15,-1-3 5 0,7-1 0 0,-7 5-2 16,8-1-15-16,-8 1 10 0,7 3 5 0,-6 0 0 16,6 3 6-16,-7 4 8 0,7 1 16 0,-6 3-2 15,-1 3-4-15,0 5 4 0,2 2-2 16,-2 1-5-16,-6 8-5 0,0-1-1 0,0 4 0 15,0-4-7-15,0 7-4 0,0-2-11 0,-6-1-31 16,6-4-54-16,0 1-78 0,0-4-96 16,0-4-115-16,0-4-110 0,0 0-85 0,0-7-57 15,0-4-45-15,0-7-68 0,0 0 26 0,0 0 72 16,0 0 88-16,0 0 95 0</inkml:trace>
  <inkml:trace contextRef="#ctx0" brushRef="#br1" timeOffset="-161324.98">6346 10635 15 0,'-6'-4'356'15,"6"-3"51"-15,0 3 33 0,-7-4-17 0,7 2-114 16,7-3-105-16,-7 3-74 16,6-2-47-16,0-3-33 0,8 0-23 0,-1 1-14 0,6-5-6 15,0 3-4-15,8 2-3 0,-8-1-13 0,8 3-9 16,-1 1-13-16,-1 0-11 0,1 0-10 0,0 3-8 15,-6 1 2-15,7-5 6 16,-9 8 13-16,2-3 13 0,0 3 13 0,-7-5 9 0,-1 5 12 16,-4 0 16-16,4 0 18 0,-5 0 24 0,-7 0 29 15,7 5 31-15,-1-2 32 0,-6 0 26 0,0 5 18 16,0-2 7-16,-6 3-1 0,6 1-6 0,-7 2-13 16,7 3-16-16,-7-1-18 0,7 1-9 15,0-1-15-15,-6 1-10 0,6-1-14 0,6 1-13 16,-6 0-12-16,0-4-17 0,7-1-14 0,-7 2-11 15,7-1-7-15,-1-4 3 0,7 0-11 0,-7-3-5 16,2-1-5-16,-2 1-5 0,0-4-3 0,8 0-9 16,-8 0 5-16,0-7 1 15,7 3 6-15,-6-6-2 0,0 2-3 16,-1-6 0-16,-6 3-6 0,6-4-4 0,-6 0-7 16,-6 0-2-16,6 1-4 0,-6-1-2 0,-1 1 2 15,-6-1 1-15,0 3 5 0,-1 2 4 0,2-5 2 16,-2 4 3-16,-5-1 4 0,6 6 3 15,0-5-3-15,-7-1 1 0,8 5 2 0,-2 0-1 16,1-4-5-16,1 4-1 0,4-5 5 16,2 2-1-16,0-1 2 0,0 3-3 0,-2-2-4 15,8-1 1-15,0 0-1 0,0 4 4 0,8-4-4 16,-2-1 1-16,-6 1 4 0,12 0-5 0,-4 1 5 16,-2 2 1-16,7-3 0 0,0 3-5 0,0 6 2 15,-7-6 9-15,8 4-4 0,-2 4-4 0,-5-4-4 16,0 1 13-16,-1 6-18 0,1 1 8 15,-1 3 12-15,-6 0 11 0,0 5 9 0,0 3-12 16,0-1 24-16,0 1-11 0,0 0-15 16,-6 3-16-16,6 0-14 0,-7 0-33 0,7 1-54 15,-6-5-70-15,6 1-74 0,0-1-73 0,-7-3-69 16,7-3-55-16,0 0-71 0,0-8-50 0,0 0 13 16,0 0 46-16,0 0 64 0,0 0 80 0</inkml:trace>
  <inkml:trace contextRef="#ctx0" brushRef="#br1" timeOffset="-160992.33">7102 10411 243 0,'0'0'503'0,"0"0"126"0,0 0 133 0,0 4 42 0,-6-4-15 0,6 0-29 0,0 0-42 15,0 0-62-15,0 0-85 16,0 0-100-16,0 0-107 0,0 0-97 0,0-4-78 0,6 4-57 16,-6 0-42-16,6-3-32 0,1 3-16 0,6 0-6 15,0 0-4-15,0 0 0 16,6 0-5-16,1-5-11 0,0 3-16 0,-1-2 0 0,1 4 0 0,0-4 0 16,-8 0 0-1,8 1 0-15,-7 3 0 0,0 0 0 0,0-4 0 16,-7 4 0-16,1 0 0 0,0 0-11 0,-7 0-110 0,0 0-129 0,0 0-184 15,-7 0-210 1,7 0-185-16,-7 4-174 0,7-4-117 0,-6 3 29 0,0 5 134 0,-1-4 185 0,7 10 180 16</inkml:trace>
  <inkml:trace contextRef="#ctx0" brushRef="#br1" timeOffset="-158986.46">7584 8008 351 0,'0'7'430'0,"-6"-2"64"0,6 2 33 15,-7-5-56-15,7 2-54 0,-7-4-48 0,7 4-42 16,-6-8-48-16,6 4-58 0,0-4-63 0,0-3-58 0,0 5-40 15,0-10-28-15,6 4-13 0,-6-2-7 0,7 2-4 16,0-2-2-16,-1 2 9 0,1 1-6 0,-1-1-1 16,0 4-1-16,1-2-7 15,0 6 0-15,-1 0-7 0,0 6 9 0,2 2 4 0,-2 7 5 16,0-1 11-16,1 4 12 16,-7 9 7-16,0 2 4 0,6 0 16 0,-6 8 10 15,0-1 10-15,0 1 2 0,-6 3-2 16,6 4 8-16,0-3-8 0,0-1-9 0,6 0-20 15,-6 0-8-15,7-7-8 0,-7 0 14 0,6-3-24 0,1-5-7 0,-1 0 0 16,8-2-6-16,-8-5-10 16,7 1-24-16,0-8 14 0,-7-1 5 15,7-2-5-15,1-1 4 0,-2-7 9 0,8 0-1 16,-7 0-12-16,0-4 3 0,0-3 6 0,1 0 1 16,-2 0-12-16,2-4-7 0,-2 3 14 0,1 1-8 15,-6-1 0-15,-7-2 2 0,0 6 9 0,0-4 4 16,-7 5-8-16,1 3 1 0,-1 0 1 15,1 0-4-15,0 8-5 0,-8 1 4 0,8 7 4 16,0 2 8-16,-2 4-10 0,2 4 6 0,6 7 7 16,0 4-3-16,0 7-3 0,6 0-4 15,2-1 8-15,-2 5-3 0,0-4-7 0,8 0 1 16,-2 0 9-16,1-8 1 0,1-3 1 0,-2 1 14 16,-5-9 12-16,6-3 14 0,-7-1 13 15,1-6 13-15,-7 0 10 0,0-8-6 0,-7 0-5 16,1 2-12-16,-14-9-15 0,8 3-17 0,-8-3-16 15,1-3-33-15,-7 3-69 0,6-5-113 0,-6 1-138 16,7 4-140-16,-1-3-139 0,0 3-186 16,-6-4-46-16,7 4 49 0,5 0 105 0,1-3 123 15,0-1 138-15</inkml:trace>
  <inkml:trace contextRef="#ctx0" brushRef="#br1" timeOffset="-157296.75">8203 8422 48 0,'-6'0'289'0,"6"-3"40"0,0 3 10 0,0 0-31 0,-7-4-53 0,7 4-43 16,0 0-22-16,0-4-14 0,0 4-6 0,0-4-6 15,0 4-3-15,0-3 6 0,0-1 7 0,0 4 7 16,0 0 5-16,0-4 6 0,0 4 5 0,0 0-5 15,0 0-4-15,0 0-11 0,0 4-8 0,0-4-8 16,0 0-9-16,0 4-5 0,0-4-2 0,0 3-4 16,0 1 2-16,7 0-3 0,-7 3 1 15,6 4-13-15,-6 0-18 0,6 3-12 0,-6 5-19 16,7-1-17-16,0 1-20 0,-1-2-7 0,-6 2-5 16,6 0-8-16,2-4-7 0,-8-1-5 15,6 1 0-15,0-5-5 0,-6 2-4 0,0-5-3 16,7 0 7-16,-7-4 1 0,0 2-1 0,0-1 2 15,0-1 4-15,0-3 0 0,6 3-6 16,-6-3-3-16,0 0-1 0,7 0-3 0,-7-3-4 0,7 0 0 16,-1-1 3-16,0-1-3 0,0-1 3 15,2 2 5-15,-2-3 2 0,7 3-2 0,-6-4-3 16,6 5 2-16,-7-4-2 0,7 3-3 16,-6 4 1-16,5-3 2 0,-5 3 7 0,0 0 0 15,-1 3 1-15,1-3-1 0,-1 4 2 16,-6 3-5-16,0 0-4 0,0 1 2 0,0 6 8 15,0-2 1-15,0 2-7 0,-6 1 11 0,-1-1 1 16,7 1-2-16,-13 0-13 0,6 2-7 0,7-1 7 16,-12 2-6-16,5-4-2 0,0 1 1 0,1-1 6 15,0 1 0-15,-1-3-13 0,1-2-17 0,-1 1-35 16,0-3-70-16,1-1-97 0,6-4-113 16,-6 1-109-16,6-4-93 0,-8 0-65 0,8-7-46 15,0 7-66-15,0-7 30 0,0-8 71 0,0 3 89 16,0-2 89-16</inkml:trace>
  <inkml:trace contextRef="#ctx0" brushRef="#br1" timeOffset="-157046.48">8203 8492 114 0,'0'-11'374'0,"0"-5"56"0,0 7 50 0,-6 1-38 15,6 0-85-15,0 1-66 0,0 0-56 0,6 0-39 16,-6 3-40-16,6-4-39 0,8 1-35 0,-2 0-26 16,2-1-18-16,5 1-16 0,-5 0-12 0,12 0-3 15,-7-1 1-15,1 4-6 0,6-3-19 0,-7 4-35 16,1-2-47-16,6 3-65 0,-6-2-70 16,-8 4-86-16,8 0-126 0,-14 0-53 0,7 0 5 15,1 0 38-15,-2 4 56 0</inkml:trace>
  <inkml:trace contextRef="#ctx0" brushRef="#br1" timeOffset="-156728.41">8588 8433 120 0,'-7'-4'361'0,"0"-3"52"0,7 0 43 0,0-1-51 16,-6 1-82-16,6-3-64 0,0 2-51 15,0-3-44-15,0 0-38 0,0 0-36 0,6-1-30 16,1 2-26-16,0-2-16 0,5 3-8 15,2-3-3-15,-2 4-1 0,-5 1-3 16,6 0 9-16,6 4 17 0,-5 3 17 0,-2 0 18 0,2 6 22 0,-1-2 26 16,0 7 22-16,-6 0 11 0,5 3 7 0,-5 2 3 15,6 2 2-15,-7 4-6 0,-6 0-3 16,7 4 3-16,0 3 4 16,-1 4-4-16,-6-3-10 0,0-1-15 0,0 3-22 0,0-3-29 15,0 5-26-15,0-5-22 16,0 0-15-16,0-3-14 0,7-1-17 0,-7-6-42 15,0 0-62-15,0-2-69 0,0-5-80 0,6-2-82 0,-6-3-77 0,0-3-48 16,0-4-43-16,0 0-73 16,0 0-11-16,-6-4 37 0,6-3 63 15,-7-3 73-15</inkml:trace>
  <inkml:trace contextRef="#ctx0" brushRef="#br1" timeOffset="-156510.95">8665 8547 173 0,'0'-4'433'16,"0"1"81"-16,-6-1 77 0,6 4 8 0,0-5-44 16,0 5-34-16,6-3-19 0,8 0-20 15,-2-1-30-15,2-3-54 0,5 4-74 0,1-6-71 16,0 2-70-16,6 4-57 0,-1-4-48 0,1 3-34 16,1-4-19-16,-1 5-18 0,-6-2-41 0,-1 3-89 15,-6-3-141 1,0 3-154-16,-7 2-157 0,1 0-183 0,-7 0-135 15,0 0-4-15,0 0 91 0,0 0 131 0,-7 7 142 16</inkml:trace>
  <inkml:trace contextRef="#ctx0" brushRef="#br1" timeOffset="-155602.8">7193 8782 348 0,'0'3'419'0,"0"0"50"0,0 1 7 0,-6-4-81 16,6 0-66-16,6 0-42 16,-6-4-32-16,6 1-16 0,8 0-12 0,-8-6-17 0,13 3-24 15,1-2-32-15,0-3-31 0,6 4-31 0,-7 0-28 16,7-5-26-16,1 5-17 0,-1-1-11 0,0 5-4 15,0-4-1-15,-1 3-5 0,-5 1-2 0,7-1-2 16,-8 0-13-16,-6 4-37 0,0-4-59 0,0 1-75 16,-6-1-84-16,-1 4-87 15,0-4-93-15,-6 4-117 0,0 0-27 0,-6-10 31 0,6 2 63 16,-6-3 77-16</inkml:trace>
  <inkml:trace contextRef="#ctx0" brushRef="#br1" timeOffset="-155382.64">7441 8521 120 0,'-7'-4'398'0,"7"1"71"0,0 0 65 0,0 3-7 0,-6 0-55 0,6 3-40 0,-7 4-28 15,7 3-24 1,0 6-22-16,0-2-32 0,0 9-55 0,7 2-57 16,-7 4-50-16,0 4-42 0,0 0-15 0,0 7-51 15,0-2-40-15,0 1-65 0,0 1-107 0,6 2-132 16,-6-3-159-16,7-5-134 0,-7-2-167 15,0-2-46-15,6-1 45 0,1-4 96 0,0-3 119 16</inkml:trace>
  <inkml:trace contextRef="#ctx0" brushRef="#br1" timeOffset="-153383.29">7767 10166 32 0,'6'0'256'0,"-6"0"36"0,0-5-12 16,0 5-30-16,6 0-37 0,-6 5-37 0,0-5-18 15,0 0-13-15,0 3-4 0,0-6 3 0,0 3 8 16,8-5 5-16,-8 3 8 0,0 2 16 15,-8-4 22-15,8 4 23 0,0-4 25 0,0 0 27 0,0 4 28 16,0-3 23-16,0-1 11 0,0 4 7 16,0-4 0-16,0 4-10 0,0-4-19 0,0 4-25 15,0 0-35-15,0 0-39 16,0 0-41-16,0 0-49 0,0 4-24 0,0 0-26 0,0 3-15 16,0 1-12-16,8-2-11 0,-8 9 3 15,6 1-15-15,0-2-10 0,-6 1-7 0,7-1-5 0,-1 2-1 16,1-2-6-16,-1-3 6 0,-6 3-4 15,7-3-1-15,-1-3 2 0,-6-1-4 16,6-4 1-16,-6 4-8 0,0-3 8 0,8 1-2 16,-8-5-4-16,0 3 3 0,6-3 0 0,0 0 0 15,-6 0-5-15,7-3 3 0,0 3-1 0,-1-5 0 0,0-1-1 16,7-2 2-16,-6 4-3 16,6-3 4-16,-7 3 0 0,8 0-3 0,-8 1 0 0,7-1-1 0,0 1 5 15,0 3-3-15,-7 0-1 0,8 0 4 16,-2 0-5-16,-5 3 5 15,6-3-6-15,-13 4 3 0,7-1 7 0,-1 5-1 0,-6-4 8 16,0-1-3-16,0 4 8 0,0 0-5 0,-6 2-1 0,6 5-2 16,-7-3 1-16,7 1-2 0,-13-2-3 0,6 5 0 15,1-1 0 1,0 1 2-16,-8-4-3 0,8 3-1 0,0 2-6 16,-7-7-21-16,6 0-36 0,0 1-53 0,-5-2-75 15,5-1-107-15,-6-3-114 0,7 4-106 0,-1-6-92 16,0-2-57-16,1 0-32 0,-1-2-30 15,7 2-18-15,0-4 52 0,-6-4 88 0,0-3 91 16,6 5 96-16</inkml:trace>
  <inkml:trace contextRef="#ctx0" brushRef="#br1" timeOffset="-153178.18">7812 10118 21 0,'-6'0'377'0,"6"-3"77"0,-7 3 54 0,7-4 12 0,0 0-84 0,-6 4-79 0,6-4-68 16,0 1-63-1,0-1-49-15,0-3-45 0,6 4-44 0,1-5-41 0,6 1-19 0,0-1-15 16,-1 5-11-16,2-5-9 16,-1 1-14-16,0 2-32 0,6-1-60 0,-5 3-68 0,-2-2-71 0,2 2-79 15,-2 3-115-15,-12 0-70 0,7 0 0 0,6 0 40 16,0 3 57-16</inkml:trace>
  <inkml:trace contextRef="#ctx0" brushRef="#br1" timeOffset="-152814.29">8053 10100 341 0,'-6'-4'407'0,"-1"1"47"31,1-1 1-31,-1-3-79 0,7-1-74 0,-7 5-59 15,7-5-48-15,7 1-41 0,-7 3-37 0,7-8-35 16,-7 10-32-16,6-5-22 0,1-1-11 0,-1 4-5 16,1-4-8-16,6 1-1 0,-7 4 1 15,14-4-2-15,-7 3-1 0,0 0-1 0,0 0 10 0,7 4 7 0,-8 4 6 0,2 0 15 16,-1 0 11 0,-1 3 13-16,-5 1 13 0,6-2 10 0,-7 10 17 15,2-7 4-15,-8 11 14 0,0-2 14 0,0 0 10 16,0 4 5-16,6 0 2 0,-6 4 3 15,6 6-12-15,-6 2-22 0,-6-5-21 0,6 4-26 16,0-3-25-16,0 1-19 0,-6-4-13 0,6 2-12 0,0-3-25 0,0-4-38 0,0-5-51 31,0-5-68-31,0-1-83 0,0-3-77 0,0-1-80 16,6-3-39-16,-6-4-57 0,0 0-82 0,0 0 1 16,0-11 41-16,0-1 72 0,0 2 67 15</inkml:trace>
  <inkml:trace contextRef="#ctx0" brushRef="#br1" timeOffset="-152580.33">8164 10257 309 0,'-6'-4'436'0,"6"2"70"0,-8 2 33 16,2-5-60-16,6 5-64 0,0-3-60 0,0-1-38 31,0 4-37-31,0-7-23 0,6 3-42 0,2 0-48 15,-2 1-33-15,0-1-34 0,8 1-31 0,-8 3-26 16,7-4-17-16,0 0-13 0,0 4-13 16,1 0-7-16,-2 0-7 0,1 0-31 0,1 0-57 15,-2 4-87-15,-6-4-94 0,8 0-104 0,-8 0-126 16,-6 0-126-16,0 0-23 0,0 0 46 0,0 0 77 16,14 0 92-16</inkml:trace>
  <inkml:trace contextRef="#ctx0" brushRef="#br1" timeOffset="-152212.8">8705 10181 388 0,'-6'3'467'0,"6"-3"76"15,0 4 55-15,0 0-57 0,0-4-68 0,0 0-63 16,0 0-58-16,0 0-62 0,0 0-77 15,6-4-70-15,0 0-55 0,1 1-41 0,-1-2-20 16,1-2-14-16,6-1-12 0,-7 6-27 0,1-6-54 16,6 4-76-16,-7-3-95 0,-6 7-86 0,7-4-82 15,0 0-91-15,-7 4-92 0,0 0 1 0,0 0 49 16,0 0 68-16,0 0 76 16</inkml:trace>
  <inkml:trace contextRef="#ctx0" brushRef="#br1" timeOffset="-152045.09">8718 10290 85 0,'-7'7'396'16,"7"1"77"-16,-6-4 65 0,6-1-7 0,0 1-71 16,0-1-50-16,0-3-51 0,0 0-35 15,6 0-35-15,1-3-38 0,-1-1-50 0,1 1-53 16,6-1-47-16,0 0-38 0,-6 0-31 0,5 1-46 0,8-1-76 16,-13 1-113-16,5 3-125 15,-4-5-153-15,-8 5-177 0,0 0-66 16,0 0 19-16,0 0 81 0,0 0 110 0</inkml:trace>
  <inkml:trace contextRef="#ctx0" brushRef="#br1" timeOffset="-150974.52">9370 10031 272 0,'0'3'463'0,"0"1"86"0,0-2 86 0,0 3-36 0,-7-2-83 0,7-3-44 0,0 0-46 15,-7 4-55-15,7-4-61 0,0 0-72 0,0-4-48 16,0-4-64-16,0 2-50 0,0 3-33 15,7-5-25-15,-7 4-7 0,7-4-6 0,-1 1-6 16,0 0 0-16,1 0 7 0,0-1-2 0,6 5-8 16,-7-1 1-16,8 1 9 0,-8 6-8 0,6 1-8 15,-5 3 6-15,6 4 4 0,-6-4-16 0,-1 8 2 16,8 0 21-16,-8-1 1 0,-6 5-1 16,0 3-2-16,0 0 23 0,0 3-15 15,0-2-7-15,-6 2-3 0,-1-3-4 0,-6 4 6 16,6-5-4-16,1 2 5 0,-8-5 0 0,8-3 4 0,-6 0-4 15,-2-4-5-15,8-4-2 0,-7 0 6 16,6-3-8-16,-6-2-4 0,7-2 1 0,-1 0-1 16,0-2 7-16,1-2-9 0,6-3 2 0,0 0-7 15,0 2 8-15,0-1 1 0,6-2-2 16,1 4 2-16,6-3 4 0,-7 3 7 16,8 0-2-16,-1 1-33 0,-1 3 10 0,2-4 11 0,-2 4 1 15,-5 4 3-15,6-1-2 0,0 1 38 0,1 0-13 16,-2 0-19-16,2-1-5 15,-8 1-32-15,7-1-41 0,-7 2-72 0,1-5-86 16,0 0-87-16,-1 2-95 0,-6-2-60 0,6-2-70 0,-6 2-73 16,0 0-6-16,7-8 48 0,-7 1 70 0,7-1 79 15</inkml:trace>
  <inkml:trace contextRef="#ctx0" brushRef="#br1" timeOffset="-150740.52">9682 9997 137 0,'0'-15'381'0,"7"5"66"0,-7-1 67 0,0-4-14 0,0 5-39 0,0-2-25 15,0 1-2-15,0-4 6 0,-7 7 4 16,7 2-18-16,0-2-24 0,0 13-31 0,0-5-40 0,0 3-47 0,0 7-51 16,0 2-44-16,7-1-42 15,-7 8-34-15,6 2-34 0,-6 4-24 16,7 2-20-16,0 4-15 0,-7 0-15 0,6 1-36 15,-6 1-78-15,0 0-117 0,6 1-148 0,-6-9-156 16,6 0-141-16,-6 2-132 0,0-6-108 0,0-3 20 0,8 1 95 0,-8-2 129 16,0-5 135-16</inkml:trace>
  <inkml:trace contextRef="#ctx0" brushRef="#br2" timeOffset="-146592.45">8939 9668 195 0,'7'-8'414'0,"-7"1"73"0,7 0 79 0,-7 3-24 0,0 1-48 0,0-1-29 16,0 4-7-16,0 4-1 0,0 3 2 0,6 3-20 15,0 9-31-15,1 6-32 0,0 6-40 16,5 1-42-16,2 8-61 0,5 8-45 0,1 3-40 16,0 4-37-16,-1 3-33 0,0 5-26 0,0-1-18 15,1 4-16-15,-6 0-13 0,-2-3-25 0,-5-5-46 16,-1-4-82-16,8-8-117 0,-14-7-132 0,6-3-129 15,-6-10-115-15,0-8-76 0,0-6-53 0,0-12-59 32,0 0 40-32,6-15 87 0,-6 0 107 0,8-7 106 15</inkml:trace>
  <inkml:trace contextRef="#ctx0" brushRef="#br2" timeOffset="-146141.4">8998 9789 350 0,'-13'-20'512'16,"7"3"97"-16,-1 5 92 16,0-2-56-16,-5 3-83 0,5 0-77 15,7 1-74-15,0 1-83 0,0-1-82 0,0-1-73 16,7 0-62-16,5-3-44 0,2 2-34 0,5-3-17 16,7 1-10-16,6 3-29 0,1-3 11 0,-1 2 2 0,8 1 7 0,5 5 4 0,-5-3-1 31,5 6 27-31,-6 3-16 0,7 0-9 0,-7 0-6 15,0 3 1-15,1 1-1 0,-2-4-5 0,1 5 2 0,1-5-9 16,-1 0 4-16,-7 0 1 0,1-5-4 16,-7 1-9-16,0 1-7 0,0-4 9 15,-7 0-10-15,1 3-7 0,0-4 5 0,-7 5 14 16,-7-1 12-16,0 1 10 0,2 3 11 0,-2 0 9 16,-6 0 21-16,6 3 28 0,1 1 37 0,-7 7 30 15,6 0 32-15,-6 3 35 0,0 5 18 16,7-1-1-16,-7 4-9 0,6 4-10 0,-6-4-14 15,7 7-17-15,-1 0-21 0,-6 4-11 0,7 4-12 16,0 4-6-16,-1 2-9 0,0 1-10 0,1 4-9 16,0-1-13-16,-1 1-18 0,-6 3-18 15,6-3-15-15,1 0-11 0,-7-1-12 0,6 1-7 16,-6-5-5-16,7-1-4 0,0-6-9 0,-1-7-18 16,0 1-32-16,2-9-40 0,-2 1-50 15,0-8-65-15,-6 1-85 0,0-3-90 0,0-5-102 16,0-4-88-16,0-3-61 0,0 0-35 0,0-3-11 15,-6-1-13-15,6 4 4 0,0-7 61 0,-6-1 77 16,-2 1 84-16,2 4 92 0</inkml:trace>
  <inkml:trace contextRef="#ctx0" brushRef="#br2" timeOffset="-145745.5">9447 10712 267 0,'-18'11'429'0,"-9"-4"74"0,7 4 60 0,1 0-36 0,6-3-35 0,0-1-13 16,0 0-2-16,6 0-2 0,-5-3-13 15,5 0-33-15,7 0-52 0,-7-1-52 0,7-3-43 16,7 0-32-16,0 4-29 0,5-4-13 0,1-4-1 16,13 4-14-16,7-7-19 0,-1 3-14 15,14-7-17-15,-1 1-15 0,8-5-15 0,6 3-15 16,-1-2-15-16,7-5-21 0,-6 4-15 0,0-2-30 15,-7 2-17-15,0 1 0 0,-13 2 0 0,0 1 0 16,0 3 0-16,-13 2 0 0,0 2 0 0,-6-1 0 16,-7 2 0-16,1 0 0 0,-2 3 0 0,-6-4 0 15,1 4 0-15,0 0 0 0,-1 0 0 0,-6 0 0 16,0 0 0-16,7 0 0 0,-7 0 0 0,0 0 0 16,0 0 0-16,0 0 0 0,0 0 0 0,0 0 0 15,0 0 0-15,0 0 0 16,0 0 0-16,0 0 0 0,0 0 0 0,0-4 0 0,-7 4 0 0,7-3 0 15,-6 3-97-15,-1 3-411 0,0-3-200 16,1 0-163-16,-6 0-156 0,4-3-105 0,-4 3 28 16,12 0 130-16,-7 0 190 0,0 3 180 0</inkml:trace>
  <inkml:trace contextRef="#ctx0" brushRef="#br2" timeOffset="-144506.41">1055 13539 173 0,'7'-31'412'0,"-7"-3"81"0,0 5 87 16,-7 7 11-16,1 0-18 0,6 3 10 15,-7 5 32-15,14 3 17 0,-14 4 10 16,7 3-38-16,-7 4-61 16,1 7-75-16,6 8-86 0,-6 6-71 0,6 13-78 0,0 2-50 0,6 8-40 15,-6 4-113-15,6 7-30 0,1 4 0 16,6-1 0-16,-6 8 0 0,-1-4 0 16,8 1 0-16,-8-5 0 0,6-3 0 0,-5-7 0 15,0-1-273-15,-1-10-187 0,7-4-183 16,-6-8-151-16,6-10-102 0,-1-4-101 0,-4-3-26 15,-8-8 82 1,6-8 146-16,0 1 152 0,1-12 139 0</inkml:trace>
  <inkml:trace contextRef="#ctx0" brushRef="#br2" timeOffset="-144240.62">859 13961 80 0,'-19'-7'360'15,"6"3"55"-15,-6-3 42 16,5 0-31-16,2 0-95 16,5-5-71-16,-6 4-54 0,6 1-36 15,1-3-22-15,6-2-13 0,0-2-4 0,6 2-11 16,7-2 0-16,1-4 1 0,5 0-3 16,7-5-11-16,6 1-13 0,8-4-14 0,-1 5-19 0,6-1-18 15,1-3-21-15,-1 3-13 0,1 0-9 16,-7 3-6-16,0 0-27 15,1 5-49-15,-8 3-62 0,-6 0-78 0,7 8-83 0,-14-4-117 16,1 7-123 0,-8 0-31-16,-12 0 23 0,8 7 55 0,-8-7 72 0</inkml:trace>
  <inkml:trace contextRef="#ctx0" brushRef="#br2" timeOffset="-144016.93">997 13972 111 0,'-14'15'418'0,"8"-8"68"0,-7 0 52 0,7 1-12 16,-2-4-106-16,2-1-95 0,0-3-72 0,6 0-48 31,0-3-42-31,12-5-37 0,2 1-24 0,5-4-32 0,7-4-24 0,0 1-21 31,7-5-14-31,6 5-7 0,-6-2-38 0,0 3-56 0,6 1-75 0,-7 1-85 0,1 7-104 31,-1 1-160-31,-12 3-67 0,-1 3 6 0,1 5 52 16,-8-1 73-16</inkml:trace>
  <inkml:trace contextRef="#ctx0" brushRef="#br2" timeOffset="-143604.41">1485 13946 199 0,'0'-7'419'0,"-6"4"72"0,6-1 62 15,-6 1-49-15,-2 3-89 0,2 0-81 16,0 3-70-16,-1 4-62 0,7 0-58 16,-7 5-52-16,7 2-34 0,0 1-23 0,0 3-12 15,0 0-9-15,7 9-6 0,-7-6 0 16,7 4 7-16,-1 1-7 0,0-4-2 0,-6 0-3 16,8-4 2-16,-2-2-2 0,-6-2-12 15,0-7 3-15,0 1 2 0,6-5 0 16,-6-3 0-16,-6-3 3 0,6-1 1 15,0-7-4-15,-6 0-2 0,-2-8 6 0,8 1-1 16,-6-4 0-16,0 0-5 0,-1-4 7 16,0-3 0-16,7 4 1 0,-6-4 7 15,-1 0 14-15,1 3 20 0,0 0 23 0,6 3 22 16,0 6 17-16,-7-2 2 0,7 9-8 16,0-5-15-16,0 7-20 0,7-3-13 0,-1 4-7 15,0 0 1-15,7 3-1 0,1 4-5 16,-2-3-3-16,8-1-11 0,0 4-13 15,-1-4-10-15,1 0-15 0,0 4-45 0,-1-3-89 16,1-1-107-16,-1 0-119 16,0 0-163-16,1-2-147 0,-7-2-35 0,1 0 45 15,-8 1 86-15,6-3 105 0</inkml:trace>
  <inkml:trace contextRef="#ctx0" brushRef="#br2" timeOffset="-143150.7">2280 13360 167 0,'6'-7'405'0,"-6"0"78"0,0 4 82 0,0-6 4 0,-6 6-14 0,6 3-9 0,-6 0 3 15,-1 3-7-15,7 2-28 0,-13 6-37 0,6 3-60 16,-5 4-62-16,-2 8-51 15,2 3-47-15,-2 8-39 0,1 3-51 0,7 4-41 16,-7 7-24-16,0 5-28 0,7-2-16 16,-2 8-5-16,2 5-1 0,6-1-1 0,6 4 1 0,-6-2-5 15,14-1-7-15,-8-2-10 0,14-3-9 16,-7-3-8-16,7-3-7 0,-1-13-5 0,7-2 0 16,-6-4-4-16,0-12-2 0,5-3-3 0,-12-4-5 15,6-3-33-15,1-7-70 0,-6-6-130 0,-2-2-174 0,-5-2-192 0,6-6-171 16,-13-3-161-16,0 1-113 0,0-6 35 0,0-2 124 15,0-1 168-15,0-3 161 0</inkml:trace>
  <inkml:trace contextRef="#ctx0" brushRef="#br2" timeOffset="-137978.85">2639 13917 211 0,'0'-3'431'0,"-7"-2"71"0,7 2 72 0,-7-3-37 0,1 2-68 0,-1-4-58 0,1 0-51 15,0 1-47-15,6 0-55 16,-8-1-56-16,8 1-54 0,-6-4-44 0,6 0-37 0,0 0-28 16,0 1-11-16,6-2-11 0,2-3-8 0,-2 5-5 15,0-5-5-15,1 7 3 0,6-2-7 0,0 2 5 16,0 1 11-16,0 3 13 0,0 4 22 16,7 0 17-16,-1 4 16 0,0 6 16 0,-5 2 3 15,5-1-2-15,-6 4 1 0,6-1 1 0,-5 1 3 16,-8 3-5-16,1 4-1 0,0-4-3 15,-1 4-11-15,-6 0-14 0,-6 1-16 0,6-2-18 16,-7 2-5-16,-6-2-9 0,7 2-8 0,-8-2-3 0,1-3-1 0,0 1 4 16,0-1-8-16,1 1-3 15,-2-8 0-15,1 4 0 0,0-5 0 0,7-3 0 16,-1 1-1-16,1-1-1 0,-1-3-6 0,7-1 1 16,-7 2-4-16,7-5 0 0,7 0 0 0,-7 0 3 15,7 0 6-15,-1 0-19 0,7-5 11 0,-7 5 2 0,14-3 5 16,-6-1 1-16,5 4-2 0,-6-3 16 0,6-1-18 15,1 4-39-15,-7-4-65 0,6 0-87 0,-6 1-89 16,1 3-91-16,-2-4-87 0,2 1-54 0,-1-1-20 16,-7 1-26-16,7-6-51 0,-6 3 9 0,-1-5 53 15,8-1 68-15,-8-2 69 16</inkml:trace>
  <inkml:trace contextRef="#ctx0" brushRef="#br2" timeOffset="-137735.56">3160 13723 64 0,'0'-7'367'0,"6"3"63"0,-6 0 60 0,0 0-4 0,0 1-56 0,0 3-42 15,0 3-40-15,0 1-28 0,-6 4-30 0,-1 3-40 16,1 4-39 0,-1-1-41-16,0 5-34 0,1 2-26 0,0 1-25 0,0 0-16 0,-8 7-20 0,8 2-15 15,-1-2-11-15,-6 3-11 0,6-3-5 0,1 4-14 16,0-4-15-16,-1-2-30 0,7-1-47 0,-7-9-52 15,7 2-58 1,-6-5-59-16,6-3-48 0,0-4-31 0,0-7-9 16,0 0 3-16,6-3-8 0,-6-8-17 0,7-4-21 15,-7 1-3-15,7-1 21 0,-7-7 33 0,6 0 58 16</inkml:trace>
  <inkml:trace contextRef="#ctx0" brushRef="#br2" timeOffset="-137512.42">3095 13764 224 0,'6'-16'331'16,"-6"1"29"-1,6 1-19-15,-6 3-47 0,0 4-63 0,8 0-40 16,-8 3-18-16,0 1-4 0,6 3 6 0,0 3 2 16,0 4 7-16,-6 0 4 0,7 5-1 0,6 2-6 15,-6 4-8-15,-1 5-8 0,8-1-17 0,-2 0-20 16,2 3-23-16,-2 4-25 0,-5 2-22 0,6-6-22 16,0 0-22-16,0 0-14 0,0-2-25 0,0 0-53 15,-6-2-63-15,-1-6-72 0,1-1-67 0,-1-3-71 0,0 0-65 0,-6-8-68 0,0-3-50 16,0 0 13-1,0 0 43-15,0 0 56 0,-6-7 78 0</inkml:trace>
  <inkml:trace contextRef="#ctx0" brushRef="#br2" timeOffset="-137326.92">3010 13987 361 0,'-7'3'432'0,"7"-3"57"15,-6 4 19-15,6 0-75 0,0-4-64 0,0 3-52 16,6-3-39-16,-6 4-34 0,7-4-35 0,6-4-38 15,-6 1-40-15,12-1-33 0,-6-3-28 0,7-1-25 16,-1 1-20-16,1-4-9 0,-1 0-10 0,1 0-22 16,0 1-45-16,-8-2-63 0,2 1-79 0,-2 1-85 0,-5-2-87 0,6-3-108 0,-6 4-88 15,-1 1-4 1,0-1 42-16,-6-1 64 0,7-2 77 16</inkml:trace>
  <inkml:trace contextRef="#ctx0" brushRef="#br2" timeOffset="-137027.47">3251 13416 97 0,'6'-8'363'0,"-6"1"55"0,7 3 53 0,-7 0-20 16,7 0-63-16,-1 4-39 0,7 4-28 0,-6 0-16 15,-1 0-15-15,1 3-37 0,5 3-10 16,2 5-19-16,-2 0-2 0,2 8 12 0,5-3 3 15,-5 11 18-15,4 1 1 0,-4 1 5 0,6 4-3 16,-7-1-17-16,-1 5-6 0,2 0-13 0,-8-2-25 16,0 5-28-16,1 0-31 0,0 1-28 0,-7-1-32 15,0-1-28-15,0 2-19 0,-7-2-14 0,7-2-9 16,-7-1-10-16,1-3-6 0,0-8-6 0,-1 0-32 16,0-3-56-16,-5-4-74 0,5-7-100 0,-6-1-118 15,6-6-117-15,1-5-92 0,-8-3-52 0,8-3-22 16,0-5-15-16,6-4-36 0,-6 2 40 0,6-5 76 15,0 1 86-15,6-5 84 0</inkml:trace>
  <inkml:trace contextRef="#ctx0" brushRef="#br2" timeOffset="-136792.41">3746 13896 139 0,'7'-4'434'0,"-7"4"84"0,6-4 84 16,-6 4 18-16,7 0-71 0,-7 0-71 16,6 0-64-16,0-4-59 0,2 4-69 0,-2-4-73 0,0 1-64 15,0 3-50-15,2-4-36 0,4 0-24 0,-5 1-16 16,-1 3-8-16,8-3-19 0,-8 3-62 16,6-5-90-16,-4 1-109 0,-8 1-104 0,6 0-113 0,0 3-139 15,-6 0-72-15,0 0 17 0,0 0 71 0,0 0 85 16,0 0 98-16</inkml:trace>
  <inkml:trace contextRef="#ctx0" brushRef="#br2" timeOffset="-136632.41">3786 14071 117 0,'-8'15'447'0,"8"-5"106"16,0-1 100-16,0-3 48 0,0 2-43 0,8-5-46 16,-2 0-44-16,0 2-47 0,0-5-52 0,2 0-63 15,4 0-81-15,1-5-76 16,1 2-66-16,-2 0-57 0,2-1-45 0,5 0-52 15,-6-2-41-15,0 1-94 0,-7 1-161 0,2 4-210 16,-2-3-202-16,-6 3-233 0,0 0-109 0,6 3 12 0,8-3 120 16,-8 0 187-16,0 0 190 0</inkml:trace>
  <inkml:trace contextRef="#ctx0" brushRef="#br2" timeOffset="-135754.3">10438 9760 301 0,'0'0'513'0,"0"-4"128"0,7 4 147 0,-7 0 21 16,0 4 14-16,6-1-15 0,-6 1-27 0,0 3-47 16,0 0-83-16,6 4-101 0,1 0-114 0,0 1-106 15,-1-2-304-15,0 5-26 0,2-4 0 0,-2-1 0 16,7 2 0-16,-7-4 0 0,7-5 0 16,0-3 0-16,1-3 0 0,-2-13 0 0,8-2 0 15,6-14 0-15,7-9 0 0,6-7 0 0,7-10 0 16,-1-4 0-16,1-5 0 0,-1-6-219 0,-12 7-758 15,-1-7-269-15,7 3-138 0,-13-3-17 16,20 3 129-16,-7 5 315 0,7 6 393 0</inkml:trace>
  <inkml:trace contextRef="#ctx0" brushRef="#br2" timeOffset="-134467.14">4887 13118 385 0,'-7'4'478'0,"7"0"72"0,-6 0 48 0,-1-4-62 0,0 0-72 16,1 0-59-16,0-4-54 0,6 4-45 0,-8-4-59 15,2-3-62-15,6 3-53 0,0-3-44 0,-6 0-32 16,6-1-13-16,6 1-14 0,-6 0-12 0,6-1-10 16,2 1-3-16,-2 0 0 0,0 0-14 0,8 2 3 15,-8-2 6-15,7 7 9 0,0 0 8 16,0 0 8-16,-7 7 5 0,8 1 21 0,-1 6 14 16,-7 1 3-16,1 4 7 0,-1 2 4 15,-6 1 3-15,0 8-20 0,0-4-10 0,-6 0-6 16,-1-1-10-16,-6 0-12 0,7 5-1 0,-8-8 9 15,2 4 2-15,-8-4 5 0,7-1 9 16,0-2 12-16,-6-5 3 0,5 1-4 0,1-4 1 16,0-4 0-16,0 0-7 0,1-2-9 0,4-2-3 15,2 0-2-15,0-3-6 0,-1 4-12 0,7-4-1 16,0 0-8-16,0 4-8 0,0 0-6 16,7-4-1-16,-1 0 9 0,0 0-8 0,8 0 4 0,-1 0 1 15,6 0 3-15,0 0-2 0,1 2-6 16,0 3 10-16,-1-1-7 0,1-1-1 0,0 2-4 15,-1-3-5-15,1 2-69 0,-8 0-78 16,2-4-111-16,-8 4-126 0,7-8-117 0,-6 0-104 16,-1 0-44-16,7-3-59 0,-13-5-7 0,7-2 64 0,0-1 85 15,-1-2 95-15,0-2 101 0</inkml:trace>
  <inkml:trace contextRef="#ctx0" brushRef="#br2" timeOffset="-134262.85">5160 13130 55 0,'0'-12'387'0,"6"2"77"0,1 3 80 0,-7-1 32 0,0 4-42 0,0 1-32 16,0 3-16-16,-7 0-11 0,7 0-19 0,0 7-41 15,0 4-49-15,-6 0-62 0,6 0-64 0,0 8-61 16,-6-2-53-16,6 5-41 0,0 7-38 16,-6-3-21-16,6 7-19 0,0-3-29 0,0 2-55 15,6 2-91-15,-6-1-118 0,6-4-128 0,-6 0-121 16,13-3-93-16,-13-1-103 15,7-2-60-15,-1-5 41 0,-6 0 87 0,7 0 103 16,-1-3 105-16</inkml:trace>
  <inkml:trace contextRef="#ctx0" brushRef="#br2" timeOffset="-133881.83">4509 14105 95 0,'0'3'406'0,"0"-3"71"0,0 0 72 0,6 0 23 0,-6-3-67 15,7 3-56-15,-1-5-33 0,0 1-25 16,8 4-26-16,-2-7-34 0,8 4-40 0,0-1-39 0,5-3-38 16,8 3-24-16,0-3-30 0,6 0-31 15,6 0-26-15,1-1-18 0,0 0-20 16,6 4-19-16,-6-3-15 0,6 5-12 0,-6 2-10 0,-1-5-8 0,1 5-1 16,-7 0-1-16,-1 5 1 15,2-5-8-15,-7 0 0 0,-7 0-29 16,-1 2-63-16,-5-2-95 0,0 0-120 0,-7 0-115 0,0-2-112 0,-6 2-87 15,-7 0-92-15,0 0-37 16,0 0 47-16,0 0 85 0,0 0 98 16,0 0 104-16</inkml:trace>
  <inkml:trace contextRef="#ctx0" brushRef="#br2" timeOffset="-133212.08">4789 14437 138 0,'-6'4'387'0,"-2"-4"66"0,2 0 64 0,0 0-23 0,-1-4-50 16,7 4-42-16,-7-3-30 0,1-1-32 0,6 0-25 31,-6 0-31-31,6-3-34 0,0-4-30 15,0 4-29-15,0-4-17 0,0 4-21 0,0 0-25 0,6-4-20 0,0 3-16 0,-6 0-7 0,7 1 0 32,0 4 13-32,-1-2 22 0,8 5 25 0,-2 0 30 15,-5 5 17-15,6 2 15 0,0 4-9 16,-1 3-16-16,2 5-25 0,-1 7-28 0,0-1-28 16,-6 8-29-16,5 1-20 0,-5 3-16 0,0 2-16 15,-1 1-8-15,-6 1-9 0,0-1-3 0,0 4-4 16,0 0-3-16,0-4-1 0,0 1-6 0,0-4-18 15,-6-5-43-15,6 1-59 0,-7-3-82 16,7-5-106-16,0-3-122 0,0-8-112 0,0 2-81 16,0-5-47-16,0-4-19 0,-7-4-8 0,7-3-11 15,0 0 60-15,0 0 86 0,0-10 89 16,0-5 89-16</inkml:trace>
  <inkml:trace contextRef="#ctx0" brushRef="#br2" timeOffset="-133011.35">4756 14877 2 0,'-7'-7'355'16,"-5"3"72"-16,12-4 68 0,-7 1 21 0,1 0-45 16,-1 4-46-16,7-5-43 0,0 4-35 0,-7-3-45 15,7 0-54-15,7 0-57 0,-7-1-51 0,7 1-47 16,6 0-38-16,-1-4-23 0,2 0-13 16,6-1-8-16,-1-3-9 0,0 5 0 0,8-1-4 15,-1 0-25-15,-7-1-54 0,7 6-79 0,-6-2-89 16,-1 1-91-16,1 3-77 0,0-3-93 15,-8 3-84-15,1 4 5 0,0-3 51 0,7 3 70 16,-7 0 71-16</inkml:trace>
  <inkml:trace contextRef="#ctx0" brushRef="#br2" timeOffset="-132524.91">5160 14620 45 0,'0'-4'356'0,"0"2"68"16,6-3 64-16,-6 5-1 0,0 0-46 0,0 0-42 15,0 5-24-15,0-3-23 0,0 6-25 0,-6 4-31 16,6-3-39-16,-6 3-48 0,6 3-45 0,-6 4-38 15,6-5-35-15,-8 8-26 0,8-4-17 16,0 3 2-16,0-1-1 0,0 2-3 0,0-4 4 16,0 0-4-16,8 0-9 0,-8 1-15 0,6-9-8 15,0 6-4-15,0-10-10 0,1 6-3 16,0-9 3-16,6 5 1 0,-7-5-3 0,8-3-3 0,-2 0 0 16,2-3-1-16,-2-5 0 0,1 1 1 15,-6-4 6-15,6 0 3 0,-1-4 1 16,-4 1 7-16,-2-1-1 0,0 1-1 0,1-5-1 15,-7 9-5-15,0-5 0 0,0 4-6 0,0-4-1 16,-7 4 0-16,7 0 3 0,-12-1 0 0,4 5-2 16,2-3 0-16,-6-2 2 0,-2 2 4 15,-5 3-7-15,-1-5 2 0,0 1 2 0,1 0 0 16,6-3-2-16,-6 3-1 0,-1-1 0 0,0-1-2 16,7 1 2-16,1-3 4 0,-2 5 1 0,2-2-2 15,5-3-2-15,0 5-2 0,1-5-4 16,-1 1-4-16,7-2 3 0,0-2 1 0,7-1 3 15,-1 2 2-15,1-2 4 0,6 1-2 0,0 0 2 16,0 0-3-16,6 2 3 0,1 1-1 0,0 5 0 16,-1-1 7-16,-6 3-5 0,6 6 7 15,-5-3 21-15,6 5 29 0,-8 7 33 0,-5 5 28 16,-1 3 33-16,1 7 12 0,-7 3-10 0,0 4-22 16,0 1-32-16,-7 2-32 0,1 2-39 15,-1 2-60-15,1-2-93 0,-8-5-122 0,8 0-154 16,0-7-147-16,0 0-145 0,-8-1-173 0,8-2-30 15,-1-4 58-15,1-5 121 0,6-10 130 0,0 0 142 16</inkml:trace>
  <inkml:trace contextRef="#ctx0" brushRef="#br2" timeOffset="-128496.33">5831 13917 91 0,'0'8'529'0,"0"-4"153"0,0 3 147 0,0-4 119 0,-6 1-56 0,6-4-89 0,0 3-102 16,0-3-117-16,0 0-127 0,0 0-122 0,0 0-108 16,6 0-87-16,1 4-61 0,-7-4-39 0,13-4-19 15,-7 4-13-15,7-3-7 0,1-1-3 0,-8 4-4 16,7-3-7-16,-6-1-41 0,5 4-86 15,2-3-129-15,-1 3-166 0,-7-4-155 0,8 0-136 16,-8 4-89-16,0-4-72 0,-6 4-1 0,0 0 97 16,0 0 120-16,0 0 125 0,6 8 121 15</inkml:trace>
  <inkml:trace contextRef="#ctx0" brushRef="#br2" timeOffset="-128312.28">5910 14096 206 0,'0'9'487'0,"-7"-3"96"0,7-2 91 0,-7 0 6 0,1-1-71 15,6-3-72-15,-6 3-87 0,6-3-73 16,0 0-78-16,6 0-86 0,-6 0-68 0,6-3-59 16,1 0-39-16,6-5-25 0,-7 5-16 0,8 0-8 15,-1-6-47-15,-1 6-107 16,2-4-138-16,-2 3-142 0,-5 1-170 0,-7 3-173 0,7-4-47 16,-7 4 53-16,0 0 113 0,6-4 129 0</inkml:trace>
  <inkml:trace contextRef="#ctx0" brushRef="#br2" timeOffset="-121430.64">6796 13089 263 0,'6'4'412'0,"-6"-4"67"0,0 4 45 0,0 0-41 0,0-4-41 16,0 3-33-16,0-3-12 0,0 0-21 15,0 0-22-15,0-3-28 0,0 3-30 0,0 3-22 16,0-3-33-16,0 0-19 0,0 0-24 0,0 4-12 15,0-4-15-15,0 0-14 0,0 0-11 0,0 0 3 16,0 0 5-16,0 0-3 0,0 0 0 0,-6 0-2 16,6 0 4-16,0 0-9 0,0 0-8 0,0 0-7 15,0 0-5-15,-6 0-12 0,6 0-14 16,0 0-16-16,0 0-13 0,0 0-35 16,0 0-34-16,0 0 0 0,0 0 0 0,0 0 0 0,0 0 0 15,0 0 0-15,0 0 0 0,0 0 0 0,0 0 0 16,0 0 0-16,0 0 0 0,0 0 0 0,0 0 0 15,0-4 0-15,0 4 0 0,0 0 0 0,0 0 0 16,0 0 0-16,0 0 0 0,0 0 0 0,0 0 0 16,0-3 0-16,0 3 0 0,6 0 0 15,-6-4 0-15,0 4 0 0,0 0 0 16,6-4 0-16,-6 4 0 0,0 0 0 0,0-4 0 0,0 4 0 16,6 0 0-16,-6-3 0 0,0 3 0 0,0-4 0 15,8 4 0-15,-8 0 0 0,0-4 0 0,0 4 0 16,0 0 0-16,0-3 0 0,0 3 0 0,0 0 0 15,0 0 0-15,0 0 0 0,0 0 0 16,0 0 0-16,0 0-55 16,0 0-45-16,0 0-50 0,0 0-71 0,0 3-87 0,0-3-104 0,0 0-115 15,-8 0-105-15,8 0-81 0,0 0-46 0,-6 0-56 16,6 0-22-16,0 0 64 0,0 0 100 0,-6 0 110 16,6 0 105-1</inkml:trace>
  <inkml:trace contextRef="#ctx0" brushRef="#br2" timeOffset="-113930.31">6705 13155 228 0,'0'0'402'0,"0"0"57"16,-7 0 40-16,7-4-59 15,-7 4-71-15,1-4-57 0,6 4-49 0,-7-2-40 16,7-3-34-16,-6 2-34 0,6-1-29 0,-6 1-18 0,6-1-4 0,0 0 1 0,0 0 4 31,0 1 11-31,0 3 4 0,0-4 5 0,0 1 4 16,0-1 8-16,0 4-3 0,0-3-18 0,0-1-11 0,6 0-20 0,-6 0-22 0,6-3-26 0,-6 3-19 31,7 1-7-31,-1 0-12 0,1-6-22 16,0 1 11-16,-1 2 7 0,6-2 4 0,2 1-2 15,-1-1 3-15,0 1 18 0,0 0-12 0,1 0-7 16,-2-1-5-16,2 5-3 0,-2 3 2 0,1-4 4 16,1 4-1-16,-2 4 4 0,-6-4 9 0,8 3 10 15,-8 5 3-15,8-1-1 0,-8 0 11 16,7 4 1-16,-7 0 3 0,8 1 2 0,-14 2 1 16,6 1 10-16,0 0 3 0,1 3 5 0,-7-3 0 15,7 2 0-15,-7 2 1 0,6 3-4 16,-6-3-1-16,0 6-10 0,0 1-2 0,0-1-6 15,0 1-9-15,-6-1-9 0,6 1-9 0,-7 3-2 16,7-2-13-16,-7 2-2 0,1-3-2 0,6 3-2 16,0-4-2-16,-6 1-5 0,6-4-21 0,-7-4-48 15,7 0-55-15,0 2-73 0,0-10-80 16,0 1-86-16,-7-3-67 0,7-1-40 0,-6 0-21 16,6-4-12-16,-6-3-31 0,6 0-38 0,0 0 24 15,0 0 50-15,-7-7 61 0,7-1 74 16</inkml:trace>
  <inkml:trace contextRef="#ctx0" brushRef="#br2" timeOffset="-113640.41">6717 13350 82 0,'0'-4'394'0,"0"1"71"0,6-1 63 0,-6-1 9 0,8 5-78 0,-8-3-65 0,0 0-54 16,6-1-43-16,0 0-42 0,1 0-48 0,6 0-48 15,0 1-40-15,7-1-29 0,0 1-26 16,5-2-16-16,1 3-15 0,0 2-10 0,1 0-10 16,-1 0-6-16,0 0-3 0,0 2-4 0,-1-2-2 15,-5 5-3-15,0-2-2 0,-1-3 1 0,1 4-10 16,-7-1-33-16,6 1-43 0,-12 0-58 15,6 0-67-15,-13 3-77 0,7-4-71 0,-1 2-66 16,-6-5-104-16,0 0-35 0,0 0 20 0,-6 7 50 16,6-7 66-16</inkml:trace>
  <inkml:trace contextRef="#ctx0" brushRef="#br2" timeOffset="-113103.27">6640 13987 4 0,'-8'0'397'0,"2"0"95"0,0 0 91 0,-7 0 73 0,6 0-23 0,0 3-26 16,1-3-18-16,0 0-19 0,6 0-26 15,-6 0-46-15,6 0-64 0,0 0-70 0,-8 0-69 16,8 0-62-16,0 0-57 0,0 0-46 0,0 0-36 16,8 0-27-16,-2 0-13 0,0 0-5 15,14 0-1-15,-1-3 1 0,7 3-3 0,7 0 1 16,5-8 1-16,9 4 0 0,-1 1-2 0,5 0 0 16,8-1-2-16,0-3-7 15,-7 3-9-15,7 0-10 0,-8 0-6 0,-5-3-5 0,-1 7-5 0,1-3-3 16,-13 3-1-16,-1-4-1 0,1 4-3 0,-7 0-7 15,-6 0-29-15,-1 4-59 0,-12-1-99 16,6 1-143-16,-7-1-174 0,-6 9-171 0,0-5-126 16,0 0-112-16,-6 5-80 0,0-6 50 0,-1 2 124 15,0-1 152-15,1 4 141 0</inkml:trace>
  <inkml:trace contextRef="#ctx0" brushRef="#br2" timeOffset="-110817.08">6731 14478 160 0,'0'0'443'0,"0"0"90"0,0 0 86 16,0 0 11-16,-8 0-60 0,2 4-45 15,6-1-42-15,-6-3-28 0,6 3-53 0,0-3-56 0,-6 5-64 16,6-5-61-16,0 0-61 0,0 0-64 16,0 0-35-16,6-5-26 0,-6 5-20 0,0-3-13 15,6 0-2-15,0-5 5 0,2 4-3 0,-8-3-1 16,12 1 4-16,-5-2-4 0,6 0-1 16,-6 1-1-16,5-1 3 0,2 4-5 15,-2 2-2-15,2-3 2 0,-1 5 3 0,0 5-1 16,0 1 1-16,-7 5 13 0,8 1-3 0,-8 5-3 0,0 5-2 15,1 1 0-15,-7 2 0 0,0 1-13 0,-7 7 4 16,1 0 4-16,0 0-2 0,-8 4-2 0,8-5-1 16,-7 2 8-16,0-5-12 0,6 0-5 15,-5-3 4-15,-2-1 5 16,8-7 2-16,-8 1-6 0,8-4 4 0,0-1 7 0,-1-6-41 16,7-1 11-16,0 1 11 0,0-5 13 15,0-3 10-15,7 4-10 0,-7-4 37 16,6 0-8-16,8 3-6 0,-2-3-9 0,2 4-2 0,5-1 6 0,1-3-1 15,6 4-10-15,-7 0-2 0,7 0-1 0,-6-1-5 16,6 1-2-16,-7 0-3 16,1-1-19-16,0 0-63 0,-8-3-95 0,1 4-112 15,0-4-116-15,0-4-113 0,-6 4-81 0,0-6-79 16,-1 2-48-16,0-7 38 0,1 0 79 16,0-3 94-16,-1-5 93 0</inkml:trace>
  <inkml:trace contextRef="#ctx0" brushRef="#br2" timeOffset="-110499.58">7181 14482 314 0,'0'-8'466'0,"0"0"85"0,-8 5 62 0,8 3-34 0,-6 0-61 16,6 0-57-16,-6 7-49 0,-1 5-48 0,7 1-46 16,-7 6-54-16,1 3-41 0,-1 4-32 15,1 7-30-15,0 0-21 0,-1 0-15 0,7-1-20 16,0 5-20-16,0-1-19 0,0-2-14 0,7-1-19 15,-1-8-14-15,7 1-6 0,0-3-11 0,0-9-2 16,1 1 0-16,4-8 5 0,2-7-4 0,-1 0 0 16,1-7 4-16,6-8-19 15,-6-4 9-15,-7 1 7 0,7-4 1 0,-8 1 2 16,-5-5 1-16,0 4 20 0,-1 0-12 16,-6 3 8-16,-6 4 18 0,6 1 9 0,-7 7 23 15,7-1-4-15,-7 8 2 0,1 8-20 0,-7-1-28 16,0 11-38-16,0 1-90 0,0 3-109 15,-6 4-146-15,-1 3-151 0,0 0-135 0,1 1-167 16,5-5-83-16,2 1 32 0,-2-4 104 0,8 3 131 16,6-7 133-16</inkml:trace>
  <inkml:trace contextRef="#ctx0" brushRef="#br2" timeOffset="-110114.56">8125 14361 330 0,'7'-8'515'0,"-1"-3"114"0,-6 11 106 0,6 0-19 0,-6 3-51 15,-6 9-59-15,6 3-71 0,0 6-79 16,-13 6-78-16,6 4-99 0,-6 6-64 16,1 8-53-16,-2 2-38 0,-5 5-26 0,-1 7-27 0,-12 7-7 0,6 3-31 15,-7 7-16 1,1 9-13-16,-1-1-11 0,-7 3-18 0,8-2-50 0,7-3-74 0,-9-9-101 0,15-4-114 15,-1-10-114 1,8-5-87-16,4-9-50 0,2-9-10 0,0-7-15 16,6-3-17-16,0-8 43 0,0-7 65 0,6-3 74 15,-6-8 79-15</inkml:trace>
  <inkml:trace contextRef="#ctx0" brushRef="#br2" timeOffset="-109947.06">8125 15031 188 0,'19'-26'531'15,"1"4"135"-15,-14 11 121 0,1 8 23 0,-14 10-87 32,1 8-118-32,0 6-140 0,-14 13-124 0,7 6-124 0,-7 3-185 0,-6 9-209 0,0 7-214 0,0 6-286 31,-7 1-161-31,8 8-75 0,-1-4 57 0,6-5 116 0,0-3 164 16</inkml:trace>
  <inkml:trace contextRef="#ctx0" brushRef="#br2" timeOffset="-107087.27">9011 13268 74 0,'0'-7'437'0,"0"4"114"0,0-4 107 0,0 3 68 16,0 4-46-16,0-4-52 0,0 4-47 0,0 0-43 16,0 4-36-16,0 0-42 0,7 6-42 0,-1 1-41 15,0 8-31-15,1 2-28 0,6 10-41 0,1 1-41 16,-8 5-35-16,7 3-33 0,0 4-153 0,0 4-15 15,-1-1 0-15,-4-3 0 0,4 0 0 0,-5-4 0 16,0-3 0-16,-1-4 0 0,0 0 0 16,1-7-77-16,-1-5-328 0,-6 2-183 0,0-9-175 15,7-6-123-15,-7-5-95 0,0-3-71 0,0 0 64 16,-7-8 132-16,7-1 163 0,-6-11 148 16</inkml:trace>
  <inkml:trace contextRef="#ctx0" brushRef="#br2" timeOffset="-106819.49">8881 13491 195 0,'-7'-17'420'0,"1"-2"65"0,-1 5 57 16,1-4-49-16,6 7-99 0,0-4-89 15,6 0-71-15,-6 1-57 0,13 3-53 0,1-3-45 16,4 2-35-16,2 5-19 16,7-5-8-16,-1 2 8 0,0 5 18 0,6-1 19 0,-5 2 27 0,-2 4 29 15,1 0 37-15,0 4 55 0,-6 0 35 16,-7 3 49-16,7 3 44 0,-14 2 31 15,8 3 27-15,-14 3-19 0,6 4-21 0,-12 3-50 0,6 4-55 16,-8 9-59-16,2-6-61 0,-7 9-49 0,6 2-39 16,-6-1-24-16,1 1-47 15,5-3-81-15,-6 4-136 0,-1-7-168 0,8-1-190 16,0-2-174-16,-1-9-165 0,1 4-99 16,6-7 37-16,-7 0 118 0,7-4 167 0,0 1 162 15</inkml:trace>
  <inkml:trace contextRef="#ctx0" brushRef="#br2" timeOffset="-90104.24">16602 2124 114 0,'7'8'349'0,"-1"-5"39"0,1 0 28 0,0 2-52 0,-7-5-103 16,0 0-60-16,0 0-40 15,0 0-29-15,0 0-24 0,0-5-24 0,0 5-28 16,0-3-28-16,0 0-27 0,0-1-31 0,0 0-39 0,0 1-52 0,0 0-76 16,0 3-150-16,-7-9-71 0,0-1-23 15,-6 3 12-15,1-5 37 0</inkml:trace>
  <inkml:trace contextRef="#ctx0" brushRef="#br2" timeOffset="-88344.83">1433 1392 359 0,'-19'3'468'0,"-1"-6"67"0,0-1 77 15,-6 1-59-15,13-1-33 0,1 8-2 16,-2-4 12-16,8 3 8 0,-1 1-17 0,0-4-52 16,1 0-82-16,6 0-84 0,0 0-77 15,6 0-60-15,1 0-46 0,6 0-25 0,7 0-8 16,6 0-4-16,7 0-7 0,5 0-9 0,9-4-12 16,4 4-13-16,8-3-11 0,6-1-12 15,7 0-6-15,-1-3-5 0,1 3 3 0,6-3-4 16,-6 0-2-16,0 2-4 0,-7 5-1 0,0-3-10 15,-6 3-17-15,-1 3-18 0,-13-3-27 0,2 5-34 16,-2-1-45-16,-13-1-48 0,8 4-61 0,-14-7-68 16,-1 0-65-16,2-3-58 0,-7-1-43 0,-8 1-27 15,8 6-2-15,-7-3 9 0,0 4 2 0,-6-1-34 0,-7-3-10 16,0 0 30-16,0 0 51 0,0 0 60 0</inkml:trace>
  <inkml:trace contextRef="#ctx0" brushRef="#br2" timeOffset="-88020.18">2677 590 91 0,'-6'-23'334'0,"6"-2"50"0,0-4 52 0,-6 4-36 15,6-2-38-15,0 1-17 0,-7 6-1 0,7-3 5 16,-7 0-1-16,7 6-4 0,0 5 0 0,0 5-14 16,0 7-13-16,0 4-32 0,0-1-19 0,0 1-24 0,0 4-22 15,7-1-12-15,-7 7-20 0,0 8-4 0,7 4-10 16,-7 4-25-16,6 7-31 0,-6 6-6 0,6 4-9 16,1 9-14-16,-7 2-25 0,7 1-38 0,-7-1-65 0,0 5-123 15,6-5-151-15,-6-3-167 0,7-3-151 0,-1-1-120 16,0 0-130-16,-6-3-57 0,7-9 55 0,0-1 119 15,-7-9 135-15,6-4 137 0</inkml:trace>
  <inkml:trace contextRef="#ctx0" brushRef="#br2" timeOffset="-87201.72">983 373 90 0,'7'-11'298'0,"6"-3"41"0,-7-1 29 0,8 1-48 16,-2-2-39-16,-5 2-20 0,6 2-10 15,0 2 4-15,1-1 12 0,-2 3 11 0,-6 5 15 16,8 3 24-16,-8 11 20 0,1 4 31 0,-1 11 6 15,1 7-6-15,0 4-26 0,-1 6-39 16,6 5-48-16,2 7-39 0,-8 4-39 0,7 7-46 16,-6-1-54-16,0 8-92 0,-1-6-139 15,-6 2-213-15,6-3-205 0,-6 0-218 16,0 0-172-16,0-4-33 0,0-8 69 0,0-6 146 16,7-7 169-16</inkml:trace>
  <inkml:trace contextRef="#ctx0" brushRef="#br2" timeOffset="-86565.2">2020 2285 22 0,'6'-7'374'0,"-6"0"70"0,7 0 59 0,-7 2 23 0,0-1-80 15,0 2-65-15,0 0-43 0,-7 4-12 0,7 0-11 31,0 8-9-31,7 3-1 0,-1 3 4 0,0 13-3 0,1-2-24 0,6 8-23 0,0 0-34 0,-6 6-46 16,6 7-43 0,0-3-57-16,0 4-31 0,-1-2-34 0,-4 2-49 0,4-4-68 0,-5-6-92 0,-1 0-90 15,1-4-105 1,-1-4-95-16,1-7-66 0,-1 1-33 16,1-10-25-16,0-4-28 0,-7-9 21 0,0 0 60 0,0 0 76 15,0 0 78-15</inkml:trace>
  <inkml:trace contextRef="#ctx0" brushRef="#br2" timeOffset="-86297.46">2052 2535 238 0,'-7'-29'401'0,"-5"4"57"0,5-1 52 0,-6-1-52 0,6 2-65 0,7-1-40 0,-6 4-29 31,6 4-22-31,0-5-33 0,6 10-33 16,1-6-36-16,6 5-33 0,0-1-27 0,7 4-19 15,6 3-11-15,-7-3-17 0,7 8-13 0,0 3-9 16,-6 0 3-16,-1 0-2 0,1 3 3 0,0 1 21 0,-8 3 32 15,1 1 31-15,-6-1 28 0,-7 8 16 0,0-1 8 16,0 9-10-16,-7-5-24 0,1 4-32 0,-7 3-38 16,0 1-28-16,-6 3-28 0,5 1-21 0,-5 0-23 15,-1-5-29-15,0 4-31 0,8-8-48 0,-8 2-66 16,7-5-86-16,0-3-92 0,0-5-92 0,7 2-74 16,-1-9-53-16,7 5-19 0,0-8 8 0,7 0 13 15,-1-8 17-15,0-2-1 0,8-1 37 16,-1 0 58-16,6-1 63 0,-6-5 78 0</inkml:trace>
  <inkml:trace contextRef="#ctx0" brushRef="#br2" timeOffset="-86080.16">2319 2363 118 0,'13'-12'398'0,"0"5"78"0,-7-3 84 0,-6 6 23 15,8 0-22-15,-8 4 17 0,6 8 22 16,-6 2 17-16,0 9-15 0,0 3-33 0,-6-1-64 16,-2 8-90-16,8 0-88 0,0 5-74 0,-6-5-56 15,6 4-57-15,6 0-39 0,-6-4-32 0,14 1-19 16,-8-5-19-16,8 2-11 0,-2-6-8 0,8 2-10 15,-1-5-13-15,-5-4-20 0,5-3-29 0,1 0-37 16,6-3-54-16,-7-5-65 0,1 1-80 16,0-4-91-16,-2-7-100 0,-4-1-87 0,5-6-63 15,-5 3-36-15,-2-4-25 0,-5-4-29 0,-7 5 18 0,0-1 69 16,-7-3 85-16,1 3 90 0,0-3 106 0</inkml:trace>
  <inkml:trace contextRef="#ctx0" brushRef="#br2" timeOffset="-85900.44">2351 2645 181 0,'-19'7'425'0,"6"1"82"0,-6-5 75 16,5 1-21-16,8-1-72 0,-7-3-49 0,6 4-25 16,1-4-21-16,12 0-15 0,1 0-27 15,0 0-24-15,5 0-36 0,8-4-50 0,0 1-50 16,5-1-57-16,1-3-42 16,7 3-42-16,-7-3-40 0,7-1-53 0,-7 5-80 15,0-4-107-15,0-1-121 0,-6-3-110 0,-1 4-101 0,1-1-72 0,-7-2-69 16,0-2-20-16,-6 1 49 0,-7 0 82 0,6-3 95 15,-6 3 100-15</inkml:trace>
  <inkml:trace contextRef="#ctx0" brushRef="#br2" timeOffset="-85744.64">2397 2363 345 0,'0'-8'442'0,"-6"4"68"16,0-3 43-16,6 0-57 0,0 0-68 0,0-1-53 15,6-2-43-15,7 3-45 0,-7-5-56 16,8 4-65-16,-2-1-49 0,8-3-43 15,0 4-35-15,-1-3-39 0,1 5-39 0,-1 1-56 0,7 1-69 0,-6 1-62 16,0 6-57-16,-1 1-46 0,1-4-27 0,-1 5-18 16,0-2-9-16,-5-3-26 0,-1 3-25 0,-1 1 16 15,-5-4 35-15,6 0 52 0</inkml:trace>
  <inkml:trace contextRef="#ctx0" brushRef="#br2" timeOffset="-85518.41">2782 2253 223 0,'6'3'350'16,"-6"-3"59"-16,7 0 22 0,-1 0-7 0,-6 3-17 15,0 2 9-15,6-1 34 0,-6 4 64 0,8 1 30 16,-2 7 18-16,0 2-5 0,1 0-18 0,0 5-38 15,-1 2-73-15,0 0-54 0,1 0-61 0,-7 4-57 16,6 5-52-16,1-5-49 16,0 0-36-16,-1-2-104 0,8-2-15 0,-8 1 0 15,7-8 0-15,0 0 0 0,0-3 0 0,7 0 0 16,-8-5 0-16,8-2 0 0,-7-1 0 0,7-3 0 16,-1-4 0-16,-6-4 0 0,7 0 0 15,-1-3-164-15,-5-3-101 0,-2-2-102 0,1-3-110 0,0 1-106 16,-6-4-85-16,6 0-51 0,-6-1-17 15,5-4 21-15,-6 6 39 0,2-5 44 0,-8 3 38 0,6 2 67 0,0 2 75 0,-6 4 79 16</inkml:trace>
  <inkml:trace contextRef="#ctx0" brushRef="#br2" timeOffset="-85127.03">3231 2385 303 0,'0'-11'386'0,"0"3"58"16,0-3 28-16,0 0 5 0,0 4-2 0,-6 0 8 16,6 7 21-16,6 0 9 0,-6 0-10 0,0 0-24 15,0 0-39-15,0 0-39 0,-6 4-51 0,6-1-46 16,0 4-39-16,6 0-39 0,-6 5-40 0,0 2-41 0,7 5-32 0,-7-1-28 0,7 1-23 15,-7 3-25 1,12-1-8-16,-5 1-5 0,0 0-8 0,-1 4-4 16,7-8-5-16,0 3 2 0,-6-1-4 0,5-6-8 15,2 1-10-15,-8-4-17 0,8 0-18 0,-8-7-15 16,0-1-11-16,1-3-13 0,6-3-16 16,-6-1-12-16,-1-7-16 0,0 0-26 0,-6-7-33 15,6-1-28-15,-6-2-20 0,0-1-10 0,0-8 1 0,8 1 15 16,-8-2 29-16,0 2 38 0,6 0 37 0,-6 0 35 15,6 7 33-15,-6-3 38 0,0 9 28 0,0 3 34 16,0 1 37-16,0 5 43 0,0 3 34 0,0-3 30 16,0 4 33-16,7 3 21 0,-7 3 5 0,0 4-8 15,7 4-10-15,-7 1-19 0,6 1-33 0,-6 10-36 16,7 0-24-16,-1 2-32 0,-6 0-24 0,6 0-18 16,1 9-13-16,0-5-17 0,-1 0-30 0,0 0-37 15,1-2-57-15,-7 2-78 0,0-4-97 0,0-2-108 16,7-6-108-16,-7-5-82 0,6-5-49 0,1-3-26 15,-1 0-6-15,1-4-14 0,-7 0 15 0,6-8 59 16,1-3 75-16,-1 0 84 0,0-3 95 0</inkml:trace>
  <inkml:trace contextRef="#ctx0" brushRef="#br2" timeOffset="-84876.28">3766 2256 5 0,'6'-11'347'0,"0"-4"77"0,2 1 75 0,-2 3 37 0,0 0 3 0,-6 1 17 0,0 6 34 0,6 0 44 15,-6 0 34 1,0 4 4-16,8 4-26 0,-8 0-57 0,-8 2-73 0,8 6-86 16,-6 3-83-16,6 2-154 0,-6 6-193 15,-8 2 0-15,8 4 0 0,0 5 0 0,-7 2 0 16,-1 1 0-16,8 4 0 0,-6-1 0 0,4 0 0 16,2-4 0-16,0-2 0 0,-1-5 0 0,0 0-59 15,1-7-294-15,-1-1-85 0,1-2-82 0,0-4-81 16,6-7-57-16,0-6-25 0,0-2 14 0,0-2 41 15,0-9 59-15,6-5 59 0,0 1 38 0,-6-6 6 16,7-1 21-16,-7-4 36 0,6-3 45 0,-6 0 62 16</inkml:trace>
  <inkml:trace contextRef="#ctx0" brushRef="#br2" timeOffset="-84722.84">3733 2305 239 0,'6'-16'393'0,"1"5"64"16,0 1 43 0,-1 1-14-16,1 6-26 0,-1 3-6 0,0 3-2 0,2 9 2 0,-2 6-21 0,6 5-36 31,-4-1-51-31,4 4-54 0,8 3-54 0,-7 3-51 0,-1 2-50 0,2 2-44 0,-1 0-35 15,0 1-33-15,0-4-48 16,1 4-66-16,-2-8-75 0,2 0-93 16,-2-3-95-16,-5-7-92 0,-1 2-68 0,1-6-45 15,0-4-54-15,-7 0-61 0,0-11 18 0,0 0 58 0,0 0 72 0,-7-4 88 0</inkml:trace>
  <inkml:trace contextRef="#ctx0" brushRef="#br2" timeOffset="-84541.17">3674 2556 245 0,'0'0'460'0,"0"4"80"0,0-4 71 32,0 4-39-32,0 0-101 0,7-4-85 0,-1 0-81 15,8 3-72-15,-2-3-74 0,8 0-67 0,0-3-74 16,-1 3-83-16,1 0-73 0,0 0-72 0,-1 0-64 16,7-4-57-16,0 4-39 0,0-4-29 0,-7-2-33 15,7-2-27-15,1 4 23 0,5-7 61 0,1-3 80 16,-1-2 83-16</inkml:trace>
  <inkml:trace contextRef="#ctx0" brushRef="#br2" timeOffset="-84181.16">4268 2363 250 0,'6'-12'371'16,"-6"5"57"-16,6 0 18 0,-6 0-6 0,0 3-4 15,0 0 11-15,0 1 41 0,0 3 50 0,7 0 46 16,-7 7 20-16,0 1-19 0,6 6-40 16,-6 4-69-16,-6 5-79 0,6-2-80 0,-7 8-70 15,7 1-61-15,0 7-51 0,0-4-41 0,-6 4-35 0,6-5-42 16,-6 1-50-16,6 0-60 15,0-3-71-15,-7-5-78 0,0-4-92 0,1-2-89 0,6-4-84 16,-6-4-60-16,-2-4-27 0,2-3 4 0,0-4 32 16,-1-8 54-16,1 1 77 0,-1-7 76 0,7-1 68 15,-6-7 56-15,-1-4 46 0,1-3 42 16,0 0 36-16,-2-8 34 0,2 3 35 0,6 3 43 0,-6-3 49 16,6 5 55-16,0 7 61 0,0 0 68 0,0 8 72 15,6 2 68-15,0 5 54 0,2 7 42 0,11 4 22 16,-6 4 0-16,6 1-26 0,1 7-40 0,0-3-19 15,5 7-69-15,-5-3-61 0,6 6-60 16,0-1-56-16,1 0-46 0,-1-5-70 0,-1 6-16 16,-5-4-19-16,6-1-24 0,-6-3-29 0,-7-1-51 15,-1 1-68-15,2-4-94 16,-2-5-109-16,-5-2-123 0,0-4-114 0,-1 0-78 16,1-6-53-16,-1-2-40 0,-6-3-35 15,7 0 60-15,-7-7 97 0,7-4 104 0,5 0 108 0</inkml:trace>
  <inkml:trace contextRef="#ctx0" brushRef="#br2" timeOffset="-83954.98">4645 2305 107 0,'0'-8'405'0,"0"4"81"15,-6 0 91-15,6 0 27 0,0 1-25 0,6 3-20 16,-6 3-18-16,7 5-6 0,-7 4-26 0,6 2-45 16,1 4-54-16,0 0-57 15,-1 4-48-15,0 0-51 0,-6 5-50 0,7 2-42 16,0 3-42-16,-1-2-34 0,0 7-26 15,1-8-25-15,-7 4-22 0,7-1-30 0,6-3-33 16,-7 0-49-16,0-2-65 0,1-2-78 0,0-6-89 16,-1-1-95-16,0-7-75 0,2 0-55 15,-2-7-24-15,0 0-4 0,1-8 18 0,6 0 32 16,-7-7 9-16,1 0-6 0,-1-4 31 0,0-3 53 16,2-1 61-16,-2-3 70 0</inkml:trace>
  <inkml:trace contextRef="#ctx0" brushRef="#br2" timeOffset="-83638.79">4952 2506 273 0,'13'-25'349'0,"-7"-1"58"0,7 6 4 15,-13-1 2-15,6 6 21 0,-6 1 57 16,0 6 70-16,0-3 68 0,0 8 39 16,0 0 9-16,0-2-27 0,-6 5-65 0,0 8-83 0,-1 3-90 0,7 4-80 15,-6 6-70-15,-1 4-127 0,1 4-135 0,6 5 0 16,-7 3 0-16,7-4 0 0,0 7 0 0,7-3 0 16,-1-1 0-16,1-3 0 0,6 3 0 15,7-6 0-15,-8 0 0 0,8-5 0 0,-1 2 0 16,1-10 0-16,0-2 0 15,-1 0 0-15,1-8 0 0,-8-4 0 0,8-6 0 16,0-1 0-16,-7-8 0 0,-1-5 0 0,2 2 0 16,-2-7 0-16,-4 1-48 0,-8 2-80 0,0-7 16 15,0 8 19-15,-8-1 26 0,2-3 23 0,-6 7 19 0,-2 1 15 16,1-1 6-16,0 5 2 0,-6 3-6 0,-1-1-14 16,0 8-25-16,1 0-49 0,-7 4-78 0,6 0-105 15,-12 3-123 1,5-4-123-16,2 1-105 0,5-1-63 0,-6-3-27 0,0-3-6 15,0-4 10-15,7 0 31 0,-1-8 70 16,0 0 85-16,1-3 86 0,5-9 105 0</inkml:trace>
  <inkml:trace contextRef="#ctx0" brushRef="#br2" timeOffset="-83488.41">4756 2389 71 0,'13'-12'399'0,"1"1"101"0,5 0 119 0,0 0 73 16,8 4 12-16,-1 4 5 0,-1-1-1 0,8 4-23 15,-7 0-66-15,0 0-99 0,0 0-120 0,0-4-112 16,1 4-94-16,-1 0-77 0,-7 4-73 0,7-4-83 15,-12 4-107-15,4-1-151 0,-4 1-187 0,-8-1-180 16,7-3-153-16,-7 7-167 0,-6-7-25 0,0 0 80 16,0 0 148-16,0 4 162 0,8 1 165 0</inkml:trace>
  <inkml:trace contextRef="#ctx0" brushRef="#br0" timeOffset="-78821.11">15560 578 92 0,'-20'8'268'0,"8"0"18"0,-8 7-2 16,0 2-46-16,7 5-44 0,-7 11-25 0,0 1-12 16,8 6-6-16,-8 3-6 0,7 5-37 0,1 7-22 15,-2 3-11-15,1 5-7 0,6 6-5 0,1 8-6 16,0 4-8-16,6 3-8 0,-7 8-12 0,7-1-9 16,7 1-10-16,-7-4-5 0,6 0-5 0,0-5-4 15,1-1-1-15,6-9-2 0,1-3-4 0,-2-7-9 16,8-5-13-16,-7-12-11 0,7 0-15 0,-1-7-13 15,0-9-13-15,8-5 2 0,-7-6 3 0,-1-2 11 16,0-5 15-16,0-1 17 0,-5 0 19 0,-1 1 22 16,-6 2 19-16,-1 4 17 0,0 8 13 0,-6 6 17 15,0 5 7-15,-6 7 1 0,6 4-4 16,-6 7-5-16,-8 3-7 0,8 8-17 0,-8 1-9 16,-5 6-2-16,6 0 0 0,-6 4-6 0,5 0-2 15,2-4-2 1,-2 0 0-16,8-3-9 0,-7-4-7 0,13-1-3 0,-6-3-4 0,-1-3-1 0,7 1-1 15,0-10-4-15,0 6-3 0,0-9-7 16,0 0-8-16,7 1-2 0,-7-4-11 0,6 4 2 16,0 0 6-16,1-1 6 0,-1 4 5 0,1 0 3 15,0 5 9-15,-1-2 0 0,0 2-2 16,-6 5-1-16,8-1 6 0,-8 1 3 0,0 5 4 16,-8 4 5-16,2 3 3 0,0 4 5 0,-8 0-1 15,8 8 0-15,-7-1-1 0,0-1-4 0,6-1 0 16,-5 3-5-1,12-5-1-15,-8-1-7 0,8-1-2 0,8-1-3 0,-2-4-2 0,7-3 0 0,0-5 1 16,6-2-1-16,1-5 2 0,6-2 3 16,-6-5 1-1,5 0 1-15,2-3 1 0,-1 3 1 0,0-3-1 16,0 0 2-16,0 3 0 0,-7 0-1 0,-5 0-1 0,-2 8 6 0,-5 3 7 0,-7 4 6 16,0 3 7-16,0 5 7 0,-7 2 9 0,-5 6 5 31,-2-2-1-31,2 4-3 0,-1-3-6 0,-1 3-3 0,2 1-6 0,-2-5-8 0,2 5-5 15,-2-2-4-15,1 1 0 0,1 0-2 0,5-2 2 16,-6-6-2 0,7 1 0-16,-2-4-2 0,2 5 1 15,0-5-5-15,-1 0 0 0,1 4 2 0,-1 0-1 16,1 4 1-16,-7 0-3 0,7-1 2 0,-8 1-1 16,8-1-7-16,-8-3-2 0,8-4 8 15,-1 4-5-15,1-4-2 0,0-2-7 0,-1-2-3 16,0 0 0-16,7 1-2 0,-6-4-1 0,6-4 4 15,0 3 7-15,0-2 6 0,0-1-1 0,0 1-5 16,6-5 3-16,-6-2-1 0,7-2 5 0,0 2-4 16,-7-5-4-16,6-1 4 0,0 6-3 15,1-5 0-15,-1 4-5 0,-6 0 4 0,7 0 8 16,0 0-5-16,-7 4 2 0,6 0 1 0,0-5-2 16,2-2-3-16,-2 0-2 0,0-2-2 15,7 1-4-15,-6-2-6 0,6-3 0 0,-7 2 1 16,8 0-2-16,-8 0 1 0,0-1-1 0,1 2 0 15,0 1-1-15,-1-2 0 0,0 4 1 0,1-2 3 16,-7 5 6-16,6-1 10 0,1 2-4 0,0 3-8 16,-1-1-11-16,0 5-8 0,1-5-15 0,0 1-18 15,-1-1-3-15,0 1 2 0,1 3 7 16,-7-3 2-16,7 3 9 0,-7 1 14 0,6-5 8 16,-6 5 10-16,0-5 5 0,0 5 13 0,7-5 5 15,-7 5 2-15,0-5 2 0,0 1 1 0,0 3 2 16,0 1-6-16,6 2 3 0,-6 5 2 0,0-1 0 15,0 8-3-15,0 3 2 0,0 1 1 16,0 0-2-16,0 3-2 0,-6 1 1 0,6 2 0 16,0 1-1-16,0 0-2 0,0 4 4 0,0 6 2 15,6 1 2-15,-6-3 6 16,0 6 9-16,6-2 4 0,-6 2 1 0,8 1 2 0,-2 3-21 0,0 3 8 16,0 5 2-16,1 3 5 0,-7 1 5 0,7-1 8 15,-7 4 28-15,6-1 0 0,1 9 0 0,-1-1-8 16,-6 4-6-16,7 0-10 0,0-4-2 0,-7-3-17 15,6-1-13-15,-6-3-38 16,6 3-23-16,0 1-12 0,2 0-22 0,-2 2-13 16,0-6-24-16,1 5-2 0,-7-10-15 0,0-5-34 15,0-5-39-15,0-7-58 0,-7-7-76 16,1-12-16-16,0-14 7 0,-8-15 27 0</inkml:trace>
  <inkml:trace contextRef="#ctx0" brushRef="#br0" timeOffset="-77738.35">16582 688 201 0,'-6'0'465'0,"0"-3"82"0,0-5 84 0,-2-2 26 0,-4 6-72 0,-1 4-20 0,6 0 4 16,0 7-59-16,-5-3-67 0,6-4-77 0,-2-4-84 15,2 4-121-15,6-7-93 0,0 3-22 0,0 0-22 16,0-3-6-16,6-1-9 0,2 6-9 0,-2-2 3 16,0 0-3-16,0 0 5 0,8 1-7 0,-8-1 2 0,1 0 0 15,-1 4 0-15,0 4-3 0,2 0 3 0,-8 3 1 16,6 3 3-16,-6 5 36 0,0 0 22 15,-6 7 15-15,-2-4 7 0,2 8 4 0,-7-1 2 16,7 2-34-16,-8-2-20 0,2 1-9 0,6-5-7 16,-8 5-7-16,8-7-3 0,-1 2-3 0,0-6-2 15,7 0-1-15,0-4 2 0,0 0 1 0,0 0 0 16,7 1-3-16,0-6-1 0,-1-3-1 0,8 5-4 16,-2-4-4-16,1-4-15 0,0 0-24 0,0 0-50 15,7 0-76-15,-8-4-101 0,8-7-114 0,0 0-102 16,-1-4-77-16,1 4-41 0,-1 5-6 0,-5 1 10 15,5 2 10-15,-6-1 7 0,0 1 49 0,0-8 62 16,0-1 66-16,-7-2 83 16</inkml:trace>
  <inkml:trace contextRef="#ctx0" brushRef="#br0" timeOffset="-77350.88">16850 725 19 0,'0'-10'284'16,"0"-9"43"-16,0 4 42 0,0-7-22 0,0 3-48 0,0-2 1 15,0 3 17-15,-7-1 17 0,7 4 13 0,-6 1 10 16,-1 3-14-16,7 3-26 0,-6 5-39 0,-1 6-39 15,1 12-42-15,0 3-49 0,-2 9-30 0,2-2 28 16,0 1-1 0,6-1-6-16,-7 1-7 0,7 0-9 0,7-1-4 0,-7-3-62 0,6 0-31 0,-6-4-16 15,6-3-9 1,2 0-4-16,-2-1-4 0,0-2-4 0,1-5 1 16,-1 1-4-16,1-8-2 0,6 0-4 0,-7-8-1 0,0 4-5 0,2-7-7 0,4 0-5 15,-12-4-5-15,7 1-3 0,0-1-11 0,-7 1-2 16,6-1 6-16,-6-7-52 0,0-1-25 0,0-2-6 31,6-1 3-31,-6 4 5 0,0 7 0 0,7 1 61 0,-7 7 29 0,0-1 19 0,6 8 11 0,1 4 15 16,-7 4 3-16,7 3 1 0,5 7 57 0,-4 15 33 15,-2 4 22 1,0 2 16-16,7 2 15 0,-6-4 20 0,-1 0-42 16,1-1-26-16,-7-3-19 0,0 0-17 0,0-4-13 0,-7 4-18 0,1-7-11 0,-7-1-11 15,6-2-7-15,-5-2-10 0,4-3-11 0,-4-3-22 31,-2-3-29-31,1 2-32 0,1-11-53 0,-2-6-60 16,2-4-64-16,-2-8-60 0,1 7-54 0,7 2-48 16,-1 1-25-16,1 5-9 0,6-2-29 0,0 2-46 15,0 0 13-15,0-12 46 0,0-6 60 0,6-4 63 16</inkml:trace>
  <inkml:trace contextRef="#ctx0" brushRef="#br0" timeOffset="-76914.66">17137 490 155 0,'-7'-14'295'0,"0"-4"35"0,-5 0-10 0,-2-1-40 0,2 1-39 16,-8-4-14-16,-6 3-3 0,7 1 7 0,-8-3 12 15,-5 1 15-15,6 6 18 0,-7-1 19 0,1 1 24 16,-8 6 26-16,7 8 23 0,-5 4 5 0,5 3-2 15,-6 1-9-15,-7 3-27 0,7 1-38 0,1-3-46 16,-9 7-41-16,9-2-35 0,-9 5-28 0,9-4-20 16,-1 6-18-16,-1 1-15 0,1 0-11 0,7 4-12 0,-7 4-9 15,6 1-15-15,7 6 12 0,-6 4 7 0,12 2-1 16,1 5 3-16,-1 4-3 0,6 3 0 0,2-4-22 16,12 4-13-16,0 0-8 0,6-1-6 0,8 2-3 15,5 2-4-15,1-2-3 0,12-1-1 0,1-5-2 16,5 2-1-16,8-1-1 0,7-8 2 0,6-1-1 15,6-9-2-15,0-8 0 0,6-4-3 0,8-9-1 16,5-9-3-16,0-6-2 0,1-9-1 16,0-5-3-16,-6-5-8 0,-2-7-15 0,-18-4-20 0,0-8-22 15,-7 1-27-15,-13 0-33 0,0-5-36 0,-13 2-39 16,-6 2-56-16,-1-7-66 0,-5-3-78 0,-8-4-80 16,-6 4-66-16,0 4-46 0,-6 7-16 15,-1 11-9-15,-6-2-27 0,0 10 7 0,-1-5 51 16,-5 4 73-16,6-3 74 0,0 6 90 0</inkml:trace>
  <inkml:trace contextRef="#ctx0" brushRef="#br3" timeOffset="-54321.53">17123 2124 4 0,'14'-11'345'0,"-14"0"63"0,6 1 50 0,-6 2 5 15,7 4-80-15,-7 1-54 0,0 6-26 0,0 1-11 16,0 7-1-16,0 12 4 0,6-3 5 0,-6 14 3 15,0 7-8-15,6 2-25 0,2 8-29 0,-2 5-39 16,0-1-37-16,0 3-52 0,1-3-45 0,0-3-44 16,-1-1-49-16,1-4-67 0,-1-3-91 0,-6-3-93 15,7-9-101-15,0-5-85 0,-1-6-69 0,0-3-69 16,-6-11-66-16,0-7 19 0,0 0 61 0,6-9 79 16,2-11 84-16</inkml:trace>
  <inkml:trace contextRef="#ctx0" brushRef="#br3" timeOffset="-54051.05">17195 2330 35 0,'0'-23'364'16,"-7"-2"55"-16,1-1 44 0,6 9-4 0,0-6-95 15,0 5-73 1,0 0-53-16,0-5-39 0,0 4-32 0,6-1-30 16,8 1-27-16,-1 4-28 0,7 1-22 0,-2-1-12 15,2 4-13-15,0 3 7 0,6 6 6 0,-7 2 16 0,8 2 23 0,-8 10 24 0,0-1 39 16,-5 7 17-16,-1 0 19 0,-7 11 16 0,1 4-2 15,-7 4-6-15,0 3-21 0,-7 4-31 0,1 0-28 16,-7 0-33 0,-1 4-25-16,2-4-21 0,-2-4-13 0,2 1-15 0,-1-4-27 0,-7-5-35 15,7-6-58 1,0 0-69-16,7-9-78 0,-8 2-77 0,1-1-63 0,7-7-50 0,0 1-24 0,-2-6-27 16,8-6-54-1,0 0-6-15,0 0 37 0,0 0 56 16,0 0 66-16</inkml:trace>
  <inkml:trace contextRef="#ctx0" brushRef="#br3" timeOffset="-53875.88">17488 2351 251 0,'7'-10'442'16,"0"6"68"-16,-7 8 57 16,0-1-45-16,0 8-95 0,-7 8-76 0,7 3-62 15,-7 3-50-15,7 9-50 0,0-2-63 16,0 1-37-16,0 3-45 0,0 1-58 0,7 0-73 15,-7-4-73-15,7 0-82 0,-1-8-82 0,1-3-77 16,-1 1-93-16,-6-9-50 0,6-6 11 16,-6-8 48-16,0 0 64 0</inkml:trace>
  <inkml:trace contextRef="#ctx0" brushRef="#br3" timeOffset="-53635.39">17541 2223 119 0,'0'-18'429'15,"6"4"96"-15,-6-1 98 0,-6 0 38 0,6 4-46 16,0 4-54-16,0 7-43 0,0 0-46 0,0 4-64 16,0-1-72-16,0 4-75 0,6 5-62 0,-6-1-53 15,6 7-49-15,1 4-30 0,0 0-24 0,-1 7-16 16,1 1-10-16,-1 3-8 0,1-1 2 0,6 5-6 16,-7 3-19-16,0 1-38 0,2-1-46 15,4-4-60-15,-5 1-81 0,6-7-90 0,-7-1-75 16,1-4-56-16,6 0-36 0,-6-6-13 0,-1-4 14 15,0-5 2-15,-6-2-11 0,0-8 6 0,0 0 39 16,0 0 49-16,0 0 55 0</inkml:trace>
  <inkml:trace contextRef="#ctx0" brushRef="#br3" timeOffset="-53494.41">17664 2656 212 0,'-6'-11'377'0,"6"0"58"0,-7-1 27 0,7-2-41 16,-6-1-65-16,6-2-43 0,0-3-32 0,0-1-33 15,6-1-32-15,1 0-39 0,-1-5-32 0,7-2-44 16,1 4-14-16,5-5-33 0,-6 5-28 0,6 0-36 15,-5 2-49-15,6 5-61 0,-8 0-86 0,-6 3-68 16,8 8-70-16,-8 0-71 0,-6 7-89 0,0 0-17 16,0 0 27-16,0 0 54 0,0 0 67 0</inkml:trace>
  <inkml:trace contextRef="#ctx0" brushRef="#br3" timeOffset="-53317.5">17736 2410 44 0,'0'11'363'0,"0"1"68"16,6-6 63-16,-6 2 15 0,0 0-55 0,0-1-48 15,7 0-44-15,-7 0-39 0,7 4-46 16,-7-3-55-16,12-2-62 0,-4 6-55 0,-2-1-36 16,6 0-40-16,2 0-56 0,-1-1-86 0,-1 2-77 15,2-1-85-15,-8-5-87 0,8-1-84 0,-8-2-99 16,-6-3-20-16,0 0 21 0,13-8 56 0,-7-1 71 16</inkml:trace>
  <inkml:trace contextRef="#ctx0" brushRef="#br3" timeOffset="-52779.92">17938 2344 123 0,'0'-3'436'0,"-6"-1"93"0,6 4 92 0,-6 4 31 16,6 3-43-16,-8 5-40 15,8 2-47-15,-6 4-37 0,6 0-48 0,0 0-69 0,0 5-77 0,0-5-73 16,6 0-56-16,2 1-51 16,-8-5-40-16,6 1-21 0,6-4-15 0,-5-3-11 0,6-2-8 0,0 2-3 15,-7-8-8 1,8 0-3-16,-2 0-2 0,-4-8-1 0,-2-3-1 0,7 1-6 0,-13-5-1 0,6-3-5 15,-6-1-14-15,7-4-10 0,-7 6-16 16,0-2-12-16,-7 1-9 16,1 4-3-16,6-5-61 0,-13 5 43 0,7 2-22 0,-8 2 50 0,2 6 35 0,-2 1-5 15,1 3 78-15,0 7-16 0,0 0 18 0,7 8-12 32,0-1-13-32,-8 5 21 0,8 3 6 0,-1 7-7 0,0-4 29 0,14 4-8 0,-7 1 1 15,7-5-13 1,5 2-5-16,-4-2-6 0,-2 1-5 0,6-4-22 0,2-4-7 0,5 0 6 0,1-4-11 31,0-2-24-31,-1-5-20 0,1 1-34 0,-2-4-64 16,2-8-76-16,0-4-83 0,-1-7-66 0,1 1-62 15,0-8-28-15,-7 0-7 0,0-3 11 0,0-1 38 0,-7-4 16 0,0-2 10 0,2-1 1 16,-2-1 14 0,-6 5 31-16,6 4 48 0,-6-1 98 15,0 4 127-15,0 0 148 0,7 0 126 0,-7 8 93 16,0-1 64-16,6 3 28 0,-6 3 4 0,0 4-13 15,0 2-1-15,-6 6 6 0,6 2 1 0,0 4-1 16,0 7 2-16,0 9-40 0,0 4-46 0,0 5-30 16,6 3-52-16,-6-1-49 0,0 3-58 0,7 6-31 15,-1-8-22-15,1 2-40 0,-1-1-19 0,1-2-34 16,0-7-52-16,-1 1-58 0,7-12-78 0,-6 0-85 16,-1-3-68-16,0-4-53 0,1-3-32 15,-1-6-7-15,1-2-3 0,-7-2-9 0,0 2-30 16,0-15 21-16,0 0 49 0,-7-3 54 0,1-1 69 15</inkml:trace>
  <inkml:trace contextRef="#ctx0" brushRef="#br3" timeOffset="-52635.47">18199 2579 333 0,'-7'-8'449'0,"7"1"79"0,-6 3 63 0,6 0-19 16,-7 2-14-16,14-6-17 0,-7 8-11 0,6-4-23 16,-6 1-46-16,13-1-76 0,-6-7-95 0,5 4-77 15,2 0-60-15,-1-2-60 0,6 3-46 0,1-2-53 16,-7 2-83-16,7-3-112 0,-1 1-146 0,-6 6-133 15,6-2-124-15,-5 1-105 0,5 3-110 0,-12 0 9 16,6 0 84-16,-1-4 108 0,2 4 114 0</inkml:trace>
  <inkml:trace contextRef="#ctx0" brushRef="#br3" timeOffset="-52461.41">18603 2410 189 0,'6'0'501'0,"-6"-4"119"0,6 1 108 0,-6 3 33 16,0 3-58-16,7-3-76 0,-7 4-82 15,0-8-89-15,7 1-96 0,-7 3-97 0,6-4-86 0,1 1-71 16,-7 3-64-16,6-4-69 0,1 4-100 0,0-3-120 16,-7 3-135-16,6-4-123 0,-6 8-104 0,6-4-85 15,-6 0-78-15,0 0 26 0,0 0 81 0,0 0 97 16,0 10 104-16</inkml:trace>
  <inkml:trace contextRef="#ctx0" brushRef="#br3" timeOffset="-52317.72">18668 2601 297 0,'0'11'519'0,"0"-4"122"15,6 1 126-15,-6-1 9 0,6 0-55 0,-6-3-58 16,8 3-75-16,-8-7-92 0,6 4-110 0,0-4-110 16,1 0-98-16,-7 0-85 0,6-4-99 0,1 0-134 15,0 1-183-15,-1-1-185 0,-6 0-182 16,0 4-210-16,0 0-69 0,0 0 41 0,0 0 135 16,0 0 161-16,0 0 173 0</inkml:trace>
  <inkml:trace contextRef="#ctx0" brushRef="#br3" timeOffset="-42711.11">19560 2326 165 0,'-6'4'427'0,"0"-4"68"0,-1 4 62 0,1-1-21 0,-1-3-86 15,-6 4-74 1,7 3-52-16,-2 0-40 0,-4 4-36 0,6 3-37 0,-1 2-37 0,0 6-27 0,1-1-26 15,-1 2-16 1,1 2-15-16,6 1-10 0,0 3-14 16,-6-3-8-16,6-1-7 0,0-6 8 0,6-4-11 15,-6-5-9-15,6 1 7 0,1-7-8 0,-1-4-4 0,1-7-23 0,0-4-1 0,5-4-2 16,-6-7-8-16,8-4-2 0,-1-3-1 0,0-3-6 16,-6-6-15-16,5-1-17 0,-5-2-25 0,0-3-18 31,-1 1-21-31,0-3-7 0,-6 3 0 0,0 7 12 15,-6-1 16-15,0 0 16 0,-1 8 26 0,0 3 23 16,-5 4 27-16,5 4 24 0,1 4 24 0,-8 5 19 16,8 13 17-16,0 4 12 0,-8 11 4 0,8 2-5 15,0 9-14-15,-1-1-12 0,7 0-12 0,-7 4-17 0,7 0-14 0,7 0-15 0,-7-1-7 16,7-2-6 0,5-5-5-16,-6 2-7 0,8-5-9 0,6 0-4 15,-7-4-13-15,6-7-19 0,0-4-30 0,1-2-25 16,0-3-31-16,-1-4-32 0,1 2-21 0,-1-8-20 15,1 0 0-15,-7 1 3 0,6-4 13 0,-5-1 21 16,5-2 18-16,-6 3 28 0,-6-3 26 16,5-1 25-16,-12 1 24 0,14 3 18 0,-8-5 25 15,-6 7 18-15,0-3 22 0,0 1 22 0,0 0 28 16,0 3 32-16,0 1 28 0,-6 3 14 0,6 1 14 0,-6 6 3 0,-2 1-7 0,-4 8-17 16,5-2-24-1,-6 5-16-15,6 3-23 0,1 1-21 0,0 2-20 16,-8 1-11-16,14 4-7 0,-6-4-5 0,0 0-10 15,-1-3-1-15,7-1-6 0,-7 0-6 16,7-3-2-16,0-8-3 0,7 0-9 0,-7-4 4 16,7-3-10-16,-1-3 15 0,0-4 2 0,1 0 2 15,0-8 12-15,-1 1-3 0,7-2 11 0,-7-2-10 16,1 0-2-16,0 0 8 0,-1-1-8 0,0 1-6 16,2 4-8-16,-2 2 1 0,0 2-7 0,-6 3-11 15,6 3 7-15,-6 0 2 0,7 4 11 0,-7 8-1 0,7-1 7 0,-1 7-3 16,-6 1 0-16,7 7 0 0,-1 0-1 0,0 3 0 15,2 0-17-15,4 2-21 16,-5-2-37-16,0 1-50 0,5-4-64 0,-5-1-68 0,-1-1-54 0,8-3-39 16,-2-5-26-1,-5-5-35-15,6-3-48 0,0-4-18 0,0-4 21 0,0-3 42 0,7-1 50 16</inkml:trace>
  <inkml:trace contextRef="#ctx0" brushRef="#br3" timeOffset="-42042.69">20238 2268 233 0,'-7'-15'408'0,"7"4"76"0,-6-1 51 0,0 2-22 0,-1 3-36 0,1 3-28 0,-8 0-27 15,8 8-28-15,-7 3-39 0,6 4-48 0,-5 7-54 0,-2 1-47 0,8 2-47 0,-7 1-42 32,-1 1-32-32,8-2-25 0,0 2-18 0,0-1-21 15,-1-4-6-15,0-4-5 0,7-3-5 0,-6 1-5 16,6-5-1-16,6-1-4 0,-6-6-2 0,7 0 23 15,-7-2-13-15,7-9-26 0,5-5-9 0,-6-1-20 16,2-5-29-16,4-4-53 0,-5-3-20 0,-1-5-5 16,8 5-20-16,-8-4-25 0,0 4 11 0,-6-1 7 15,7 1 19-15,-7 4 27 0,0-1 23 0,0 4 49 16,0 1 20-16,7 2 25 0,-7 4 21 0,0 5 16 16,0 2 26-16,0 0 27 0,0 8 24 0,6 0 24 15,-6 8 25-15,0 0 18 0,6 7-1 0,-6-1-9 16,0 8-6-16,7 7-14 0,-7 4-17 15,7 4-19-15,-7-1-20 0,6 1-28 0,1-3-22 16,-1 2-12-16,0-4-25 0,1 1-33 0,0-11-48 16,-1-3-44-16,0-9-62 0,2 1-59 0,-2-3-49 15,0 0-31-15,1-5-3 0,-1-3 6 0,1-7 21 16,-1-1 25-16,1 0 29 0,5-6 20 0,-12-1 6 16,8 1 4-16,-8-4 4 0,6-1 9 0,-6 1 14 15,0-5 37-15,0 6 65 0,6-2 90 0,-6 0 91 16,0 5 79-16,0 3 60 0,7 4 43 0,-7 0 28 15,0 0 11-15,0 7 6 0,0 0 8 0,0 7 11 16,0 0 14-16,0 5-19 0,0-2-29 16,7 5-39-16,-7-1-44 0,0 5-42 0,6-4-56 0,1 3-26 15,-1-4-28-15,0 2-18 0,1-2-43 0,-7-3 5 16,7-4 2-16,-1-3-1 0,0-1 0 0,2-6 0 16,-8-1 26-16,6-3-17 0,0-4-17 15,1-3-20-15,-1-2-20 0,-6-2-26 0,7-1-19 16,-1 1-15-16,-6-3 0 0,0 2 5 0,7-3 16 15,-7 8 19-15,0-5 20 0,6 5 21 0,-6 3 19 16,6 3 23-16,-6 2 28 0,0 6 31 0,0 0 26 16,0 2 18-16,0 10 12 0,8 5 6 0,-8 2-13 15,6 6-27-15,0 1-25 0,1 3-20 0,0 5-33 16,-1-2-58-16,0 6-74 0,1-6-90 16,6 5-99-16,-6-4-103 0,-1-4-116 0,0 0-118 15,1-2-22-15,0-2 45 0,-1-4 71 0,0-2 91 16</inkml:trace>
  <inkml:trace contextRef="#ctx0" brushRef="#br3" timeOffset="-39018.78">18733 3539 63 0,'0'-5'359'0,"0"-1"62"0,6 2 56 0,-6 0-12 0,0 4-63 15,-6-3-52-15,6 3-40 0,0 0-32 0,0 0-30 16,0 3-33-16,0 5-31 0,0-2-28 0,0 2-16 15,6 7-9-15,-6-1 3 0,7 4 12 0,0 5 11 16,-1-1 15-16,0 4 10 0,1-1 2 16,0 4-13-16,-1 0-21 0,1-2-25 0,-7-2-29 0,6 1-29 15,-6-4-24-15,0-1-15 0,6-2-11 16,-6-7-10-16,0-2-5 0,7-6 6 0,-7 3-1 16,-7-7 1-16,7 0-4 0,-6-4 9 0,6-3-2 15,-6-3-5-15,6-5-3 0,-7-5 3 16,1 6 2-16,-1-8-9 0,0 4-1 0,1-4-5 15,0-3 6-15,6 3-3 0,0-5-1 0,-7 6 3 16,7-1-1-16,0 0 8 0,0 3-6 0,0 2 1 16,7 1-3-16,-7 3 0 0,12 4 3 0,-5-2-2 15,0 8 2-15,-1-4 0 0,7 7-5 0,0 0-21 16,0 0-36-16,1 3-57 0,-2 1-72 16,1-1-83-16,0 1-72 0,0 3-62 0,-7 2-43 15,8-7-16-15,-1 5 11 0,-6-3 29 0,-1-4 12 16,1 4 9-16,-7-4 7 15,0 0 16-15,0 0 30 0,0 0 47 0,6 0 87 0,-6-4 117 0,0 4 137 16,6-4 124-16,-6 2 83 0,0-3 52 16,0-2 18-16,0 3-3 0,0 1-21 0,0-1-21 15,-6 4-7-15,6-4 14 0,0 8 36 0,6 0 31 16,-6 3 30-16,7 0 23 0,-7 4 8 0,13 5-9 16,-7 5-37-16,1 1-42 0,0 4-50 15,-1 3-49-15,1-3-46 0,6 0-41 0,-7-1-34 16,7-3-27-16,-7-4-20 15,8 1-21-15,-8-4-2 0,7-5-7 0,-6-3 2 0,6 1 0 0,-7-8-4 16,8-3-1-16,-8-5-6 0,0-4 2 0,8-2-4 16,-8-1-2-16,0-3-6 0,-6-4-6 15,7 1-13-15,-7 2-29 0,0-2-60 0,0 1-37 16,0 2-46-16,0 0-52 0,0 4-54 0,0 3-51 16,0 0-23-16,6 7-43 0,-6 0-20 0,0 4-2 15,0 4 9-15,7 0 28 0,0 3 19 0,-1 0-4 16,-6 1-23-16,6-1-1 0,2 4 23 0,-2-4 32 15,0 4 57-15</inkml:trace>
  <inkml:trace contextRef="#ctx0" brushRef="#br3" timeOffset="-37496.4">20121 3326 275 0,'0'-7'442'16,"0"0"50"-16,0 4 34 0,0 3-99 0,-6-5-130 15,-2 5-107-15,2 0-84 0,6 0-73 0,-6 0-78 16,0 0-78-16,6 5-88 0,0-5-141 0,-7 6-87 16,0 2-28-16,1 3 16 0,-1 3 43 0</inkml:trace>
  <inkml:trace contextRef="#ctx0" brushRef="#br3" timeOffset="-36890.98">19444 3674 3 0,'0'-7'297'0,"0"0"45"0,-8 2 32 0,8-1-27 0,0 2-56 0,0 0-46 15,0 1-26-15,-6 3-17 0,6 3-17 16,0 1-14-16,6 3-11 0,-6 4-10 0,0 0-10 16,0 7 0-16,8 0 7 0,-8 5 8 0,6 3 0 15,-6-5-1-15,6 5-9 16,1-1-12-16,-1 2-25 0,1-2-21 0,6-3-19 0,-7-3-10 0,0-5-7 15,8-3-3-15,-1-4 2 0,-6-3-3 0,6-4-5 16,-1-7-6-16,2-1-6 0,-2-3-7 16,-5-3-10-1,0-5-5-15,-1 1-9 0,7-1-2 0,-6-2-13 16,-7-1-31-16,6 0-44 0,-6-1-59 0,0 6-61 0,0-3-70 0,0 3-55 0,-6 5-42 16,6 2-17-1,-7-1-23-15,7 7-38 0,0 4-28 0,0 0 13 0,0 0 42 0,0 0 49 16</inkml:trace>
  <inkml:trace contextRef="#ctx0" brushRef="#br3" timeOffset="-36188.2">19560 3681 59 0,'7'-3'277'0,"-7"-1"35"0,7 0-9 0,-7-3-31 0,6 4-40 15,-6-5-36-15,6 5-16 0,-6-5-2 0,0 1 3 16,0-3 10-16,0 2 8 0,0-3 7 15,0 3 12-15,0 4 15 0,0-2 16 0,-6-1 11 16,6 2 6-16,-6 5 6 0,-1-4-7 0,7 4-19 16,-7 4-24-16,-5 1-34 0,5 2-35 15,1 3-39-15,-8 2-32 0,8 5-23 0,0 6-22 0,-8-2-12 16,8 1-7-16,0 0-3 0,-1 3-1 0,0-2 1 16,7 3 3-16,-6-4 3 15,6 3-1-15,0-2-4 0,0-1-1 16,0-5-1-16,0 2-5 0,6-4-2 0,1-1 6 15,0-3-1-15,-1-3-1 0,0-5-4 0,0 1 0 16,8-8-6-16,-1 1-3 0,-6-8 0 0,6 0-2 0,-1-4-1 16,-5 0-1-16,6-2 2 0,0-3-4 0,-6-1-8 15,6-2-13-15,-7 2-13 0,1-1-12 16,-7 0-10-16,6 3-7 0,-6 2 1 16,0-3 13-16,0 10 15 0,7-5 10 0,-7 8 6 15,0 3 12-15,0 4 12 0,0 0-1 0,0 4-1 16,0 3 3-16,6 4 2 0,-6 3 1 15,0 1-2-15,0 7 1 0,6 1-1 0,-6-2 0 16,0-2-2-16,0 2 2 0,8-2-1 0,-8-1-9 16,6-3-21-16,-6-1-44 0,6 1-63 0,1-7-83 15,-7-1-83-15,6 0-81 0,-6-7-54 16,7 0-31-16,-1-3-8 0,-6-4-10 0,7-1-31 0,-7-7 18 16,6 1 43-16,-6-1 53 0,0-3 66 0</inkml:trace>
  <inkml:trace contextRef="#ctx0" brushRef="#br3" timeOffset="-35518.86">19736 3605 333 0,'0'0'418'0,"0"0"61"0,7 7 22 0,-7-1-62 0,7 10-55 15,-1-1-43-15,-6 3-32 0,6 0-33 0,1 4-36 16,-1 1-36-16,1 2-33 0,0-4 18 0,-1 5-44 16,0-4-26-16,2 0-15 0,-2-4-27 15,0 1-21-15,0-7-61 0,1-2 7 0,0 1 2 16,-7-3 0-16,6-5 7 15,-6 1 7-15,0-4-4 0,7-4 2 0,-7-3-6 16,0-4-20-16,6-3 6 0,-6-6-5 0,6 3 3 16,-6-6-1-16,8 5-3 0,-8-4 12 0,6 1-7 15,0 2-4-15,-6 1-1 0,7 3 2 16,-7 7 5-16,7 1 0 0,-7 3 2 0,6 8 6 16,-6-1 2-16,6 5 4 0,-6 4-4 0,7 1-1 15,-1 3-2-15,1-1 0 0,0 2-5 16,-7-2-11-16,6 0-12 0,0-1-18 0,1 1-27 15,0-1-39-15,-1-3-37 0,0-3-30 0,1-4-28 0,6 4-21 16,-6-12-8-16,-1 0 2 16,8 0 10-16,-2-7 10 0,-6-1 18 0,8 2 23 15,-8-9 23-15,1 5 23 0,-1-4 26 0,1 3 24 16,0-7 18-16,-1 3 18 0,0 1 17 16,-6 0 22-16,0 3 20 0,6 1 26 0,-6 3 29 15,0-1 33-15,-6 6 28 0,6 2 18 0,-6 0 13 16,0 8 0-16,6 3-2 0,-7 1-12 0,0 6-17 0,1 1-14 0,-1 3-13 15,1 0-10-15,-1 4-9 0,0 1-14 0,1-5-4 16,0 4-11-16,0-8-7 0,6 5-12 16,0-4-16-16,0-5-6 15,0-3-9-15,-8 1-3 0,8-4-4 0,8 0 0 0,-8-4 2 0,0-4-5 16,6 0 2-16,0-7-2 0,0-1-2 16,-6-2-5-16,7-1-6 0,0 1-2 0,-1-1-4 15,1 1-5-15,-1 0-3 0,-6 2-2 16,7 5 3-16,0-1 5 15,-1 8 7-15,0 0 3 0,0 4 3 0,8 7 1 16,-8 3 16-16,7 5-4 0,-6-1 7 0,0 8 11 16,5 3 19-16,2 0 23 0,-2 5 19 0,2-1 12 15,-1 3 23-15,-1-3 14 0,-5 0-5 0,0 1-15 16,-7-2-28-16,0-2-10 0,0-5-32 16,0 1-18-16,-7-8-10 0,0-3-12 0,1-1-27 15,0-3-34-15,-1-3-53 0,-6-8-75 0,0 0-85 16,0-8-78-16,0-3-65 0,0 1-51 0,0-5-71 15,0-4-68-15,-1-2 8 0,2-6 45 16,6 2 65-16,6-1 77 0</inkml:trace>
  <inkml:trace contextRef="#ctx0" brushRef="#br3" timeOffset="-35167.87">20642 3498 247 0,'13'-22'477'0,"-6"1"117"0,-1 2 118 0,1 1 20 0,-7 3-31 0,-7 0-33 0,7 4-27 16,-6 4-56-16,-1 4-79 0,0-1-105 0,1 8-95 15,0-1-92-15,0 11-76 0,-8 1-59 16,8 8-41 0,-1 2-20-16,7 4-13 0,-6 0-6 0,6 5-2 0,6-2-3 0,-6 2 0 0,7-1 3 15,-1-1 5 1,0-2 0-16,8 0-4 0,-8-1 1 0,7-4 3 15,0-3 0-15,-6 0-3 0,6-4 1 0,-6 0-1 0,-1-2 4 0,0-1 2 0,-6-5 2 16,0 1-3-16,0-3 2 0,-6-1 1 16,-7 0-5-1,6-3-15-15,-6-1-17 0,-7-3-35 0,8 0-60 16,-8-3-78-16,7-5-95 0,0 1-93 0,0 0-89 0,0-1-63 16,0-3-33-16,7 1-2 15,-1 2 21-15,7-3 11 0,0 11-7 0,7-8 7 0,-7 2 43 0,12-2 57 16,-5-7 59-16</inkml:trace>
  <inkml:trace contextRef="#ctx0" brushRef="#br3" timeOffset="-34165.31">20851 3616 11 0,'20'-19'345'0,"-1"2"69"0,-6 1 64 0,-6 2 15 32,-1-2-37-32,0 2-17 0,-6 3 7 0,0 0 13 0,0 4 5 0,-6 4-17 0,0-1-41 15,-1 8-64 1,0 3-75-16,1 3-78 0,-1 9-61 0,-5-1-54 15,4 4-30-15,-4 3-20 0,6-2-14 0,-2 3-10 0,-4-1-1 0,12 1 3 16,-7-1-4 0,1-2-2-16,6-1-3 0,0-7 7 0,0-1-8 15,6-7-3-15,1 4 0 0,-7-7-2 0,6-4 2 16,0-4-6-16,2 0-11 0,4-3-22 0,-6-4-26 16,8-3-33-16,-8-5-32 0,7-2-30 15,-6-2-16-15,0 1 1 0,5 0 21 0,-6 4 30 16,2-1 30-16,-2 5 30 0,0 7 26 15,1-1 30-15,-7 4 18 0,7 4 19 0,-1 4 21 16,1 4 18-16,-7 3 17 0,6 3-1 0,-6 1-3 16,6 3-14-16,-6 0-14 0,7 1-12 0,-7-1-18 15,7 1-17-15,-7-1-38 0,0-3-41 0,6-1-51 16,-6-3-63-16,0 0-65 0,6 0-56 16,-6-7-27-16,0-1-14 0,7-3 7 0,-7-3 30 15,7-5 26-15,-7-3 20 0,6 0 12 0,1-6-4 16,-7 2 4-16,0-7 0 0,6-1 16 0,-6 1 36 15,0-3 58-15,0 3 97 0,7-5 104 16,-7 6 108-16,6-1 88 0,-6 7 62 0,7 5 34 0,-7-1 8 16,0 6-14-16,6 2-22 0,-6 6-13 15,6 5-5-15,-6 0-4 0,8 6-14 16,-8 2-23-16,0 1-25 0,6 2-31 0,-6 3-28 0,0 0-35 0,6-4-31 0,1 4-26 16,-7 0-20-16,6-5-20 0,1 3-17 15,-7-5-6-15,6-5-3 0,1 1-2 0,-7 0-2 16,0-4-1-1,0-3-3-15,0-4-2 0,6 0-8 0,-6-7-4 16,7-1-12-16,-7 1-17 0,7-8-27 0,-7 1-33 0,6-1-31 0,-6 1-29 0,6-5-21 16,-6 1-1-1,7 3 14-15,0-3 23 0,-1 3 31 16,0 4 26-16,1 0 28 0,-1 5-5 0,1 0 24 0,0 4 18 0,-1 2 14 0,0 2 11 16,2 4 7-1,4 0 38-15,-6 5 3 0,1 0 6 16,0 0 5-16,-1 4 7 0,1-1 5 0,-1 1-5 15,0 0-13-15,-6-4-8 0,8-1-11 0,-8-2-14 16,6 0-10-16,-6-1-7 0,6-3 0 16,-6 0-6-16,0-4-3 0,7 0-6 0,-7-4-11 15,7-4-15-15,-7 1-23 0,0-5-21 0,6-1-18 16,-6-3-16-16,0 2-9 0,6-1 1 0,1-3 17 16,-7 6 17-16,6 2 20 0,1-1 23 0,-7 3 23 0,7 0 20 0,-1 8 13 0,-6 0 17 31,6 0 16-31,1 8 10 0,0-4 7 0,-1 7 2 15,0-3 2-15,1 3-9 0,0 3-9 0,6-3-13 16,-7 4-7-16,0-5-12 0,2 2-17 16,4-4-22-16,-6 1-28 0,1-1-33 0,0-4-46 15,-7 0-30-15,6 0-21 0,1-8-7 0,-1 0 1 16,1 0-1-16,-7-6 10 0,7-2-3 16,-1-3 7-16,-6 1 34 0,6-4 53 0,0-5 62 15,2 2 56-15,-2-4 46 0,7 3 31 0,-13-1-2 16,6 5-12-16,-6 3-10 0,7 4 23 0,-7 8 39 15,7 3 43-15,-1 3 44 0,0 8 32 0,-6 4 33 16,7-1 8-16,0 8-9 0,-1 1-7 16,0 2-11-16,1 0-3 0,0 5-5 0,6-1-9 15,-7 8-10-15,0-4-24 0,1 7-35 0,0 0-96 16,5-3-71-16,-4-4-77 0,-2 0-79 0,0-4-82 16,1-3-83-16,-1-7-37 0,7-1-69 15,0-3-51-15,-7-8-47 0,2 0-54 0,-8-7-34 16,0 0 28-16,0 0 63 0,0-11 69 0,0-3 87 15</inkml:trace>
  <inkml:trace contextRef="#ctx0" brushRef="#br3" timeOffset="-33897.21">21652 3774 82 0,'0'-8'406'0,"0"-3"76"0,0 3 57 0,0-2-12 0,0 6-89 0,0-4-87 0,6 1-79 0,1-1-57 15,-7-6-52-15,7 3-42 0,5-4-37 16,-4 5-25-16,-2 2-22 0,7-3-21 0,-7 4-3 15,1 3 11-15,-1 0 12 0,1 4 8 0,-7 0 17 16,0 4 20-16,6 4 9 0,-6-1-9 16,-6 0-13-16,6 4-9 0,-7 4-18 0,1-1-24 15,-1-3-27-15,7 4-36 0,-6-3-47 16,-1 1-58-16,1-5-51 0,6 3-45 0,-6-7-36 16,6 4-16-16,-8-8 2 0,8 2 13 0,0-4 18 15,0-2 8-15,0 0 5 0,0-3 1 0,0-1-3 16,0 0-3-16,8-2-2 0,-2-1 10 0,0-1 33 15,1-2 67-15</inkml:trace>
  <inkml:trace contextRef="#ctx0" brushRef="#br3" timeOffset="-33545.57">21743 3649 67 0,'14'-15'157'0,"-2"-1"61"0,-5 7 22 16,0-3 13-16,-1 2 7 0,1 3 1 15,-1 2 0-15,0 1 10 0,-6 4 21 0,0 4 26 0,0 3 27 16,7 0 9-16,-7 5-2 0,0-1-14 16,7 1-20-16,-1 2-29 0,0-3-37 0,2 0-24 15,4-1-23-15,-5 1-35 0,6 0-61 0,0-3-17 16,-1-5-13-16,2 1-22 0,-1-1-27 0,0-3-10 15,0 0 23-15,-7-3-21 0,1-4-13 16,6-1-4-16,-7 1 3 0,1-8-9 0,0 0-9 0,-1 1 3 16,-6-1 3-16,0 1-8 15,-6-1-2-15,6 0 6 0,-7 1 1 0,0 3-1 16,1 4 2-16,-7-1 6 0,6 0 0 0,-6 8 5 16,1 0 3-16,-2 5 0 0,8 6-1 0,-8-1 6 15,2 10 12-15,-1-3 13 0,6 4 25 0,-6 6 23 16,7-2 19-16,6 5 14 0,-6 0 7 0,6-1-2 15,0 0-14-15,0-4-20 0,6-3-23 16,0-3-22-16,1-1-15 0,-1-3-17 0,7-1-17 16,0-6-11-16,1-1-22 0,-2-7-47 0,2 0-83 15,5-7-100-15,-6-5-112 0,0-2-116 16,7-1-94-16,-8-3-57 0,2-4-26 0,-1 0-37 16,-7-4-2-16,0 1 58 0,2-5 83 0,-2 5 89 15,0-8 97-15</inkml:trace>
  <inkml:trace contextRef="#ctx0" brushRef="#br3" timeOffset="-33398.4">22140 3381 395 0,'0'11'555'0,"8"0"123"0,-8 8 119 15,6 2-32-15,-6 4-68 0,6 5-71 0,1 0-81 16,-7 2-97-16,6 1-103 0,1 0-101 0,0 1-99 16,-1-2-108-16,7-2-119 0,-6-1-130 0,5-4-143 15,-5 1-130-15,6-4-107 0,-6-3-69 0,-1-4-66 16,0-5-33-16,2 2 55 15,-8-12 87-15,0 0 97 0,0 0 99 0</inkml:trace>
  <inkml:trace contextRef="#ctx0" brushRef="#br3" timeOffset="-33196.44">22584 3476 317 0,'0'-3'554'0,"0"-2"111"16,0 3 85-16,0-2-47 16,0 1-131-16,0-1-143 0,0 0-129 0,6 0-111 15,-6 0-116-15,7-3-123 0,0 3-115 0,-1 2-106 0,-6-3-102 16,6 2-109-16,-6 3-110 16,0 0-43-16,0 0 31 0,0 0 62 0,0 0 79 15,0 0 101-15</inkml:trace>
  <inkml:trace contextRef="#ctx0" brushRef="#br3" timeOffset="-33040.3">22604 3601 487 0,'0'15'725'16,"-7"-5"192"-16,7 5 173 0,0-7 12 0,0-2-68 15,0 2-127-15,-7-4-159 16,7-4-165-16,0 3-159 0,0-6-250 0,7 3-174 16,-7-7 0-16,0-1 0 0,7 1 0 0,-7 0 0 0,0-1-544 15,6 2-282-15,-12-2-276 0,6 8-152 0,0 0-18 16,0-7 111-16,0-1 221 0,0 0 251 0</inkml:trace>
  <inkml:trace contextRef="#ctx0" brushRef="#br3" timeOffset="-31994.51">23079 3004 151 0,'6'-8'430'0,"1"1"100"0,-7 3 104 0,0-4 31 16,0 2-15-16,0 2 2 0,0 0-2 0,-7 1-14 15,1-5-35-15,6 8-62 0,-6-4-74 16,-1 2-94-16,-6 2-84 0,6 2-75 0,-5 6-59 0,-2 3-51 15,-5-1-30-15,-1 13-25 0,0-2-19 0,2 6-10 16,-2 2-10-16,1 0-4 0,5 0-9 0,-6 1 8 16,14-1-6-16,-7-4-5 0,13 2-1 0,-6-6-2 15,6-2-3-15,0-1-8 0,6-7 1 0,1 0 6 16,-1-3-3-16,0-4 1 16,8-4-1-16,-2 0-9 0,8-4-9 0,-7 0-10 15,1-3-10-15,4-1-16 0,-4 2-4 0,-1-2 1 0,0-1 8 16,0 3 10-16,-7 2 13 15,1 4 13-15,0 0 11 0,-1 0 10 0,0 4 7 16,-6 7 7-16,0 1 5 0,0 5 7 0,0 5 5 0,0 0 1 16,-6 7 4-16,0 2 1 15,-1-2 3-15,0 3 3 0,1 1-2 0,0 0-2 16,-1-3-8-16,0-1-3 0,1-4-6 0,6-6-7 0,0-1-5 16,0 0-2-16,0-7-5 0,0-4-1 15,6-3 0-15,1 0-2 0,0-8-6 16,5 4 5-16,-5-8 6 0,6 5 1 0,0-4 1 0,-6-1 3 15,-1 5 8-15,1-1-3 0,5 4 0 16,-5 4-1-16,-7 3 2 0,0 4 7 0,0 4 8 0,0 6 13 16,0 6 17-16,-7-2 23 0,7 4 19 0,-6 5 19 15,0-1 16-15,6 0 6 16,-7-4-4-16,7-1-114 0,0-1-16 0,7-5 0 16,-1-5 0-16,0-1 0 0,8-5 0 0,-2-8 0 0,2-3 0 15,5-3 0-15,1-8 0 0,0-5 0 0,-1-1 0 16,-6-5 0-16,0-1-16 15,0 5-517-15,-13-4-259 0,0 4-266 0,0 0-168 16,0 4-27-16,0 2 97 0,0 4 194 0,0 5 245 0,-7 6 273 16</inkml:trace>
  <inkml:trace contextRef="#ctx0" brushRef="#br3" timeOffset="-27246.7">23887 3326 173 0,'0'-11'407'0,"0"5"80"0,0-2 85 16,-6-1-7-16,6 6-40 0,0-4-25 0,0 3-7 16,0 4-12-16,-7-3-33 0,7 3-43 0,0 3-41 15,0-3-20-15,0 8-60 0,0-2-53 16,7 6-45-16,-7 3-37 0,6 7-37 0,1 0-56 31,-7 3-15-31,6 0-15 0,1 5-11 0,-7 3-21 16,0-4-43-16,0 0-71 0,0 1-105 0,6-5-134 15,-6-2-140-15,0-1-118 0,7-4-78 0,-1-3-61 16,0-1-59-16,-6-3 48 0,8-3 96 0,-2-5 106 16,-6-3 101-16</inkml:trace>
  <inkml:trace contextRef="#ctx0" brushRef="#br3" timeOffset="-27061.9">24173 3587 291 0,'8'0'420'15,"-2"-5"69"-15,-6 10 49 0,6-3-48 0,-6 2-48 16,7 8-44-16,-7-1-40 0,0-1-63 0,0 5-56 16,6 4-59-16,-6-5-60 0,0 8-51 0,7-8-51 15,-7 6-36-15,0-7-69 0,7 3-82 0,-7-5-87 16,0-5-84-16,6 2-80 0,-6-8-112 16,0 0-55-16,0 0 12 0,0 0 52 0,6-8 72 15,2 2 85-15</inkml:trace>
  <inkml:trace contextRef="#ctx0" brushRef="#br3" timeOffset="-26727.66">24441 3304 333 0,'-6'-12'450'0,"6"2"61"15,-7 0 40-15,7-2-90 0,0 5-98 16,0-4-84-16,7 3-66 0,-1-2-54 0,0-1-46 0,8 0-38 15,-2 3-28-15,2 2-17 0,5-2-7 0,-6 4 2 16,6 4 3-16,-5 0 15 0,5 4 19 0,-6-1 25 16,-6 8 24-16,6 0 26 0,-6 3 27 15,-1 5 15-15,-6 3 12 0,6 0 6 0,-6 5 2 16,-6 2-13-16,6 0-17 0,-6-4-15 0,6 5-18 16,-7-5-26-16,7-4-31 0,-7-1-19 0,7-6-15 15,0 1-16-15,7-4-20 0,-7-5-4 16,7-1 0-16,-1-2-10 0,7-3-21 0,0 0-36 15,0-3-66-15,7-5-104 0,-8 5-114 0,8-8-112 16,0 3-92-16,-1 1-84 16,1 0-83-16,0 0-8 0,-1-1 58 0,7 1 84 0,6 0 96 0,1-4 107 15</inkml:trace>
  <inkml:trace contextRef="#ctx0" brushRef="#br3" timeOffset="-26571.12">25138 3432 266 0,'6'7'518'0,"2"1"120"0,-8 4 115 15,-8-3 27-15,8 7-46 16,-6-2-63-16,6 5-71 0,-6 3-86 0,-1-4-95 0,0 0-117 0,1 0-101 16,0-2-95-16,-1 1-102 0,1-2-127 0,-1-1-145 15,0-2-154-15,7-5-145 0,0 0-122 0,0-3-133 16,0-4-48-16,0 0 51 0,0 0 104 0,7-15 124 16,0 0 126-16</inkml:trace>
  <inkml:trace contextRef="#ctx0" brushRef="#br3" timeOffset="-26158.48">25405 3188 405 0,'0'-8'492'0,"0"-3"70"0,0-1 48 0,-6 1-95 0,6 0-95 0,0 1-94 16,0-5-77-1,0 3-64-15,6 2-58 0,1-5-46 0,-1 4-40 0,1-3-19 0,6 3-7 0,-7 4-8 31,1-2 12-31,0 3-5 0,-1 3 3 0,7 3 13 16,-7 3 20-16,1 3 0 0,-7 3 16 0,0 1 30 0,0 9 15 0,0-5 3 0,0 5-3 16,0 2 14-16,-7 1-15 0,1 5-22 0,-1-6-16 15,1 5-16 1,6-4-17-16,-6 0-12 0,-1-3-16 16,7-5-3-16,-7-3 1 0,7 1-6 0,0-2 2 15,0-6-1-15,7 3 2 0,-7-3-2 0,7-4 2 0,-1 0 1 0,0-4 2 0,1 0-2 16,6 1-6-16,0-1 1 0,1-3-4 15,-2-1 1 1,1 5-6-16,7-1 1 0,-8 4 7 0,2 0-1 16,-8 0-1-16,8 7 4 0,-8 1 8 0,0-1 7 0,1 8-3 0,-7-1 4 0,0 5 4 31,-7-5 2-31,1 8 2 0,0-3-15 0,-2 2-8 16,2-2-33-16,-6 3-55 0,4-4-84 0,2-3-97 0,0-1-97 0,-1-3-95 0,1-3-68 15,-1-5-79 1,7-3-64-16,0 0 20 0,0 0 63 15,0 0 79-15,0 0 88 0</inkml:trace>
  <inkml:trace contextRef="#ctx0" brushRef="#br3" timeOffset="-25984.22">25894 3430 336 0,'13'2'508'0,"-6"5"95"0,-7 1 93 0,0 4-49 0,0 2-77 16,-7 1-72-16,0-1-72 0,1 4-75 0,0 1-78 15,-8-1-87-15,8 0-106 0,0-4-125 16,-1 2-132-16,1-3-128 0,6-1-124 0,0-4-94 16,0-1-90-16,0-7-75 0,0 0 19 0,0 0 68 15,6-7 85-15,1-5 90 0</inkml:trace>
  <inkml:trace contextRef="#ctx0" brushRef="#br3" timeOffset="-25602.63">26064 3103 157 0,'6'-7'460'0,"0"3"110"0,-6 0 118 16,0 8 50-16,0 0-32 0,0 3-40 0,0 3-45 15,0 5-56-15,0-1-76 0,7 6-89 0,-7 1-86 16,6 5-74-16,1-4-63 0,0 3-49 16,-1-3-36-16,8 1-30 0,-8-1-25 0,7-4-26 0,-7-4-5 15,7-2-3-15,0-2-5 0,1-3-3 0,-2-3-1 16,-5-8 8-16,6 1-5 0,0-8-9 15,-7 0-12-15,8 0-18 0,-8-7-27 0,0 0-30 16,1-2-27-16,0 0-24 0,-1-3-17 16,0 1-2-16,-6 0 17 0,7 0 29 0,-7 1 24 15,7 5 31-15,-7 2 30 0,0 3 31 0,0 3 26 16,6 5 35-16,-6 3 37 0,0 3 19 16,0 5 27-16,0 3 44 0,7 3-7 0,-7 9-21 15,0-1-29-15,0 0-8 0,6 7-29 0,-6 1-49 0,0 2-10 16,6 2-16-16,-6-5-18 0,0 3-50 0,8 1-74 15,-8-3-108-15,0-4-142 0,6-5-145 16,-6-2-133-16,6-1-84 0,0-7-91 0,-6 3-32 16,7-5 67-16,0-2 110 0,-1-5 123 0,-6-2 115 15</inkml:trace>
  <inkml:trace contextRef="#ctx0" brushRef="#br3" timeOffset="-25428.4">26591 3488 211 0,'7'3'510'15,"-7"1"132"-15,6-1 135 0,-6 4 57 0,7 1-34 16,-7-1-64-16,0 4-75 0,0 0-99 0,-7 0-118 16,7 0-127-1,0 5-121-15,0-7-112 0,-6 7-115 0,6-5-123 0,0-1-135 0,6-2-140 0,-6-1-132 16,0 1-100 0,0-5-78-16,0-3-70 0,0 0 4 0,0 0 77 0,7-7 102 0,-1-4 110 15,7-5 123-15</inkml:trace>
  <inkml:trace contextRef="#ctx0" brushRef="#br3" timeOffset="-25140.41">26936 3103 179 0,'0'-11'466'0,"0"0"98"16,-6-1 93 0,-7 5 10-16,7 4-65 0,-8 3-67 0,8 3-67 15,-7 2-61-15,6 5-74 0,1 1-74 0,0 4-75 0,6-1-63 0,-7 4-45 16,7 1-36-16,7 3-18 0,-1 0-9 0,0-1 0 15,1-2 6-15,6 3 9 0,0 0 23 0,7 0 29 16,-8 0 31-16,8-3 24 0,-7 3 25 0,7-5 22 31,0 2 7-31,-8 3 1 0,2-8-6 0,-2 6-9 0,-5-3-12 0,6-2-17 0,-13-4-17 0,7 0-18 16,-7 4-19-16,0-9-21 0,-7 6-18 16,7-5-19-1,-13-3-24-15,6 3-38 0,-5-3-50 0,-2-4-70 0,-5 3-97 0,-1-6-134 0,0-1-147 31,2-3-139-31,-2-4-106 0,0-4-107 0,1-3-80 16,-7 0 42-16,6-9 108 0,1-2 136 0,5-3 139 16</inkml:trace>
  <inkml:trace contextRef="#ctx0" brushRef="#br3" timeOffset="-24985.45">26852 3084 9 0,'7'-7'447'0,"12"-1"117"0,-6 1 105 0,0 4 85 31,7-1-79-31,-8 1-105 0,8-1-110 0,-7 0-101 15,7 0-96-15,6 1-84 0,0-1-82 0,7 1-97 16,-7-2-124-16,0 5-134 0,-1 0-136 0,1 8-148 16,-6-1-178-16,0 5-50 0,-7-2 46 15,7 9 91-15,-8-2 112 0</inkml:trace>
  <inkml:trace contextRef="#ctx0" brushRef="#br3" timeOffset="-24822.09">27445 3407 271 0,'0'11'516'0,"6"-4"118"16,-6 4 110-16,0 0 1 0,0 1-58 0,0 2-83 16,0 1-93-16,-6-1-100 0,-1 1-104 0,7-1-111 15,-6 5-121-15,6-5-121 0,-7 2-124 0,7-3-125 16,-6-1-125-16,6-1-105 0,-7-1-97 0,7-6-106 16,0-4-13-16,0 0 54 0,0 0 87 15,0 0 100-15</inkml:trace>
  <inkml:trace contextRef="#ctx0" brushRef="#br3" timeOffset="-24461.72">28272 2960 502 0,'0'-12'735'16,"0"2"173"-16,-6 3 153 0,-1 3 5 0,1 0-91 15,0 4-141-15,-8 4-151 0,2 0-141 0,-2 3-128 16,1 7-118-16,0 1-121 0,0 3-175 0,-7 9 0 15,1 1 0-15,6 9 0 0,0-1 0 16,0 5 0-16,0 7 0 0,7-1 0 0,-2 1 0 16,2-4 0-16,6-1 0 0,0 3 0 0,6-14 0 15,2 1 0-15,-2-4 0 0,7-7 0 0,-6-8 0 16,6 1 0-16,-1-10 0 0,8-5 0 0,-6-5 0 16,5-6 0-16,-6-3 0 0,6-5 0 0,-5-3 0 15,-2-3 0-15,2-4-1 0,-8-1-134 0,0 4-6 16,-6 1 2-1,0 3 12-15,0 0 14 0,-6 7 15 0,0 4 13 0,-1 8 7 0,-6 6 5 16,-1 5-8-16,-5 3-36 0,0 7-65 0,0 0-93 16,-8 7-113-1,8-2-125-15,-1 0-113 0,-7 2-92 0,8-4-128 0,-7 1-18 0,0 0 60 0,6 0 106 16,-5 0 120-16,5-4 129 0</inkml:trace>
  <inkml:trace contextRef="#ctx0" brushRef="#br3" timeOffset="-23026.96">29198 2593 220 0,'-6'8'535'0,"-8"-4"128"0,1-4 118 0,0 3 59 15,6-3-33-15,-5 4-43 0,-2-4-49 0,8 0-55 16,-7 0-60-16,6 0-92 0,1-4-107 15,6 4-104-15,-7-3-90 0,7-5-70 16,0 1-81-16,0 0-56 0,0-5 0 0,13 1 0 0,-6-3 0 0,6 3 0 16,1-4 0-16,-8 1 0 0,6-1 0 0,2 0 0 15,-8 3 0-15,7 6 0 0,-7-1 0 0,2 3 0 32,-8 0 0-32,6 4 0 0,-6 0 0 0,0 8-18 0,0 5 0 0,0 7 6 0,-6 2 2 15,-2 11 5 1,-4 4 14-16,5 3-1 0,1 4-5 0,-1 2 1 15,0 3-1-15,1 2 0 0,6-3-3 0,6-2-1 16,-6 0-6-16,14-7-3 0,-8 1-4 0,7-6-6 0,1-9-1 0,4-3-4 0,-4-3 4 31,5-5 2-31,-5-7 5 0,4 1 3 0,-4-8 2 16,-1 0 5-16,0-3 2 0,-6-2-2 0,5-2 5 0,-5 0 2 0,-7 0 2 0,7-8 1 16,-7 8-1-16,-7-4 6 0,7 3-4 0,-7 8-2 31,7 0-2-31,-12 4-1 0,5 4 1 0,0 6 1 15,-6 8 0-15,7 3 1 0,0 9 1 0,-2 6 2 16,2 4-2-16,6 0 0 0,0 7 0 16,6-3 2-16,2 0 1 0,4-1 8 0,1-3 9 15,-6-4 14-15,6-3-21 0,0-4-19 0,-6-4 0 16,-1-3 0-16,0-5 0 0,-6-5 0 0,7-1 0 16,-14-5 0-16,1 1 0 0,0-7 0 0,-8-1 0 15,2 1 0-15,-8-4-172 0,-7-4-351 0,2 1-243 16,-1-1-256-16,-6-3-171 0,-1 3-31 15,1-4 86-15,-2 6 187 0,2-6 235 0,-1 4 269 16</inkml:trace>
  <inkml:trace contextRef="#ctx0" brushRef="#br3" timeOffset="-20133.98">16394 5012 29 0,'0'-15'408'0,"0"4"93"0,0 0 81 0,0 3 51 0,-7 5-71 0,7-1-71 15,-6 8-52-15,6 3-44 0,0 8-16 0,0 3-51 16,0 12-50-16,0 2-46 0,6 12-38 0,-6 0-46 16,7 8-62-16,-7 2-31 0,6 2-21 15,0-2-15-15,-6-3-39 0,8 1-52 0,-2-4-66 16,-6-8-90-16,6-3-92 0,0-4-90 0,-6-4-56 15,8-11-26-15,-2-4 7 0,0-2 38 0,-6-9 34 0,7-3 37 0,-1-11 40 0,-6 0 48 32,0-7 50-32,0 0 51 0,0 0 75 0,-6-5 93 15,-7 6 73-15,7-5 52 0,-2-5 33 0,-4 1 22 16,-2 1 3-16,2-4-16 0,-1 3-10 0,6-3-1 16,-6 0 2-16,7 0 0 0,0 0-5 0,-2 2-2 15,8-2-7-15,0 3-10 0,8 1-15 16,-2 3-14-16,0-4-11 0,7 4-19 0,0 4-18 15,6 0-10-15,1 3-2 0,6 3-1 0,1 2-1 16,-1 6 12-16,0 1 20 0,-1 6 23 16,-5 5 33-16,6 3 30 0,-6 7 32 0,-7 4 16 15,-1 7 18-15,-4 1-19 0,-2 6-24 0,-6 4-29 16,-14 4-36-16,8-3-26 0,-6 3-41 0,-2 0-12 16,-5-4-1-16,5-3-30 0,-4-1-36 0,4-3-47 15,1-4-54-15,0-3-56 0,6-8-81 0,1-3-41 16,0-7-28-16,6-1-14 0,6-7 6 15,-6 0-6-15,6-7-24 0,1-1-33 0,0 1 12 16,6-7 29-16,-1-1 35 0</inkml:trace>
  <inkml:trace contextRef="#ctx0" brushRef="#br3" timeOffset="-19948.01">16732 5359 76 0,'14'-10'353'0,"-1"2"59"0,-7 8 58 0,0 0-17 15,1 8-69-15,-7 2-48 0,7 9-40 0,-7 7-34 16,6-1-42-16,0 8-45 0,2 1-44 0,-2-2-40 15,0 4-34-15,1-2-24 0,-1-1-21 0,1-4-32 16,6 0-45-16,-1 1-54 0,2-8-57 0,-1-8-59 16,0 1-60-16,0-4-51 0,-7-11-71 0,-6 0-53 15,7-8 1 1,0 2 32-16,-1-9 47 0</inkml:trace>
  <inkml:trace contextRef="#ctx0" brushRef="#br3" timeOffset="-18802.4">16908 5170 93 0,'7'-23'361'0,"-7"4"53"0,6 5 35 0,-6 3-40 16,7 0-80-16,0 4-62 0,-7 2-38 0,12 10-25 15,-4 2-16-15,-2 4-21 0,7 3-30 0,0 8-31 16,0 4-29-16,-1 8-27 0,2-2-18 16,-1 5-13-16,0-1-11 0,0 5-6 0,7-1-7 15,-8 0-16-15,-5-3-21 0,6-3-28 0,0-2-32 16,0-3-27-16,-6-3-21 0,-1-4-9 0,0-4-2 15,2-7 9-15,-8 1 17 0,0-6 19 16,0-6 22-16,0 0 20 16,-8-3 21-16,2-4 18 0,0-1 17 0,-7-3 15 0,-1-4 15 0,2-2 16 15,-2-3 18 1,-5-1 23-16,6 3 25 0,0-4 23 0,7 3 16 0,-8-2 8 0,14 1 3 16,-6 3-3-16,6 2-14 0,0 1-20 0,6-1-18 15,1 4-20-15,0 3-19 0,5-3-16 0,8 4-10 16,-1-4-10-1,1 4-10-15,6-5-7 0,1 6-2 0,-2-2-11 0,1-3 5 0,0 5 2 0,0-2 6 16,-6-1 5-16,-1 3 1 0,1-2 9 0,-7 5-3 16,-6 0-4-1,6-2-5-15,-7 5 2 0,-6 0 1 16,0 0 3-16,0 8 7 0,-6 3 17 0,-1 4 20 0,1 2 14 0,-1 5 12 0,-6 1 9 16,0 7 4-1,6-5-3-15,-5 4-4 0,-2 0-7 16,8-3-2-16,-1 0-7 0,1-4-10 0,0-4-11 15,-2-4-12-15,8 1-9 0,0-8-9 0,0 5-8 0,8-10-7 0,-2-2-1 0,0-2-3 32,1-13 0-32,6 1-3 0,0-5 2 0,-7 1-6 15,8-4-36-15,-2-4-26 0,-5 0-26 0,6 1-21 16,-6-1-16-16,5 4 3 0,-5 0 32 0,0 4 22 0,5 0 25 0,-12 7 23 0,8-1 17 31,-2 5 9-31,-6 3 3 0,6 8 4 0,1 3 4 16,-7 1 5-16,0 7 8 0,6 3 3 0,1 0 2 15,-7 4 4-15,7 0 0 0,-7 0-7 0,6-1-9 16,-6 2-3-16,6-5-4 0,0-3-4 16,-6 0-2-16,8-4-3 0,-2-4-1 0,-6-4-9 15,6 1-14-15,-6-4-19 0,7-7-28 0,-7 0-17 16,0-4-12-16,7 0-7 0,-7-8 3 0,6 1 13 16,-6-1 24-16,7 1 15 0,-7-4 14 0,6 0 14 15,0 0 12-15,-6 4 6 0,7-5 1 16,0 10-4-16,-7-3 5 0,6 2 4 0,0 2 3 15,-6 9 4-15,7 0 12 0,-7 6 21 0,7 0 13 16,-1 6 11-16,-6 1 12 0,7 5 4 0,-7 4 15 16,6-5-3-16,1 8-8 0,-7-4-6 0,6 1-6 15,-6-1-10-15,0-3-22 0,7 0-12 0,-7-5-10 16,6-2-9-16,-6-1-8 0,6-3 1 16,-6-4-2-16,8 0-3 0,-8-7-10 0,6-1-13 15,0-4-15-15,-6 3-17 0,7-7-16 0,-1 2-11 16,1-5-5-16,-7 2 4 0,6-6 9 15,1 0 5-15,-7 6 16 0,6-2 15 0,1 5 15 16,0 6 13-16,-7 1 17 0,0 0 23 0,0 7 20 16,0 0 19-16,6 7 23 0,-6 0 19 0,0 8 11 15,6-1 5-15,-6 6 4 0,0 1-4 0,7-3-10 16,-7 4-13-16,7-3-17 0,-1 2-16 16,0-1-14-16,-6-7-17 0,7 3-14 0,-1-7-10 15,8 3-5-15,-14-4-4 0,12-5-2 16,-4-3 2-16,-2-3-2 0,0 0-3 0,0-9-1 0,8 1 2 15,-8-4-12-15,1-2-19 0,-1-3-17 16,0-1-21-16,2-1-21 0,-8 0-23 0,0 0-12 16,6 0-1-16,-6 1 16 0,6 1 19 0,-6 3 20 15,0 5 24-15,0 1 24 0,6 4 25 0,-6 3 22 16,0 8 22-16,0 0 23 0,0 6 17 0,8 1 20 16,-8 8 10-16,6-1 11 0,0 8 0 15,1 3 3-15,-1 0 6 0,1 5 5 0,0 3 13 16,-1-5 12-16,-6 5 14 0,6-5-1 0,-6 5-6 15,0-4-23-15,0 1-32 0,-6-5-35 0,0-4-27 16,-1-4-22-16,0-1-14 0,1-3-12 0,-7-5 4 16,7-1-3-16,-8-8-8 15,2-3-20-15,-2 0-43 0,1-7-45 0,7 0-66 0,-8-5-69 16,8-2-71-16,0 3-48 0,0-7-22 0,6-1-9 16,0 1 2-16,0-4 10 0,6 0-13 0,0 0-35 15,0 1-6-15,1 1 22 0,6-1 38 0,-6 3 53 16</inkml:trace>
  <inkml:trace contextRef="#ctx0" brushRef="#br3" timeOffset="-18467.46">18023 5235 191 0,'6'-19'360'0,"1"4"61"0,-7-2 37 0,6 3-7 0,-6 2-12 16,0 4 2-16,0 1 2 0,-6 7-4 16,-1 0-21-16,7 4-54 0,-6 7-69 0,0 1-69 15,-2 2-59-15,2 8-54 0,0 3-34 0,0 1-28 16,-2 0-19-1,2 3-15-15,6 0-7 0,0-4-1 16,0 1-16-16,0-7 3 0,6-1-6 0,2-6-1 0,-2-3 4 0,0-1 0 0,0-4 2 16,8-8-2-1,-1-4 3-15,-7 1-9 0,8-3-26 0,-2-9-28 0,-6 0-21 0,8-1-18 0,-8-3-7 16,1-2 8 0,6 2 19-16,-6 2 23 0,-1 2 24 15,-6 4 21-15,6 1 11 0,1 7 8 0,0-1 15 16,-7 8 19-16,6 0 10 0,0 8 10 0,-6-1-6 0,7 0 0 0,0 8-13 0,-1-1-16 15,1 1-16 1,-1-1-33-16,-6 2-53 0,7-3-86 16,-1 3-84-16,-6-5-84 0,7-1-84 0,-1 2-64 15,0-9-88-15,-6-3-30 0,0 0 24 0,0 0 52 16,8-6 71-16,4-3 77 0</inkml:trace>
  <inkml:trace contextRef="#ctx0" brushRef="#br3" timeOffset="-18292.59">18577 5055 353 0,'6'-4'642'0,"-6"4"169"0,0 0 139 0,6-2 18 0,-6 2-88 15,0 0-140-15,0 0-155 0,0-5-154 0,8 5-132 16,-8-3-110-16,6 3-91 0,-6-4-87 16,6 1-111-16,-6 3-143 0,6-5-172 0,1 2-164 15,-7 3-138-15,7 0-111 0,-7 0-97 0,0 0 35 16,0 0 114-16,0 0 132 0,0 11 131 0</inkml:trace>
  <inkml:trace contextRef="#ctx0" brushRef="#br3" timeOffset="-18135.46">18680 5224 46 0,'0'18'599'15,"0"-3"256"-15,8-4 225 0,-8 0 188 0,0-4-22 16,0 0-130-16,0 0-199 0,0 1-239 0,0-4-292 16,0-4-386-16,0 4 0 0,0-4 0 15,0-4 0-15,0 4 0 0,6-8 0 0,0 4 0 16,-6-3 0-16,7 5 0 0,-7-3 0 0,0 2-513 15,0-1-275-15,6-1-177 0,-6 5-198 0,0 0-50 16,0 0 86-16,-6-3 178 0,6 3 211 0,0 0 186 16</inkml:trace>
  <inkml:trace contextRef="#ctx0" brushRef="#br3" timeOffset="-14476.69">19736 5034 217 0,'0'-16'318'0,"7"2"35"0,-7-1-8 0,0 1-56 0,0 3-38 15,0 4-15-15,0-1 3 0,0 4 18 0,7 4 24 16,-7 4 23-16,6 4 22 0,0 6 22 0,1 4 19 16,-1 8 5-16,8 8-17 0,-2 5-28 15,-4 6-44-15,4 6-51 0,8 7-60 0,-7-3-53 16,7 0-48-16,-8 0-33 0,8 0-49 0,-7-7-69 15,7-8-95-15,-8-4-132 0,2-2-124 0,-2-5-119 16,8-7-80-16,-13-8-74 0,5-3-52 0,-12-11 49 16,0 0 85-1,8-11 97-15,-8 1 97 0</inkml:trace>
  <inkml:trace contextRef="#ctx0" brushRef="#br3" timeOffset="-14252.12">19775 5176 98 0,'0'-26'290'0,"0"4"26"0,7 4-9 0,0 0-59 0,5 0-72 16,2 3-49-16,-2 5-19 0,15 2-9 16,-1 1 0-16,6-1-4 0,1 4-4 0,-1 4-2 15,1 0-5-15,-1 4 2 0,-5 4 8 0,-7-5 15 16,-2 4 16-16,-4 8 17 0,-8-4 6 16,-6 4-10-1,0 3-22-15,-6 0-24 0,-8 4-38 0,2 0-22 16,-8 4-18-16,1-4-18 0,-1-4-28 0,-6 5-38 0,0-6-36 0,7-2-64 0,-7-1-67 15,12-2-82-15,-5-4-125 0,6-6-42 0,0-2 4 16,-1 0 36 0,14 0 52-16</inkml:trace>
  <inkml:trace contextRef="#ctx0" brushRef="#br3" timeOffset="-13995.97">20610 4813 305 0,'12'-10'481'0,"-4"-1"79"0,-2 7 89 0,-12 0-35 0,-2 8-52 16,2 7-52-16,0 3-44 0,-7 12-33 31,-7 0-60-31,7 10-63 0,-6 5-74 0,5 6-59 16,1 8-49-16,-6 0-34 0,6 8-32 0,7-5-29 15,-2 1-28-15,2-4-5 0,6-4-18 0,6-3-37 16,2-8-65-16,4-7-76 0,8-4-82 15,-1-7-100-15,1-8-81 0,6-2-62 0,0-9-13 16,1-6-1-16,-2-5-9 0,8-3-17 0,-8-7 31 16,2-3 56-16,-1-2 60 0,0-2 77 0</inkml:trace>
  <inkml:trace contextRef="#ctx0" brushRef="#br3" timeOffset="-13614.41">21013 5099 349 0,'0'-14'471'16,"-6"3"92"-16,0 0 72 0,-1 7-31 0,-6 0-46 15,0 4-44-15,0 4-46 0,0 0-56 0,-1 7-70 16,2 3-73-16,-1 5-73 0,0-1-57 0,0 0-45 16,-1 9-34-16,8-6-24 0,-6 1-17 0,12 0-11 15,-8 0 0-15,8-5-5 0,8 2-6 16,-8-4-6-16,6-3 3 0,0-5-1 0,8-5-3 16,-8-2-3-16,7-2 7 0,0-5-5 0,0-5-23 15,-1-5-15-15,2-3-24 0,-1-2-23 16,-6-3-23-16,6 2-15 0,-7-2-1 0,0-1 14 15,1 4 27-15,-7 1 20 0,7 2 18 0,-7 5 23 16,0-1 20-16,0 0 9 0,0 12 0 0,0-4 6 16,0 10 2-16,0 4 14 0,0 0 5 0,6 12 4 15,0-1 2-15,1 8 1 0,0 3 8 16,-1 4 2-16,7 0 11 0,-6 7 10 0,-1 2 6 16,1-4 6-16,-1 3-4 0,-6-4-12 0,6-1-17 15,-6 0-10-15,-6-2-10 0,6-5-14 16,-6 0-3-16,-1-2-5 0,1-5-3 0,-7-8-10 0,6 1-32 15,-6-8-53-15,6-3-69 0,-12-1-84 16,6-6-89-16,0-5-85 0,0-2-58 0,0-5-58 16,-1-4-79-16,2-3 3 0,6-3 49 0,-1-1 68 15,0-3 78-15</inkml:trace>
  <inkml:trace contextRef="#ctx0" brushRef="#br3" timeOffset="-12952.15">21092 5051 204 0,'6'-7'500'0,"1"7"104"0,-7 5 93 0,0 1 7 0,0 2-96 0,0 3-102 0,6 0-97 16,-6-1-85-16,0 2-78 0,13-5-69 15,-6 4-57-15,-1-3-42 0,8-2-23 0,-2-2-21 16,2 0-15-16,-2-1-8 0,1-6-2 0,1-1-4 16,-2-3-5-16,2-1 3 0,-8-3-3 0,0 1-6 15,1-5-2-15,0 1 21 0,-1-5-13 0,-6 4-6 16,0-3 1-1,0 4 4-15,-6 2 0 0,-1-2-19 0,7-1 13 0,-13 8 7 0,7 0-1 16,-8-1 2-16,8 8 0 0,-7 4 0 0,0 0-4 16,0 3-1-1,7 7 7-15,-8 5-1 0,2-1 1 0,5 4-20 16,0 4 9-16,1-1 9 0,6 1 1 16,0 3 5-16,0 4-2 0,6-3 18 0,1-1-8 15,0 0-10-15,5-2-8 0,2-6-5 0,5-4 1 16,-6-1-1-16,6-2 0 0,1-7-20 0,-7-7-39 15,7 0-46-15,0-7-56 0,-1 0-58 0,-6-4-57 16,0-8-35-16,0 1-4 0,-6-7 3 0,-1 3 12 0,0-7 21 0,1 2 30 0,0-2 39 16,-7 4 35-16,6-1 43 0,-6 4 50 15,0 1 46 1,0 6 40-16,0 1 36 0,0 2 29 0,0 4 23 0,6 5 14 0,-6 3 18 0,0 3 18 16,7 5 17-16,-7 6 5 0,0 1 13 0,7 7 5 31,-7 4-5-31,6-1-11 0,-6 6-24 0,7-6-14 15,-7 4-27-15,0-4-20 0,6-3-18 16,-6-2-18-16,6-3-9 0,-6-3-4 0,0-2 10 16,0-1-10-16,0-7-1 0,0-1 0 0,0-6-4 15,0-5-5-15,0-6-19 0,0-1 1 0,0-4-2 16,0-3-1-16,8 0 1 0,-2-3 1 0,-6 0 1 16,6-2-2-16,0 2 1 0,1-1-3 15,0 8 4-15,-1 0-1 0,1 3 1 0,-1 8 2 16,-6-1 1-16,7 8 6 0,0 4-3 0,-1 3 2 15,0 5-3-15,0 2 2 0,2 1-9 16,-8 3-20-16,6 0-30 0,0 1-38 0,1 3-45 16,-1-5-49-16,1-2-34 0,0 0-28 0,-1-4-11 15,0-4 1-15,1 1 13 0,6-8 14 0,-7 0-2 16,1-3-8-16,0-6-12 0,6 2-4 0,-7-3 0 16,0-5 9-16,8 3 33 0,-8-2 47 0,0-1 48 15</inkml:trace>
  <inkml:trace contextRef="#ctx0" brushRef="#br3" timeOffset="-12661.82">21704 5117 70 0,'0'-10'164'0,"0"-2"58"0,7 2 43 0,-7 3 29 0,0-1 11 0,-7 4-4 0,7 1-16 16,-6 3-7-16,6 3-2 0,-14 5-7 0,8-2-17 16,0 6-24-16,-8 3-37 0,8-1-38 0,0 4-37 15,-1 1-32-15,1-1-24 0,-1 1-19 16,0-1-10-16,7 0-9 0,-6-4-8 0,6 1-5 16,0-4-30-16,0-3 9 0,6-1 1 0,1-2 6 15,0-5-2-15,-7-5-7 0,13-2 4 16,-7-1-40-16,7-6-35 0,-6-1-35 0,5-3-34 0,-4 0-20 15,-2-1-6-15,0 2 9 0,1-3 22 0,-1 3 22 16,1 5 26-16,-1 1 30 0,1 4 33 16,-1 3 34-16,-6 4 24 0,6 4 26 0,-6 3 21 15,8 4 14-15,-8 4 6 0,6 3-5 0,-6 0-11 16,0 5-15-16,0 2-15 0,0-3-16 16,0 4-20-16,0-3-30 0,0-2-41 0,6-4-45 15,-6-1-43-15,0-2-54 0,0-7-42 0,7 2-54 16,-7-9-70-16,0 0-24 0,0 0 11 0,0 0 34 15,0-12 41-15</inkml:trace>
  <inkml:trace contextRef="#ctx0" brushRef="#br3" timeOffset="-12456.51">21874 5066 225 0,'6'0'402'0,"7"4"64"16,-7 6 36-16,2 5-36 0,-2 0-67 15,0 8-53-15,8 2-39 0,-8 4-39 0,0 4-43 16,1 4-44-16,-1-3-47 0,1 2-42 0,0 0-37 15,-1-7-36-15,7 0-36 0,-6 0-49 0,5-6-52 16,-5 0-53-16,0-6-48 0,-1-2-34 0,1-8-28 16,-7 0-10-16,0-3 5 0,0-8-5 0,0 1-18 15,-7-4-42-15,1-4-22 0,-1 0 11 16,0-8 24-16,-5 5 47 0</inkml:trace>
  <inkml:trace contextRef="#ctx0" brushRef="#br3" timeOffset="-12287.73">21958 5095 9 0,'20'-10'310'16,"-7"5"37"-16,0-1 33 16,0 6-35-16,0-4-56 0,0 8-41 15,-7 0-20-15,8 3 13 0,-8 0 22 0,0 4 17 0,-6-4 1 0,0 4-17 0,-6 4-35 16,0-1-47 0,-8 6-68-16,2-6-86 0,-1 3-106 0,-7-2-104 0,0 0-105 0,-6-1-114 15,1-2-162-15,-1-5-57 0,-1-3 20 0,1 2 58 16,0-1 77-16</inkml:trace>
  <inkml:trace contextRef="#ctx0" brushRef="#br3" timeOffset="-11859.6">22519 4982 208 0,'13'-11'426'0,"0"4"84"0,-7 3 84 0,1 4-25 15,-7 0-56-15,0 7-49 0,0 4-49 16,0 8-49-16,0 2-56 0,0 10-63 0,6 0-61 16,1 6-49-16,-7 4-41 0,7 2-32 0,5 5-22 15,-5-4-20-15,6 4-10 0,0-4-11 0,-7-4-23 16,8-3-46-16,-2-3-63 0,2-2-68 0,-8-6-75 15,7-5-65-15,-6-5-45 0,-1-7-18 0,-6-1 6 16,0-8 21-16,7 0 25 0,-7-10 13 16,-7-2-5-16,1 1-26 0,-1-7 6 0,-6 0 21 15,1-5 36-15</inkml:trace>
  <inkml:trace contextRef="#ctx0" brushRef="#br3" timeOffset="-11651.1">22551 5327 125 0,'-13'-30'318'0,"7"1"42"0,-7 3-1 15,13 0-43-15,-6 5-69 0,12-2-56 0,-6 5-41 16,6 0-28-16,7 3-20 0,-6 1-15 0,6-1-14 15,7 1-13-15,-1 2-11 0,7 5-8 0,-6-1-7 16,6 6-3-16,-7-3-4 0,1 10 15 0,-8-3 15 16,8 6 15-16,-14-1 12 0,2 5 2 15,-8 2 1-15,0 1-20 0,0 3-19 16,-14-4-19-16,8 5-16 0,0-5-20 0,-8 1-25 0,8-3-35 16,-7-2-37-16,-1 1-41 0,2-7-44 15,6 0-28-15,-2-4-18 0,2 0-24 0,0-8-31 16,6 1-60-16,0-5-17 0,0-2 8 15,6-3 21-15,0 1 49 0</inkml:trace>
  <inkml:trace contextRef="#ctx0" brushRef="#br3" timeOffset="-11368.4">22831 4986 60 0,'14'0'317'0,"-1"7"42"16,-1 0 28-16,-4 5-42 0,4 2-73 0,-6 4-56 16,2 4-34-16,-2-3-18 0,0 6-20 0,1-2-17 15,6-2-16-15,-13 1-19 0,7-3-18 0,-1 2-20 16,0-6-15-16,-6-1-11 0,0-2-11 0,6-5-5 15,-6-3-6-15,0-4-3 16,-6 0-2-16,6-8-2 0,0-3-2 0,-6-3-2 0,6-5 2 16,0 2 1-16,0-6-2 15,6-3-3-15,-6-3-5 0,0 0-14 0,6-4 0 0,2 3 0 0,-2 1 2 16,0 4 4-16,1 7 8 0,-1-1 15 0,1 5 1 16,0 3 1-16,-1 7 1 0,7 0 0 15,-6 8-3-15,-1 0-2 0,7 3-3 0,-6 3-16 16,6 2-27-16,-1-1-33 0,-5 0-38 0,6 0-43 15,-7 0-41-15,2 0-57 0,-2-4-74 0,0-4-52 16,-6-3-6-16,0 0 20 0,0 0 31 16</inkml:trace>
  <inkml:trace contextRef="#ctx0" brushRef="#br3" timeOffset="-11200.68">23196 4901 187 0,'0'0'419'0,"7"4"68"0,-7 4 62 16,0 3-44-16,7 3-86 0,-7 1-74 15,0 7-70-15,6 0-57 0,-6-1-55 0,0 5-50 16,6 0-43-16,1-1-28 0,-1-3-19 0,1 4-26 16,-7-4-42-16,7 0-50 0,-1 0-62 0,-6-7-65 15,6 3-71-15,-6-6-69 0,8-6-86 0,-8-6-55 16,0 0 4-16,0 0 37 0,0 0 55 0</inkml:trace>
  <inkml:trace contextRef="#ctx0" brushRef="#br3" timeOffset="-10684.15">23326 4949 378 0,'0'4'477'15,"0"3"72"-15,0 4 42 0,0 0-95 0,0 4-90 16,0 0-85-16,0 2-75 0,8 3-50 0,-8 1-61 16,6 1-45-16,-6 0-45 15,6 0-9-15,1 0 4 16,0-1-32-16,-7-1-7 0,6-3 1 0,0-2 5 0,-6-1-14 0,0-2-20 0,7-5 11 31,-7 0 4-31,0-7 5 0,0-3-1 0,0-1 4 16,0-3-1-16,0-8-6 0,0 1-11 0,0-1-18 15,0-3-24-15,0-1-19 0,0 1-23 0,0-4-20 0,0 0-8 0,0 0 7 0,0 0 14 0,0 3 19 32,6 2 25-32,-6 1 24 0,0 5 19 15,0 4 15-15,7 0 17 0,-7 7 7 0,0 0 8 0,7 0 12 0,-7 7 15 0,6 0 7 0,0 4-2 31,1 5 8-31,-7-1 2 0,7 2 1 16,-1 5 0-16,0 0 3 0,1-4-2 0,-7 4-6 16,7 0-8-16,-1-3-11 0,-6-1-15 0,7-3-10 15,-7-4-15-15,6-4-9 0,0-4-3 0,-6 1-1 16,8-8 1-16,-8 1 12 0,6-4 4 0,-6 0-3 16,6-8-4-16,0-3-7 0,-6-1-10 15,7 1-21-15,0-7 0 0,-1 2-1 0,1 1 5 16,-1 0 3-16,1 0 12 0,0 4 8 0,-1 4 4 15,0 2 2-15,0 1 4 0,2 4 2 16,-2 3 0-16,0 4 1 0,1 8 3 0,-7-5 0 16,6 5-9-16,1 2-8 0,0 1-22 0,-1 0-34 15,0 1-36-15,1-2-41 0,0 2-31 0,-1-5-32 16,0 1-16-16,8-1-11 0,-8-4-15 0,1 1-21 16,-7-4-25-16,12 0-24 0,-5-7-1 15,0 2 18-15,-1-1 43 0</inkml:trace>
  <inkml:trace contextRef="#ctx0" brushRef="#br3" timeOffset="-10381.08">23782 4978 117 0,'8'-11'220'0,"-2"1"23"0,-6-2 7 0,0 1 9 0,0 5 14 16,0-2 12-16,0 4 9 0,0 4 11 0,0 0 21 15,0 4 15-15,0 4 9 0,-6-2-9 0,6 9-21 16,-8-4-35-16,2 7-45 0,0 1-51 0,0 2-49 16,6 2-45-16,-7-5-39 0,7 1-23 0,0-5-22 15,0 1-10-15,0-5-9 0,7-2-4 16,-7-5 3-16,6-3-2 0,0-3-9 0,0-1-19 15,2-3-20-15,-8-4-21 0,6-4-22 0,7 1-24 16,-13-5-18-16,7 5-6 0,-1-1 4 0,1 4 20 16,-7 0 18-16,6 4 25 15,0-1 33-15,1 8 30 0,-7 0 35 0,7 8 36 0,-1-1 27 0,0 7 24 16,1 2 18-16,0 1 6 0,-1-2-8 16,1 4-23-16,-1 3-21 0,1-4-25 0,-1 0-20 15,1-3-13-15,-1-1-26 0,0-2-44 0,-6-1-68 16,0-5-79-16,0-1-90 0,0-5-87 0,0 0-95 15,-6-7-97-15,-7-1-35 0,7-4 29 0,-7 3 58 16,0-7 74-16</inkml:trace>
  <inkml:trace contextRef="#ctx0" brushRef="#br3" timeOffset="-10224.39">23288 4561 264 0,'-7'-8'433'15,"-5"1"44"-15,4-1 24 0,2 6-104 0,6-6-135 0,0 4-111 16,6 1-95-16,2-1-91 0,4 0-85 16,1 0-123-16,0 4-132 0,6 4-61 0,1 0-13 15,6 0 27-15,7-1 53 0</inkml:trace>
  <inkml:trace contextRef="#ctx0" brushRef="#br3" timeOffset="-10000.44">24265 4553 198 0,'20'12'614'0,"-8"-2"189"0,8 1 173 15,-6 4 123-15,5 3-76 0,-6 5-123 0,6 2-133 0,-5 8-129 0,5 1-125 0,7 2-128 16,-6 3-110-16,6 7-275 0,-7-3 0 0,1 4 0 31,0 5 0-31,-8-5 0 0,1 4 0 0,-6 1 0 16,-1-4 0-16,-6 2 0 0,0-2 0 0,-6-4 0 0,-7-3 0 0,-6-1 0 0,-8-4-293 15,-5-3-406-15,6-4-227 0,-13-3-240 0,-1 1-78 16,1-10 43 0,1 5 146-16,-15-3 236 0,7 0 230 15</inkml:trace>
  <inkml:trace contextRef="#ctx0" brushRef="#br1" timeOffset="-6046.41">24630 3839 309 0,'-13'0'443'0,"13"4"71"0,-13-4 63 0,6 0-61 0,1 0-44 0,-1 0-25 0,1 0-16 0,-1 0-9 0,7 0 3 16,0 0-38-16,-6 0-56 0,6 0-56 0,0 0-73 16,0 0-52-16,0-4-63 0,6 4-27 0,1-4-12 15,-1 0-12-15,7 1 10 0,1-1-11 0,5 1-8 16,0-1-6-16,8 0-11 0,-1-3-3 0,0 0-4 15,-1 3 0-15,2-3-1 0,-1-1-3 0,0 2 1 16,-6 2 0 0,-1 0 1-16,1 0 0 0,-8 1 0 15,-4-1 2-15,-2 4 3 0,0-4 1 0,-6 4 7 0,0 0 7 0,0 4 0 0,-6-4 7 16,-8 4-4 0,8-4-3-16,-13 3-5 0,5 1-16 15,-5 0 1-15,0 0 0 0,-1 2-2 0,1-2 3 16,-7 0-2-16,6-1 13 0,0 1-6 0,1 0-4 0,5-1 2 0,-5 1-5 0,6 0-1 31,6-1-3-31,-5 1 0 0,5 0 0 0,0-4-6 16,1 3 3-16,6-3 6 0,0 0 1 0,0 4 1 0,6-1 1 0,1-3 4 0,6 4-2 15,0 0-3 1,0-4 0-16,6 4-4 0,-5-4-1 0,12 0 1 0,-1 0 3 0,-5-4-4 0,6 0 9 31,1 0-1-31,-1 1-5 0,-7-4-2 0,-6 3-16 0,6-3 9 0,-5 3-6 0,-8-3 9 0,0-1 6 31,-6 5 2-31,0-1 15 0,0-4-9 0,-6 2-1 16,-6 2-3-16,-2 0-5 0,1 1-1 16,0-1 3-16,-6 0 2 0,-1 4-4 0,0 0-4 15,7 4 9-15,1 0-5 0,-2 3-5 0,2 1-21 16,4-2-3-16,2 2-12 0,0-1-36 0,6-3-53 16,6 3-77-16,0-3-92 0,8-1-123 0,-1 1-116 15,0-4-92-15,6-4-150 0,7 1-27 0,0-1 55 16,7-7 95-16,6 0 114 0,7-7 114 15</inkml:trace>
  <inkml:trace contextRef="#ctx0" brushRef="#br1" timeOffset="-4773.58">25705 3747 312 0,'-13'4'406'0,"6"-4"62"0,-5 4 21 0,-2-4-64 16,8 4-47-16,-7-1-30 0,0 1-20 0,6 0-18 16,-5 2-11-16,-2-2-17 0,8 0-29 0,0-8-36 15,6 4-31-15,-8-4-35 0,8 4-40 0,0 0-40 16,0-2-31-16,0 2-15 0,8-4-16 0,-8 0-5 16,6 0 1-16,0 1 1 0,0-1 1 15,2 0-3-15,-2-4 3 0,7 4-4 0,0 2-8 16,-6-5 0-16,5 2 2 0,2-2 1 0,-2 3 0 15,-5 0 0-15,6 1 8 0,-6-1 3 0,-1 1-2 16,0 3 2-16,-6-4 1 0,8 4 0 0,-8-4-4 16,0 4 2-16,0 0-12 0,-8 0 10 0,8 0 4 15,-12 0 10-15,5 0 14 0,1 0 2 16,-8 0 12-16,2 0-4 0,-2 0-9 0,2 4-10 16,-2-4-16-16,-5 4-4 0,5-4 1 0,2 3-7 15,-2 1 3-15,2-4 4 0,-1 3 1 16,6-3-2-16,-6 4-4 0,7-4 4 0,6 0-4 15,-6 4-4-15,6 0 0 0,0-4 1 0,0 3 1 16,0-3-4-16,6 5 5 0,0-5-1 0,-6 0 0 16,13 3 1-16,-6-3 3 0,6 4 2 0,-7-4-5 15,8 0 1-15,-2 0 1 0,2-4-6 0,-8 4-3 16,7-3 14-16,0-2 2 0,-6 5-9 16,-1-3 1-16,0-1 3 0,-6 0 2 0,8 0-17 15,-8 4 6-15,0-3 11 0,-8-1-1 0,8 4-10 16,-6-3 5-16,0-1 8 0,-1 4-5 0,-6 0-7 15,0 0 5-15,-1 0 7 0,2 4-3 16,-2-4-11-16,2 3 1 0,-1 1 7 0,-1-1-1 16,2 1-3-16,-2 4 3 0,8-5 7 15,0 5 0-15,-1-4-8 0,0-2-3 0,7 2 4 0,-6 0-5 16,12-4-8-16,-6 4 1 0,7-4 8 0,0 0-1 16,-1 0 9-16,8-4-4 0,-2 4-4 15,8-4-55-15,-7-2-103 16,7 2-140-16,-2-4-154 0,-4 5-171 0,5-5-162 0,-5 1-40 0,6 0 53 15,-2-1 114-15,9 1 132 0</inkml:trace>
  <inkml:trace contextRef="#ctx0" brushRef="#br1" timeOffset="-3945.94">26982 3774 202 0,'-13'10'451'0,"0"-3"89"0,1-3 67 0,-2 3-20 0,1 1-73 0,0-1-60 15,6-3-42-15,7 3-41 0,-12-4-32 0,12 1-34 16,-7 0-40-16,7 0-45 0,0-1-42 0,7-3-34 16,-7 4-27-16,12 0-20 0,-5-4-22 15,6 4-15-15,6-4-10 0,-5 0-11 0,5-4-9 16,1 4-12-16,6-4-6 0,-6 0-4 0,-1 1-5 16,7-1 2-16,-6 0-3 0,-1-3 4 0,-6 3-4 15,0 1 0-15,1-1 1 0,-8 4-2 16,6-4 3-16,-4 1 3 0,-8 3 1 0,0-4 0 15,0 0 8-15,-8 1 17 0,2-1 12 0,0 4 11 16,-8-4 8-16,8 4 7 0,-13-3-3 0,-1 3-12 16,0 3-17-16,1 1-9 0,-7-4-7 0,0 7-1 15,0-3-5-15,6 3 4 0,-5-3 9 16,5 3-1-16,0-3 3 0,1 3-1 0,5 1 0 16,2-5-6-16,5 5-11 0,7-4-3 0,-7-2-4 15,14-2 2-15,-7 4-2 0,7-4 2 0,5 0 0 16,2-4 0-16,5 2 0 0,1-2-3 0,6-4 3 15,0 1-4-15,0-1 2 0,-7 1 2 0,7 0-2 16,-6 0 1-16,-7-1-3 0,-1 1 2 16,2 3-5-16,-8 1-6 0,1-1 2 0,-7 4-9 15,0 0-55-15,0 0-107 0,-13-4-157 0,7 4-181 16,-8-4-177-16,2 4-221 16,-8 0-101-16,7-2 26 0,-1 2 113 0,2-4 161 0,-8 0 165 15</inkml:trace>
  <inkml:trace contextRef="#ctx0" brushRef="#br1" timeOffset="1555.59">24864 2938 173 0,'-6'-4'297'0,"-7"1"24"0,6-5-30 0,-5 1-61 0,-2 3-65 16,8 1-37-1,-7-1-15-15,0-1-7 0,0 5-7 0,-1-2 6 0,-5 2 4 0,6-4-5 0,0 4-5 16,1 0-5-16,-2 0 3 0,-6 0-7 15,7 4-4 1,1-4-3-16,-2 2 3 0,2-2 0 0,-2 0-2 0,1 0-6 0,0 0-5 0,0 0-2 31,7 0-8-31,-8 0-5 0,8 5-7 0,-7-5-3 0,7 4-6 0,-7-4-2 0,6 0 2 0,1 3-2 32,-8-3-3-32,8 4-3 0,0-1 0 0,-1-3 4 0,-6 4-1 0,7 0 2 0,-1-4 3 31,1 4 0-31,-1-1-2 0,-6-3-9 0,7 4-10 15,-2-1-7-15,2 2-5 0,0 1-2 0,-7 2-3 16,6-1 16-16,1 1-6 0,-7-1-4 16,7 3-3-16,-2-2 2 0,-4 7 0 0,6-5-17 0,-2 5 9 15,2 0 5-15,0 3 2 0,-1-3 3 0,-6 3 6 0,13 1 0 0,-13-2-1 0,7 6 4 32,6-5-1-32,-14 4-4 0,8 0-1 15,0-3 20-15,-1 2-1 0,0-6-3 0,1 4 4 16,6-1 7-16,-7 4 1 0,1 0-13 0,6-1 8 15,-6 2 5-15,6 0 0 0,0 2-4 0,0-4-1 16,0 1-7-16,0 0-3 0,0 0-10 0,0 0-3 16,0 1-2-16,6-1-7 0,0-5-1 0,-6 6-7 15,7-9 7-15,-1 1 3 0,1 3 3 16,0-4-1-16,-1 6 1 0,0 1 6 0,8-6-4 16,-8 3 3-16,0 0-2 0,1-3-1 0,0-4 0 15,6 4 3-15,-7 0 3 0,0-5-7 16,2 2-3-16,-2-1 4 0,0-1 2 0,0 1-4 15,2 1-5-15,-2-5 1 0,0 4 3 0,1-8-3 16,-7 5-5-16,6-1 1 0,-6-3 0 0,7-1 6 16,0 1-3-16,-1-1 3 0,-6 2 5 0,6-3-2 15,0-2 3-15,2 4-2 0,-2-4 2 0,0 0-3 16,1 0-6-16,0 0 2 0,6-4-1 16,-7 4-4-16,0 0-4 0,1-2 1 0,0 2 6 15,-1-5-7-15,0 5 4 0,8-3-1 0,-8-1 1 16,1 4-2-16,6-3-1 0,-7-1 7 0,1 0 4 15,-1 1-2-15,0-1-5 0,2 0-5 0,-2 1 0 16,0-5 0-16,1 5-5 0,-7-4 5 0,6 3 2 16,1-4 10-16,-1 1-4 0,1 3-4 15,-7-2-6-15,6 2 2 0,1-4-1 0,0 8-7 16,-1-8 5-16,0 5-1 0,1-1 10 0,0-4-8 16,-1 6 2-16,0-2 5 0,1-4 3 0,-1 5-8 15,1-5 30-15,0 1-8 0,5 0-8 0,-4-1-11 16,-2 1 2-16,0-4 8 0,1 0-36 15,-1 3 2-15,1-2 21 0,-1 3 6 0,-6-5-3 16,7 4-8-16,-1-1 8 0,-6 1 7 0,6 0-10 16,-6 1-6-16,8-4 8 0,-8 0 7 0,6 4-6 15,-6-4-5-15,6-1 4 0,-6 2 9 0,7-1-9 16,0 3-8-16,-7-2 2 0,6-1 10 0,-6-1-3 16,0 1-3-16,6 0 2 0,-6 0 11 15,7 1-6-15,-7-1-3 0,6 0-4 0,-6 0 6 16,7-1-4-16,-7 2-1 15,0 3 1-15,7-5 2 0,-7 2 3 0,6-1 1 0,-6-1-1 16,6-1-4-16,-6 1-2 16,0 1 5-16,7 0-3 0,-7-1-8 0,7 2 2 15,-7 3 11-15,0-8-2 0,6 4-8 0,-6 0-2 0,0 0 13 0,0 1-2 16,0 2-13-16,0-4 6 0,0 1 13 0,-6 0 1 16,6 0-11-16,-7 1 4 0,0-2 10 0,1 2-4 15,0-1-9 1,-1 0 5-16,0 0 1 0,1 0-6 0,-1-4-5 0,-5 4 1 0,5-4 5 15,0 4-6-15,1 0 1 0,0 0 2 0,-2 1 1 16,2-2-12 0,0 1 0-16,-7 0 7 0,6 1 5 0,1 2-2 0,-7 1-6 0,13 0 16 0,-14-2-2 15,8 7 23-15,0-5-20 0,-1 2-2 0,-6 2 4 16,6-1-2-16,-5 0-1 0,5 0-29 16,-6 4 16-1,7-3 4-15,-8 3 0 0,1 0 0 0,0 3-2 16,7-3 0-16,-7 4 1 0,-1 0-4 0,2 0 1 15,-1 4 6-15,0 1 1 0,0 0-2 0,6-2-3 0,-6 0 4 0,0 4-1 16,0-4-5 0,7 4-2-16,-7 0 2 0,-1 3 4 0,8-2 1 15,-8 6 2-15,2-4 0 0,6 6-2 16,-8-2 2-16,8 0 0 0,-7 3-2 0,7 2-3 0,-8 2 2 0,8 0 2 0,0 2-1 0,-2 2-1 31,8 0 2-31,-6-3 28 0,0 1-15 16,6 2-9-16,0 0 1 0,-7 0-3 0,7-4 1 15,7 4-27-15,-7-3 8 0,0 1 24 0,6-2-6 16,0 0 2-16,2-3-4 0,-2 4 1 0,0-5 1 16,8 2-16-16,-8-1 8 0,7-4-4 0,-7 0 2 15,8 4 1-15,-8-8-1 0,6 6 2 0,2-5 2 16,-1-1 6-16,0-3 1 0,0 0 0 16,7 0 1-16,-8-4 1 0,2 0-5 0,-1 1-4 15,0-1-2-15,0-4 0 0,-1 2 4 0,2-3 0 16,-1 2 1-16,0 0 2 0,0-4 2 15,0 0-5-15,0-4-6 0,0 0 1 0,6-3 1 16,-6 4-3-16,1-4 4 0,6-1 3 0,-8-3-2 16,1 4 4-16,0 0 3 0,0-4-2 0,7 0-3 15,-7-1-4-15,0 2 6 0,0-2-5 0,0-3 4 16,0 5-3-16,0-5 2 0,0 1-1 0,0 3 0 16,-6-4 2-16,6 0-3 0,-1 1 5 15,-4-1-2-15,4 1 6 0,-6-1 18 0,8-4-12 16,-8 1-5-16,7 0-7 0,-6 0-35 0,0-5 15 15,5 6-9-15,-12-5 15 0,14 3 6 0,-8 1 5 16,0-1 33-16,1 1-14 0,-7 0-7 0,6-1-8 16,1-2 1-16,0 2 1 0,-7 1 2 0,0-4-3 15,6 3-1-15,-6-3 3 0,0 5-5 16,0-2 0-16,0-3-2 0,0 3 2 0,0-3 0 16,-6 0-1-16,6 1-1 0,-7-1 1 0,7 0 0 15,-7-1 0-15,1 2-11 0,-1-6 3 0,-5 6 5 16,4-1 3-16,2 0 2 0,-6 1 0 0,-2-2 9 15,1 1-8-15,7 3 1 0,-8 2-3 0,2 2 2 16,6-1 0-16,-8 10 2 0,8-5-2 16,-7 3-7-16,6 4 22 0,-6-3-33 0,0 0-38 15,0 0-48-15,-7-1-60 16,7 5-73-16,1-1-119 0,-8 4-64 0,0 0-60 0,7 0-94 16,-6 4-79-16,-8-1 2 0,8 1 54 0,-1 4 74 15,1-5 85-15</inkml:trace>
  <inkml:trace contextRef="#ctx0" brushRef="#br1" timeOffset="3159.94">25444 5264 44 0,'7'0'483'0,"-7"-4"131"0,0 4 125 0,0 0 129 0,-7 0-54 16,7 0-69-16,0 0-76 0,-6 0-80 0,6-3-91 15,0 3-108-15,0 0-103 0,0-3-91 16,0 3-65-16,0-5-49 0,6 1-32 0,-6 1-22 15,14-4-14-15,-8 0-8 0,7 3-3 0,0-4-2 16,-6 1-7-16,5 4-12 0,2-2-42 16,-8-1-74-16,7 6-118 0,-6-4-141 0,-1 4-138 15,1-4-121-15,-7 1-77 0,6 3-39 0,-6 0-55 16,0 0 43-16,0 0 89 0,0 0 106 0,0 0 105 16</inkml:trace>
  <inkml:trace contextRef="#ctx0" brushRef="#br1" timeOffset="3350.4">25458 5479 222 0,'-7'12'403'0,"7"-1"59"16,0-3 44-16,0-2-59 0,-7 3-73 0,7-9-61 15,7 3-52-15,-7-6-46 0,7-1-46 0,-7-1-48 16,6-1-44-16,7-2-32 0,-7-3-20 0,8 4-17 16,-2-4-15-16,-4 4-43 0,4-5-65 15,-6 6-84-15,1-1-90 16,-7 7-161-16,7-5-99 0,-7 5-20 0,0 0 34 0,0 0 63 0,0 0 81 15</inkml:trace>
  <inkml:trace contextRef="#ctx0" brushRef="#br1" timeOffset="12750.26">26330 4740 9 0,'0'3'362'0,"0"2"71"0,0-2 61 16,-6-3 17-16,6 4-70 0,0-4-46 0,0 0-50 15,0 4-46-15,0-4-43 0,0 0-38 0,0 0-48 16,-6 0-56-16,6 0-33 0,0-4-28 0,0 4-17 15,0-4-9-15,0 1-11 0,0-2-4 0,0-2-3 16,0-4-3-16,6 4 14 0,-6-4 8 16,0 0 9-1,0 1 5-15,6-2 5 0,-6-3 18 0,0 5-5 0,0-5-4 0,0 0-1 0,0 0 1 16,0 4 7-16,0-3 5 16,0 2 4-16,8 2 6 0,-8-1 6 15,0 3 4-15,6 1-13 0,-6 0-1 0,0 4-6 0,0-1-1 0,0 0 3 16,0 0 7-1,0 8 21-15,0 0 20 0,-6 3 20 0,6 5 34 0,0-2 9 0,0 9 9 16,0 2-4-16,0 2-6 16,0 2-5-16,0 4-28 0,6 1-7 15,-6-1-17-15,0 0-14 0,0 4-22 0,0 0-23 16,6 0-21-16,-6-3-16 0,6-5-13 0,-6 0-8 16,7-2-6-16,-7-1-3 0,7-4-6 0,-7-7-12 0,6 0-28 0,1 0-50 0,-7-3-65 15,6-5-83 1,1 1-111-16,0-4-113 0,-1-4-93 15,0 1-66-15,0-5-40 0,2 0-6 0,-2 2 0 16,0 1-18-16,-6-2 28 0,7 4 67 16,-7 3 80-16,0 0 78 0</inkml:trace>
  <inkml:trace contextRef="#ctx0" brushRef="#br1" timeOffset="13402.46">26214 5327 179 0,'-7'7'330'0,"0"-4"38"0,7 1-1 0,-6 0-42 0,0 3-50 15,-2-7-28-15,8 7-8 0,-6-3 6 0,0-1 8 16,-1-3 11-16,1 4 10 0,-1-4 16 16,7 5 10-16,-6-5 12 0,-1 3 13 0,7 0 16 15,-6-3 8-15,0 4 2 0,-2 0 3 0,8-1-3 16,-6 5-9-16,0-8-16 0,-1 7-15 0,0-3-23 15,1-1-21-15,-1-3-27 0,7 4-162 0,-6-1-78 16,6-3 0-16,-6 4 0 0,6 0 0 16,0 0 0-16,0-4 0 0,0 3 0 0,6-3 0 15,0-3 0-15,14 3 0 0,-1-8 0 16,8 4 0-16,5-3 0 0,8 0 0 0,-1 0 0 16,13-1 0-16,-7 1 0 0,8 0 0 0,5-1 0 15,-6 1 0-15,0 0 0 0,0 3 0 0,1 1 0 16,-8-1 0-16,-6 0 0 0,1 4 0 15,-2 0 0-15,-11 0 0 0,5 0 0 0,-12 0 0 0,-1 0 0 16,1 0 0-16,-8 0 0 0,2 4 0 16,-8-4 0-16,1 0 0 0,-1 0 0 0,1 0 0 15,-7 0 0-15,0 0 0 0,7 0 0 0,-7 0 0 16,0 0 0-16,0 0 0 0,0 4 0 0,0-1 0 16,0-3 0-16,0 4 0 0,0-1 0 0,-7-3 0 15,7 0 0-15,-7 4 0 0,7-4 0 0,0 0 0 16,-6 3 0-16,6-3 0 0,0 0 0 15,-7 4 0-15,7-4 0 0,-6 0 0 0,-1 0 0 16,0 0 0-16,1 0 0 0,0 0-21 0,-8-4-572 16,8 4-219-16,-7-7-178 0,0 4-184 0,0-1-29 15,0-3 101-15,0 3 174 16,7-3 205-16,-8 7 201 0</inkml:trace>
  <inkml:trace contextRef="#ctx0" brushRef="#br1" timeOffset="14355.64">26370 5813 149 0,'6'-3'327'0,"-6"3"37"0,7-4 5 0,-7 1-48 0,0-1-61 31,6 1-32-31,-6-1-14 0,0 0 2 0,0 0 7 16,0 1 10-16,0-1 9 0,0 0 9 15,-6 1 10-15,6 0 6 0,0-1 9 0,0-1 11 16,0 5 9-16,0 0-3 0,0 0-5 0,-7 0-13 16,7 5-23-16,-6-1-26 0,-1-1-35 15,0 4-31-15,1 0-27 0,0 5-23 0,0 2-20 16,-2 4-18-16,2 0-9 0,0 1-4 0,-1 2-5 16,1 2 2-16,-1 2 4 0,0 2-2 0,1 2 6 15,6-4-3-15,-6 8-2 0,6-4-4 16,0 5-6-16,0-5-4 0,0 3-10 0,6-1-6 0,-6 0-4 15,6-4-6-15,1-1-5 0,0-1-3 16,-1-3-4-16,7-1-2 0,-7-2 1 0,8-1-4 16,-2-2 0-16,-5-6 0 0,6 0 1 15,0 2 1-15,-6-7-3 0,6 1 3 0,-1-3-2 16,-4-3-2-16,4 0-2 0,-5 0-2 0,6-3 0 16,-6-3-3-16,5-2 5 0,-5-4 0 0,6 1 2 15,-7-4 1-15,1 1 1 0,-7-1-2 0,7-2-1 16,-1-2 0-16,1 1-1 0,-7-1-2 15,0 4 0-15,0 1 1 0,-7-1 1 0,7 4 0 16,-6 1 2-16,-1-2 3 0,0 9 0 0,1-1-2 0,-7 0 1 0,6 8-1 0,-5 0-1 31,5 7-2-31,-6 0 0 0,0 7 3 0,-1 0 2 16,2 0 1-16,-1 5 1 0,6-1 1 0,-6 0-5 16,0 0-3-16,0-1-4 0,1-2-13 0,4 4-41 15,8-9-75-15,0 3-123 0,-6-2-167 0,6-3-189 0,0-2-161 0,0-3-161 0,0-7-98 31,0 0 34-31,0 0 120 0,0 0 165 0,0 8 160 16</inkml:trace>
  <inkml:trace contextRef="#ctx0" brushRef="#br1" timeOffset="17817.16">28651 5000 37 0,'0'-18'377'0,"0"0"71"0,6 3 69 0,-6-4 24 0,6 2-61 16,-6-2-46-16,0 1-30 0,6 3-18 0,-6-3-10 15,8-1-11-15,4 4-7 0,-5-2-11 0,0 2 6 16,-1 4 1 0,1 0 0-16,-7 4-14 0,6-1-14 0,-6 2-14 15,0 2-29-15,0-1-16 0,0 10-17 0,0-1-15 16,-6 5-188-16,-1 3-47 0,1 10 0 0,-1 4 0 15,-6 3 0-15,-1 7 0 0,-4 9 0 0,4 2 0 16,-5 5 0-16,-1 2 0 0,0 5 0 16,1-5 0-16,-1 5 0 0,8-6 0 0,-8-3 0 0,7-2 0 0,6-8 0 15,-6 1 0-15,7-12-196 0,0 0-325 0,-2-7-155 16,2-3-119-16,6-9-72 0,0-3-49 0,0-7-63 16,0 0 65-16,6-7 127 0,-6-3 135 15,8-2 128-15</inkml:trace>
  <inkml:trace contextRef="#ctx0" brushRef="#br1" timeOffset="18061.2">28631 4920 30 0,'6'-15'366'0,"-6"-4"65"16,7 5 51-16,-7 3 5 0,7 0-79 15,-7 0-70-15,0 8-57 0,6-5-29 0,-6 8-1 0,6 0-2 0,-6 8 10 0,6 2 20 16,-6 5 35-16,8 8 28 0,-2 2 10 0,0 8 6 15,1 3-7-15,-7 8-20 0,7 4-36 16,-1 3-48 0,-6 0-50-16,7 1-51 0,-7-2-51 0,0 3-38 0,6-10-34 0,-6 1-23 0,6-4-51 15,-6-3-79 1,0-7-111-16,7-5-145 0,-7-2-143 16,7-9-132-16,-7-3-91 0,0 0-112 0,0-8-25 15,0-3 73-15,0 0 108 0,0 0 121 0,6-10 121 16</inkml:trace>
  <inkml:trace contextRef="#ctx0" brushRef="#br1" timeOffset="18281.68">28409 5433 254 0,'-13'0'520'0,"-6"0"102"0,5-4 83 0,8 4-8 15,0 0-85-15,6-4-92 0,0 0-76 0,6 4-63 16,8-3-63-16,4 3-59 0,2 0-67 0,7 0-69 15,5 0-45-15,1 3-28 0,-1-3-21 16,1 4-20-16,-1 0-42 0,-6 0-47 0,1-1-115 16,-9 2-139-16,2 2-133 0,0-5-125 0,-7 6-168 15,-7-4-61-15,1 0 47 0,0 0 95 0,-1-1 113 16,0 3 120-16</inkml:trace>
  <inkml:trace contextRef="#ctx0" brushRef="#br0" timeOffset="52489.16">16544 8170 116 0,'-13'9'494'0,"-7"7"117"0,0-5 114 0,1 4 88 0,-1-4-54 0,0-4-58 15,2 0-63-15,-2 0-60 0,7-3-68 16,-7 3-91-16,14-7-99 0,-8 5-98 0,8-10-77 16,6 2-54-16,0-5-39 0,0 1-26 0,0-4-16 15,14 0-4-15,-8-3 4 0,6-1-4 16,2-1-9-16,-1 2-8 0,7 0-3 0,-8 3-6 15,8 0-8-15,-7 0-8 0,0 4 2 0,0 3 8 16,1 0 0-16,-8 4 7 0,6 4 8 0,-12 3 10 16,7 4 2-16,-7 4 3 0,0 3 9 0,-7 3 11 15,1 6 4-15,0-1 4 0,0 3 6 0,-2 0-2 16,2-4-5-16,0 5-11 0,6-8-6 16,-7 4-6-16,7-4-6 0,0-4-10 0,7-3-9 15,-1 0-10-15,0-5-12 0,2-2-12 0,4-8-19 16,-6 0-16-16,8-4-22 0,5-3-5 15,-5-5-40-15,4 2-31 0,2-5-27 0,-7-3-23 16,7 3-9-16,-8 0-23 0,2-3 18 0,-1 0 19 16,0 0 24-16,0 2 20 0,-7 2 43 15,1 7 48-15,-7-1 40 0,7 5 43 0,-7 3 41 16,-7 3 56-16,7 5 24 0,0 4 22 0,0 2 25 16,-7 3 0-16,7-2 7 0,0 4-8 15,0 0-15-15,0-2-25 0,7-2-22 0,-7-1-11 16,7 1-24-16,-1-8-22 0,0 5-4 0,8-9-8 15,-1 1-7-15,-1-4-14 0,2-4 2 0,-2-4 3 16,2 1-10-16,-1-3-4 0,0-5-2 16,-7 1 7-16,1-5-3 0,-1 1-6 0,0 0-1 15,-6-1 4-15,-6 1-4 0,0-1-13 0,-1-3 2 16,1 0 4-16,-14 4 22 0,8-4-17 0,-8 4-5 16,0-1 7-16,1 2 1 0,-1-2-7 0,0 0-19 15,1 5 23-15,-1-1 7 0,8 1-1 16,-2-1 4-16,2 5 6 0,5-2-5 0,0 1-7 15,7-1 1-15,-6 3 5 0,6-3-4 0,6 1 0 16,-6 4 5-16,7-4-4 0,6 4 4 16,-1 3-7-16,2-4 3 0,5 5-5 0,1 3 1 15,-7-4-2-15,6 8-2 0,1-4 6 0,-1 7 1 16,-5-3 3-16,-2 3-2 0,-4 4 9 16,-2 0 7-16,-6 7 0 0,0-4-4 0,-6 9-1 15,-2-1 0-15,2-3-17 0,-7 2-45 0,6 1-67 16,-5-7-97-16,-1 4-113 0,-1-4-112 0,2-5-96 15,-2 1-107-15,8-3-81 0,-7-6 22 0,13-2 73 16,-13-2 89-16,13-6 100 0</inkml:trace>
  <inkml:trace contextRef="#ctx0" brushRef="#br0" timeOffset="52857.71">16785 7766 224 0,'-7'-14'458'0,"-12"2"100"0,-1 1 107 0,-6 4 21 0,0 0-30 16,0 0-12 0,-13 2-6-16,-1 5-8 0,2 5-29 0,-7 5-51 15,-2 1-63-15,1 9-71 0,-5-3-72 0,-8 12-79 0,7 4-62 0,-7 9-61 0,0 1-118 32,8 8-24-32,5 5 0 0,1 2 0 0,5 4 0 15,7 4 0-15,7 0 0 0,14 4 0 0,5-1 0 0,14 1 0 0,5-1 0 0,14-4 0 0,7-2 0 31,13-5 0-31,5-2 0 0,8-12 0 0,7-8 0 16,5-10 0-16,7-7 0 0,13-12 0 0,2-11 0 16,-2-10 0-16,6-8 0 0,-6-11 0 15,-7-4 0-15,-5-4 0 0,-14-6 0 0,-6 3 0 16,-13-3 0-16,-7-4 0 0,-13 3 0 0,-7 0 0 0,-6-4 0 0,-13 6 0 0,-6-7-1 16,-8 2-93-1,2 4-51-15,-14-1-62 0,-7 5-77 16,1-2-103-16,-1 8-139 0,-7 0-135 0,2 8-121 15,-1 8-157-15,0 2-59 0,-7 4 42 0,7 9 123 16,-1 2 153-16,-5 4 160 0</inkml:trace>
  <inkml:trace contextRef="#ctx0" brushRef="#br0" timeOffset="60401.06">16862 9474 348 0,'0'-12'470'0,"0"2"75"0,0 1 79 0,-6 3-69 0,6-2-54 16,0 5-32-16,0 0-21 0,-6 3-14 0,6 3-35 16,0 4-29-16,6 3-42 0,-6 9-42 0,0 8-37 15,6 2-48-15,2 7-38 0,-2 8-43 0,0 0-38 16,1 8-30-16,0-6-24 0,-1 6-18 15,0-4-31-15,1 0-55 0,-1-5-90 0,1 1-113 16,-7-8-131-16,7-7-123 0,-7-2-93 16,6-8-49-16,0-5-29 0,2-7-41 0,-8-7 53 15,0 0 85-15,0 0 92 0,0-11 89 16</inkml:trace>
  <inkml:trace contextRef="#ctx0" brushRef="#br0" timeOffset="60645.86">16870 9789 54 0,'0'-26'313'0,"-8"3"37"0,8-2 29 15,8 0-44-15,-8 3-82 0,6 0-57 0,0 0-34 16,8 4-25-16,-2-1-22 16,8 1-26-16,-1 3-20 0,1 0-16 0,6 4-15 15,-7 1-10-15,8 2-5 0,-1 4-2 0,0 4 4 0,-6 0 12 16,-1 8 11-16,1 3 20 0,-8 3 25 16,2 1 22-16,-8 7 23 0,0 4-6 0,-6 3-5 15,0 4-20-15,-6 0-27 16,-6 3-24-16,4 0-33 0,-11 1-12 0,6-3-18 15,0-1-16-15,-7 0-37 0,8-3-45 0,-2-5-50 0,1-4-47 16,1-2-41-16,-2-9-39 0,8-2-22 0,0-1-41 16,6-7-65-16,0 0-11 15,0 0 20-15,0 0 35 0,0 0 50 0</inkml:trace>
  <inkml:trace contextRef="#ctx0" brushRef="#br0" timeOffset="60818.89">17228 9700 161 0,'13'-6'385'15,"-7"2"61"-15,0 4 59 0,2 7-47 0,-2 4-71 16,-6 4-57-16,0 2-53 0,0 6-49 16,6 6-51-16,-6-3-45 15,0 7-50-15,7-3-38 0,-1-1-41 0,-6 3-55 16,7-6-69-16,0 3-81 0,-1-7-75 0,-6-1-101 0,6-5-123 0,1-1-34 16,-7-8 21-16,0-7 51 15,0 0 65-15</inkml:trace>
  <inkml:trace contextRef="#ctx0" brushRef="#br0" timeOffset="61013.51">17417 9668 357 0,'0'3'512'16,"0"1"82"-16,0 6 70 0,-6 2-73 0,6 2-113 16,-8 8-104-16,8 1-89 0,0 2-78 0,0 5-67 15,0-1-55-15,0 4-44 16,8-4-49-16,-2 0-60 0,7 1-69 15,-7-5-74-15,1 0-78 0,0-2-70 16,-1-5-36-16,-6-3-33 0,6 0-29 0,0-4-27 0,-6-11 26 16,0 0 44-16,0 0 50 0</inkml:trace>
  <inkml:trace contextRef="#ctx0" brushRef="#br0" timeOffset="61169.6">17417 10026 258 0,'-6'-11'348'0,"-2"0"41"16,2 1-9-16,6-2-62 0,0 2-60 0,0-5-39 15,0 4-24-15,6-4-23 0,2-3-22 16,4-1-26-16,1-2-23 15,1 2-23-15,-2-3-25 0,2 5-19 16,5-2-15-16,-6-3-8 0,0 8-13 0,0-2-3 16,-6 5-13-16,5 1-25 0,-5 2-34 0,0 1-42 0,-1 3-39 0,-6 0-42 0,7 1-51 15,-7 3-51-15,0 0-68 0,0 0-28 16,-13 3 7-16,6 1 24 0,0 3 51 0</inkml:trace>
  <inkml:trace contextRef="#ctx0" brushRef="#br0" timeOffset="61305.29">17527 9789 231 0,'0'11'348'15,"0"4"46"-15,0-5 2 0,7 5-51 16,-7-1-60-16,7 5-44 0,-1-4-30 0,0-1-37 0,1 1-46 0,0 4-38 16,-1-5-31-16,7 4-23 0,-6-4-37 15,6 5-38-15,-7-5-40 16,8 2-55-16,-8-9-57 0,0 0-69 16,1-4-90-16,-7-3-67 0,0 0-11 0,0 0 24 15,13-8 39-15</inkml:trace>
  <inkml:trace contextRef="#ctx0" brushRef="#br0" timeOffset="61687.94">17717 9792 46 0,'0'-3'391'0,"0"-1"75"0,-7 4 69 0,7 4 17 0,0-1-75 15,-7 1-73-15,7 6-65 0,0-1-56 0,0-3-57 16,0 5-54 0,0 4-45-16,7-1-43 0,0 1-29 0,-1-1-17 0,0 2-13 0,1-5-9 0,6-4-10 15,0 0-8-15,1 1-22 0,-2-5 5 0,-6-3 7 16,1 0 5-16,0-3-3 15,-1-5 4-15,-6-2 17 16,7-1-8-16,-7-1-9 0,0-2-8 0,0-1 9 0,-7-3 1 0,1 3 6 16,-1-3 8-16,-6 6 5 15,1-2 2-15,4 7-6 0,-4-1-2 16,-8 5-1-16,7 3-4 0,0 3-2 0,0 5 4 16,0 3 12-16,0 4 16 0,0 3 18 0,0 4 11 0,6 0 12 0,1-1 10 15,0 6-1-15,6-2-6 0,0 1-15 0,6-4-11 16,0-1-10-1,1 2-14-15,6-1-10 0,0-8-6 0,0 1-9 16,6-4-8-16,1-4-1 0,6 1-11 0,-7-8-19 16,7-4-46-16,1-4-52 0,-7 1-62 0,-2-3-66 15,2-5-53-15,0-4-45 0,-7-2-22 0,1-1-4 16,-2-5-7-16,-6-2-20 0,1 0-23 0,0 3 3 16,-1-3 31-16,-6 4 42 0,7-1 64 15</inkml:trace>
  <inkml:trace contextRef="#ctx0" brushRef="#br0" timeOffset="61822.43">17977 9733 95 0,'0'-7'327'0,"0"4"62"15,0 3 41-15,6 0-14 0,-6 8-49 0,0-2-44 0,0 9-34 0,0 0-32 0,0 3-33 16,0 3-37 0,8 5-41-16,-2 3-40 0,0 0-32 0,0 2-26 0,2-2-28 0,-2 0-34 15,7-4-49-15,-7 2-58 0,8-6-69 0,-8 1-77 16,0-7-72 0,0-1-99-16,2-2-68 0,-8-12-2 0,0 0 35 15,0 0 57-15,0 0 72 0</inkml:trace>
  <inkml:trace contextRef="#ctx0" brushRef="#br0" timeOffset="61967.89">17938 9972 351 0,'0'-4'470'0,"0"4"64"0,0 0 55 15,6-3-91-15,1-1-109 0,6 0-90 0,-6-3-71 16,5-1-61 0,2 2-55-16,6-3-52 0,-1-1-52 0,1 3-60 15,-2 3-75-15,2-4-80 0,0 0-85 0,-7 2-107 0,7 6-119 0,-8-8-31 0,2 5 25 31,-1-1 54-31,0 0 70 0</inkml:trace>
  <inkml:trace contextRef="#ctx0" brushRef="#br0" timeOffset="62139.62">18439 9737 60 0,'0'3'524'0,"0"-3"137"0,0 0 110 0,0 0 96 16,0 0-113-16,0 0-157 0,0 0-154 15,0 0-130-15,0 0-117 0,8-3-156 0,-8 3-128 16,6-4-130-16,-6 4-124 0,0 0-119 16,6 0-101-16,-6 0-95 0,0 0-47 0,0 0 40 0,0 0 77 15,0 0 93-15,0 0 100 0</inkml:trace>
  <inkml:trace contextRef="#ctx0" brushRef="#br0" timeOffset="62281.19">18492 9869 134 0,'6'12'565'0,"1"-5"176"0,-7-1 158 15,7 2 108-15,-7-4-77 0,0 0-135 16,0-1-154-16,0 1-170 0,6-4-147 0,-6-4-134 16,0 4-137-16,6 0-129 0,-6-3-207 0,0 3-222 15,0-4-216-15,0 4-233 0,0 0-85 0,0 0 12 16,0 0 145-16,0 0 195 0,-6 0 198 0</inkml:trace>
  <inkml:trace contextRef="#ctx0" brushRef="#br0" timeOffset="64875.77">19300 9726 200 0,'6'-7'331'0,"-6"-1"38"0,7 5-1 0,-7-5-60 0,0 2-51 0,6-3-33 0,-6 3-18 31,0-2-11-31,7-3-5 0,0 0-4 0,-7 1-11 16,6-2-7-16,0 2-6 0,-6-1 14 0,6-1 7 15,-6-1-22-15,8 1-11 0,-8-3-5 16,6 5-5-16,-6-2-22 0,0-2-13 0,6 6 19 15,-6 1 16-15,0 0 7 0,0 2 7 0,0 3 8 16,0 2-3-16,0 0-10 0,0 2-15 16,-6 6-20-16,6 3-14 0,0 4-22 0,-6-1-11 15,-2 8-6-15,8 4-6 0,-6-1-2 0,0 9-4 16,0-1-1-16,-1 3-8 0,0 5-8 0,7-1-9 16,-6-4-9-16,6 5-11 0,-7-8-6 0,7 0-5 15,0-4-11-15,0 0-44 0,0-7-47 0,0-1-73 16,7-5-96-16,-7-5-93 0,6-7-88 15,-6-1-50-15,7-3-35 0,-7-3 4 0,7-8 14 16,5-4-7-16,-12 1-11 0,6-6 34 0,2-1 53 16,-2-1 57-16,-6-4 74 0</inkml:trace>
  <inkml:trace contextRef="#ctx0" brushRef="#br0" timeOffset="65093.48">19410 9598 289 0,'8'-11'356'0,"-8"5"40"0,6-2-18 0,-6-1-64 15,6 6-53-15,-6 0-31 0,0 3-16 16,6 0-6-16,-6 0-4 0,8 6-9 0,-8 3-13 16,6 1-16-16,0 1-18 0,1 5-18 0,6 1-18 15,-6 5-18-15,5 0-18 0,-12 1-19 16,6 6-9-16,8-4-13 0,-8 4-14 0,1 0-9 16,6-3 9-16,-6 0-28 0,-1 0-43 15,0-4-50-15,1-4-67 0,0 0-70 0,-1-3-86 16,-6-7-47-16,6-1-76 0,-6-7-79 0,0 0-2 15,0 0 35-15,0 0 56 0,0 0 63 0</inkml:trace>
  <inkml:trace contextRef="#ctx0" brushRef="#br0" timeOffset="65301.57">19365 9888 168 0,'0'0'389'0,"0"0"49"0,0 0 42 0,0-4-54 15,6 4-95-15,-6 0-77 0,14-3-54 0,-8 3-42 16,7-5-38-16,1 2-39 0,4-5-31 0,2 4-23 16,0 1-28-16,-1-1-42 0,1 1-63 15,0-1-76-15,5 4-103 0,-5-3-149 0,-7 3-65 16,7-4-5-16,-7 4 36 0,6-4 63 16</inkml:trace>
  <inkml:trace contextRef="#ctx0" brushRef="#br0" timeOffset="65678.14">20212 9539 105 0,'0'-11'347'16,"0"4"60"-16,-6 0 51 0,6-1-21 0,-7 5-36 15,0-4-19-15,1 2-24 0,0 5 2 0,-1 0-3 16,0 5-22-16,1-2-34 0,-7 4-34 16,6 5-24-16,-6 2-36 0,1 4-36 0,-2 8-26 15,8 0-18-15,-7 7-53 0,6 0 4 0,-6 3 3 16,13 4-11-16,-6 5-8 0,6-2-14 0,6-2 23 15,-6-1-29 1,13-3-24-16,-6-1-5 0,12-3-12 0,-5-4-15 16,5-3-14-16,1-4-59 0,-1-7-86 0,0-4-102 15,1-3-109-15,-1-8-92 0,1-5-84 0,0-2-30 16,-1-4-30-16,1-3-31 0,-8-5 43 16,-4 1 67-16,4-4 77 0,-5-1 81 0</inkml:trace>
  <inkml:trace contextRef="#ctx0" brushRef="#br0" timeOffset="65897.74">20434 9656 192 0,'6'-3'447'0,"-6"-1"89"15,0 1 85-15,-6-1-12 0,6 4-71 0,0 0-65 16,6 0-57-16,-6 7-51 0,0 0-57 16,0 1-58-16,0 7-53 15,7 0-38-15,-7 2-44 0,6 3-37 0,-6 1-25 16,7 1-18-16,-7 0-12 0,6 0-16 0,-6 4-6 0,6-5-15 0,2 4-50 15,-8-5-69 1,6 1-82-16,0-2-85 0,-6-4-82 0,7-5-66 16,0 1-31-16,-1-3-1 0,0-5-13 0,-6-3-17 15,13-3 5-15,-6-1 38 0,6-4 54 0,-7 1 57 16</inkml:trace>
  <inkml:trace contextRef="#ctx0" brushRef="#br0" timeOffset="66103.57">20721 9806 139 0,'6'-3'392'0,"0"-4"74"15,-6 3 82-15,7 4-10 16,-7-3-31-16,0 3-20 0,0 0-3 0,0 0-8 16,0 3-32-16,0 5-52 0,0-2-66 0,0 6-67 0,0 2-73 0,-7 1-64 15,1-1-46-15,6 6-34 0,-6-3-25 16,-2 2-29-16,8 3-55 16,-6-4-71-16,6-3-92 0,-6 3-101 0,0-11-96 15,6 5-76-15,0-10-37 0,0 2-23 0,6 0-31 16,-6-4-10-16,0 0 41 0,6-10 60 0,0-2 67 15,2-3 85-15</inkml:trace>
  <inkml:trace contextRef="#ctx0" brushRef="#br0" timeOffset="66481.89">20845 9639 361 0,'0'-8'500'0,"6"1"96"0,-6 2 75 0,0 3-51 0,-6 2-78 15,6 2-74 1,0 3-73-16,0 2-79 0,0 1-76 0,0 2-71 15,0 1-52-15,6 4-38 0,-6 0-31 0,0-1-19 0,6 5-12 0,-6-2-7 16,6 3-5-16,-6 1-5 0,8-6 0 0,-2 4 0 16,0-2-3-16,1-5-10 0,6 2 3 15,-6-7-1 1,5 1 2-16,2 0-1 0,-8-8-1 0,7 0 5 16,0-5-18-16,-6-2-25 0,5-4-30 0,-5 0-33 0,0-4-32 0,-7 1-25 0,6-4-11 15,0-1 2 1,-6 1 8-16,7 3 19 0,-7-2 29 15,0-3 26-15,0 6 31 0,7-1 24 0,-7 1 21 16,0 2 21-16,0 2 24 0,0 3 24 0,0 3 28 16,0 0 31-16,0 8 32 0,0 0 24 0,0-1 15 15,6 8 5-15,-6 0-8 0,0 4-10 16,7 3-22-16,-7 0-25 0,6 7-25 0,1-2-24 16,-1 3-19-16,-6 0-17 0,7-1-14 0,5-4-8 15,-4 2-20-15,-2-1-43 0,0-7-69 0,1 0-91 16,-1-5-98-16,1 1-95 0,-1-7-88 15,-6 0-86-15,0-4-90 0,0 0 5 0,7-12 54 16,-7-2 74-16,6-1 87 0</inkml:trace>
  <inkml:trace contextRef="#ctx0" brushRef="#br0" timeOffset="66756.39">21281 9327 465 0,'0'-3'639'0,"-7"-2"125"0,7 2 107 0,-6 3-54 0,6-4-128 0,0 0-137 0,6 4-125 0,1 0-101 31,5 8-80-31,-4-5-61 0,4 9-31 16,8-2-6-16,-7 9 10 0,7 3 14 0,-8 3 3 16,2 1 13-16,-8 7 4 0,7 0-11 0,-6 3-28 15,-1 2-29-15,-6 1-26 0,0 2-34 0,0 0-29 16,-6 2-32-16,-1-3-47 0,0 1-86 0,1-1-135 15,-7-4-169-15,0 1-187 0,0-7-166 0,0-9-163 0,0 1-100 0,-7-3 34 0,8-4 121 32,-2-1 163-32,8-3 164 0</inkml:trace>
  <inkml:trace contextRef="#ctx0" brushRef="#br0" timeOffset="68877.26">19144 10781 76 0,'0'4'332'0,"6"-4"52"0,-6 4 42 0,0 0-22 0,0 3-60 16,0 0-36-1,0 8-17-15,6-1-4 0,-6 4-10 16,7 5-23-16,-1-1-5 0,1 3-10 0,0 1-20 0,5 7-33 0,-4-4-21 0,4 3-23 31,-6 2-36-31,1-2-41 0,6-2-23 0,-6 3-17 16,-1-4-19-16,0-2-37 0,2-6-49 0,-2 1-60 0,-6-8-74 15,6 1-86-15,-6-3-81 0,0-10-53 16,6 4-47-16,-6-6-64 0,0 0-20 16,0-12 38-16,0 1 59 0,0-3 66 0</inkml:trace>
  <inkml:trace contextRef="#ctx0" brushRef="#br0" timeOffset="69298.79">19189 11071 276 0,'0'-11'351'0,"-6"-1"31"16,6 1-20-16,0-3-74 0,0 3-70 0,0 0-46 15,0-4-30-15,6 1-20 0,0 2-17 0,2-2-17 16,4-1-16-16,1 1-15 0,0 3-10 16,0-1-9-16,1 3-5 0,-2-3-5 0,2 4 1 15,-8 1 9-15,7 3 17 0,-7 4 23 0,8 0 24 16,-8 8 21-16,0-1 17 0,-6 4 11 0,6 3 1 16,-6 2-26-16,-6-2-10 0,6 5-14 15,0-2-15-15,-6 6-24 0,0-5-16 0,-1 0 6 16,0 0-19-16,1-3-13 0,-1 4-7 0,1-5 2 15,0-3-9-15,6 0-1 0,-8-3-4 0,8-1 4 16,0-3-3-16,0-1-2 0,0-3 3 16,8 0-1-16,-2-3 1 0,0-1 4 0,1 0-4 15,6-4-3-15,0 5-3 0,7 0 4 0,-1 3 0 16,1-4-4-16,0 4 0 0,-2 4 7 16,-4-1-3-16,5 0-4 0,1 2 5 0,-8 2 5 15,-4 0 3-15,-2 4 2 0,0 0 2 0,-6 3 10 0,-6 1-4 16,0 5-22-16,-2-6 6 0,-4 3 6 15,6-1 3-15,-8-2-12 0,8 4-2 0,-7-7 19 16,-1 0-16-16,2-3-32 0,-2-4-42 16,2-2-47-16,-1-2-75 0,6 0-82 0,-6-2-72 15,7-6-50-15,-2 1-62 0,8-1-95 16,-6 2 1-16,6 6 40 0,0-16 57 0,6 5 60 16</inkml:trace>
  <inkml:trace contextRef="#ctx0" brushRef="#br0" timeOffset="69601.14">20069 10723 31 0,'6'-11'335'0,"8"-4"52"0,-8 4 48 0,0 0-12 0,0 0-67 0,-6 4-41 16,8 0-14-16,-8 2 7 0,6 3 10 0,-6 2 1 15,-6 0-2-15,6 2-7 0,-8 10-8 0,2 3-19 16,0 2-27-16,0 9-26 0,-1 0-29 0,-6 7-36 16,6 3-40-16,1 2-34 0,6-1-27 15,-7 2-21-15,7 1-13 0,0 4-13 16,7-4-9-16,-1 1-8 0,1-4-20 16,6-5-45-16,-6-2-76 0,11-1-98 0,-4-7-104 15,5-4-102-15,1-3-87 0,6-8-48 0,-6-2-44 0,-1-5-47 16,1-8 31-16,6-3 64 15,-7-7 80-15,1 0 79 0</inkml:trace>
  <inkml:trace contextRef="#ctx0" brushRef="#br0" timeOffset="69867.31">20440 10822 225 0,'0'-8'462'16,"-13"-3"84"-16,7 4 81 15,0 4-18-15,-8 3-75 0,1 0-76 0,6 0-80 16,-5 7-62-16,-1-4-62 0,6 8-72 0,0 0-63 15,1 0-41-15,6 7-17 0,0 1-20 16,0-1-15-16,0 1-7 0,6 2 6 0,1 2 9 0,0-2-1 16,6 1 8-16,-7-4 6 0,7 2 13 15,0-3 0-15,1 2 0 0,-2-1 7 0,1 0-3 0,-6-3 2 16,6-4-11-16,-7 3-6 16,0-3-8-16,-6-4-10 0,0 1-6 0,0-1-10 15,0 1-8-15,-6-4-8 0,0-4-35 0,-1 0-62 0,-6 0-90 16,0-4-104-16,-7 1-100 15,8-5-92-15,-2-4-65 0,2 2-63 0,-8-1-62 0,7-7 22 0,-1-1 61 16,-5 1 78-16,13-4 83 0</inkml:trace>
  <inkml:trace contextRef="#ctx0" brushRef="#br0" timeOffset="70001.03">20356 10810 249 0,'13'-3'316'16,"-7"3"14"-16,7 0-40 0,0 3-97 15,1 1-88-15,-8 0-68 0,7 3-71 0,0-3-98 0,0 3-102 0,-1 0-52 0,-4 1-23 16,4 3 0-16</inkml:trace>
  <inkml:trace contextRef="#ctx0" brushRef="#br0" timeOffset="70186.43">20675 10924 14 0,'6'7'432'0,"1"-3"106"16,-7 4 93-16,0 3 67 0,-7-5-76 0,7 6-94 15,-6 2-97 1,6 1-88-16,0-1-82 0,0 6-80 0,0-3-71 16,0-2-52-16,0 3-32 0,0-3-33 0,0-5-44 15,6 2-54-15,-6-1-70 0,0-4-72 0,7 0-77 16,-7-7-66-16,0 0-40 0,7-3-49 16,-7 3-59-16,0-11-9 0,0 0 33 0,6-7 57 15,0-1 62-15</inkml:trace>
  <inkml:trace contextRef="#ctx0" brushRef="#br0" timeOffset="70500.01">20753 10767 291 0,'0'-3'424'15,"0"3"46"-15,0 0 14 16,0-4-89-16,7 0-101 0,-7 0-82 0,6 1-57 0,0-5-40 0,8 4-24 16,-2 0-22-16,2 1-9 15,-1 0-9-15,7-1-4 0,-8 4 4 0,2 0 9 0,5 0 18 0,-13 4 21 16,1-1 21-1,0 0 17-15,-1 5 12 0,0 3 7 0,0 4 0 0,-6 3-7 0,0 0-5 0,0 4-7 16,0 1-2 0,0-2-1-16,0 1 0 0,-6 1-3 0,6 2-11 15,0-7-7-15,6 4-10 0,-6-7-11 16,8-1-14-16,-8 1-12 0,6-8-4 0,7 0-6 0,-6 0-9 0,6-3-7 0,-7-4-5 16,7 0-11-1,6-4-11-15,-5 2-9 0,-1-3-14 16,6-2-46-16,-6-8-76 0,1 5-99 0,-2-5-108 15,1 0-111-15,0 0-95 0,-6 1-52 0,6-4-43 16,6 0-20-16,-5-5 24 0,-2 1 67 0,1 0 80 0,7 1 82 0</inkml:trace>
  <inkml:trace contextRef="#ctx0" brushRef="#br0" timeOffset="70753.87">21236 10518 202 0,'-8'-4'440'15,"2"-7"77"-15,0 3 70 0,-1 1-32 0,7 4-89 16,0 3-78-16,0 0-51 0,0 0-34 0,0 3-22 0,0 4-22 0,7 1-8 16,5 7 6-1,-4-1 0-15,4 5-9 0,1 2 0 0,0 4 6 0,0 9 4 0,1-1 4 0,-8 7-2 16,7 0-3-16,-6 5-26 0,-1-1-31 0,-6 3-42 31,0-6-44-31,0 2-42 0,-6-2-34 0,-1-2-30 16,0 2-51-16,1-4-76 0,-8-1-115 0,8-2-160 15,-7-5-188-15,0-3-172 0,0-8-173 0,-7 1-113 0,1-5 18 0,-1 1 108 16,-6-5 162-16,7 2 169 0</inkml:trace>
  <inkml:trace contextRef="#ctx0" brushRef="#br0" timeOffset="73107.59">19560 12331 3 0,'7'0'312'0,"0"-4"45"0,-1 0 36 0,-6 1-18 0,6 0-70 16,-6-4-40 0,7-2-12-16,-7 2 9 0,0 0 18 0,7 0 23 0,-14-4 30 0,7 4 33 0,-7-5 17 15,7 5 13-15,-6-1 17 0,6 1-12 0,-6 0-14 32,-1 0-31-32,7 3-34 0,-7 0-40 0,-5 4-59 15,5 0-40-15,1 0-47 0,-8 8-45 0,8-1-31 16,-8 5-25-16,8 2-12 0,-6 1-11 0,5 6-6 15,0-3 0-15,-6 8-1 0,7 1-2 0,0 2 0 16,-2 0 2-16,2 3 2 0,6-1-3 16,0 0-1-16,6 3 0 0,2-5-2 0,-2 0-2 15,7-2-3-15,7-6-2 0,-8-3 0 0,14-3-3 16,-6-4 1-16,13-7-3 0,-7-4-13 16,6-4-44-16,-5-3-84 0,5-5-127 0,-6 2-166 15,7-5-156-15,-8-6-125 0,1-2-79 0,-6 1-66 16,-7 4-14-16,7 3 88 0,-8-3 119 15,-4 3 120-15,4 1 111 0</inkml:trace>
  <inkml:trace contextRef="#ctx0" brushRef="#br0" timeOffset="73405.78">20173 12060 32 0,'7'-15'375'0,"-1"4"73"0,-6-4 65 0,0 1 29 15,0 2-58-15,0 6-41 0,0-2-25 0,-6 1-5 32,6 3-3-32,-7 0-25 0,0 4-24 0,-5 0-39 0,5 8-26 0,0-1-38 0,-6 1-35 15,1 6-27 1,-2 4-30-16,2 4-23 0,-2 8-31 0,1-1-29 0,7 4-19 0,-8 0-15 0,2 4-18 16,6 3-6-1,-2 0-6-15,2 0-2 0,6 5-7 0,0-5-7 16,6 0-10-16,2-7-2 0,4 4-4 15,8-8-4-15,-7-3-35 0,7-8-56 0,-2 0-78 16,2-6-111-16,0-6-121 0,-1-6-113 0,1-2-70 0,0-6-33 0,-7-7 8 0,6 1 12 31,-6-9 9-31,1-2 32 0,-2-1 59 0,-5 4 65 16,-1-7 69-16</inkml:trace>
  <inkml:trace contextRef="#ctx0" brushRef="#br0" timeOffset="73781.26">20349 12133 84 0,'0'-11'383'0,"0"3"79"0,0 1 73 0,-7 0 4 0,7 4-34 0,0 3-32 32,0 0-30-32,0 3-25 0,7 1-24 0,-7 4-31 15,0 2-53-15,0 1-44 0,0-1-41 0,7 9-37 16,-7-4-34-16,0 6-36 0,0 2-23 16,6 3-25-16,-6-4-17 0,7 0-15 0,-1-1-17 15,-6 2-8-15,6-10-12 0,1 7-4 0,0-5 1 16,-1-8-5-16,0 0 0 0,8-3-6 0,-8-4-8 15,7-4-17-15,-6-3-36 0,-1-8-35 16,7 0-41-16,-7 1-35 0,2-9-22 0,-2 5-8 16,0-4 11-16,-6 1 31 0,7-2 41 0,-7 5 37 15,0-5 29-15,7 5 26 0,-7 0 26 16,0 4 8-16,0 3 2 0,0 0 3 0,0 3 9 0,0 2 13 16,0 6 14-16,0 0 8 0,6 2 32 0,-6 6 30 0,0-1 16 0,6 5 7 0,-6 2-5 31,0 4 6-31,7 5-33 0,-7-1-25 0,6-1-18 15,1 4-20-15,-7 2-18 0,7-6-11 0,-1 6-5 16,0-6-35-16,1-2-59 0,0-1-83 16,-1-3-90-16,0-5-105 0,1 1-88 0,0-3-53 15,-1-8-46-15,-6 0-40 0,7-3-6 0,5-5 50 16,-4 0 68-16,-2-2 68 0</inkml:trace>
  <inkml:trace contextRef="#ctx0" brushRef="#br0" timeOffset="73965.25">20760 12203 187 0,'0'-5'469'16,"6"5"107"-16,-6 5 98 0,0 2 13 0,0 4-74 16,-6 3-74-16,6 1-83 0,0-1-94 15,0 9-92-15,0-5-85 0,0 8-61 0,0-1-59 16,0 2-38-16,6-2-33 0,-6-3-57 0,6 0-87 16,-6-7-105-16,0-1-96 0,6 1-92 15,-6-7-69-15,8-6-69 0,-8-2-61 0,0 0 21 16,6-10 62-16,0-5 74 0,8-3 77 0</inkml:trace>
  <inkml:trace contextRef="#ctx0" brushRef="#br0" timeOffset="74416.05">21020 12048 383 0,'-7'-3'558'0,"7"3"106"0,-6-4 93 0,0 4-45 15,-1 0-109-15,-6 0-111 0,13 0-105 0,-6 0-100 16,6-2-95-16,0 2-80 15,0-5-55-15,0 1-36 0,6 1-18 0,0-1-4 16,1-3 3-16,0 3 3 0,5-3 2 0,-5 3 4 0,0 0 1 16,-1 0-5-16,7 2-5 0,-6-2-4 15,-1 8 8-15,-6-4-5 0,7 2-2 0,-1 6 7 16,-6-4 6-16,6 7 5 0,-6 0 1 16,0 3 10-16,-6 1 10 0,6 4 9 0,-6-1-3 15,6-4-4-15,-7 5-3 0,7-2-11 0,-6 2-4 16,6-1-9-16,-7-2 2 0,7-2 1 0,-6-3 5 15,6 1 5-15,-7-6-1 0,7 2-1 16,-6-5-2-16,6 1-1 0,0-4-4 0,0 0-6 16,6 0 0-16,1 0-4 0,6-4 0 0,-7 1-5 15,1-1-2-15,5 0-2 0,2 0-7 0,-1 2 2 16,0-3 3-16,0 2-1 0,0 3 5 16,-6 0 1-16,-1 3 11 0,0 2 10 0,1-3 8 15,0 6 11-15,-7-1 1 0,0 1 7 16,0 3-2-16,0 0-10 0,-7 0-9 0,-6-1-10 0,7 1-3 15,-8 0-6-15,8 1-9 0,-7-1-5 16,0-1-24-16,0 2-51 0,7-5-87 0,-8 1-115 16,8-1-116-16,-7-7-108 0,6 3-84 0,1-6-64 15,6 3-58-15,0-5 6 0,-7-1 65 0,1-5 82 16,6-1 89-16,6-2 105 0</inkml:trace>
  <inkml:trace contextRef="#ctx0" brushRef="#br0" timeOffset="74667.78">21183 11872 394 0,'13'-10'534'0,"-13"3"91"0,6 7 93 0,1-4-52 0,-7 8-78 0,7-4-72 0,5 3-58 0,-4 5-43 16,4 2-52-16,1 5-51 0,0 3-47 15,6 5-28-15,-5 6-14 0,6 1-31 0,-1 6-14 16,1 1-12-16,-8-1-10 0,-5 5-14 15,0-2-21-15,-1 6-12 0,-6-1-23 0,0-1-20 16,-6-1-22-16,6-3-21 0,-7 1-17 0,0-3-22 16,1-3-52-16,-7-2-83 0,0-3-127 0,0-3-151 15,0-4-169-15,0-8-142 0,-7 1-126 16,1-3-111-16,-1-5 22 0,0-4 100 0,1 1 145 16,6-4 144-16</inkml:trace>
  <inkml:trace contextRef="#ctx0" brushRef="#br0" timeOffset="77273.6">21939 9697 21 0,'0'0'322'0,"0"0"49"0,-6 3 40 0,6-3-21 0,-7 0-72 0,7 0-49 16,-7 0-25-16,7 4-21 0,0-4-16 16,-6 0-13-16,6 0-18 0,0-4-17 0,-6 4-16 15,6 0-6-15,0 0-1 0,0 4 5 16,0-4 9-16,0 0 10 0,6 0 13 0,0 0 8 0,1-4 8 16,0 4-4-16,5-3-14 0,1 3-10 0,7-3-14 15,-7-6-15-15,13 6-19 0,-6-4-4 0,6-4-4 16,6 3-12-16,1-2-13 0,6 3-13 15,0-5-10-15,7 2-21 0,0 3-12 0,-1-1-6 16,1 0-6-16,5 4-19 0,-5 1 4 0,0 3 4 16,6 0 1-16,-7 3-2 0,7-3 0 0,-5 4 14 15,4 4-6-15,-5-4-3 0,-1 2-2 0,8-1-2 16,-7 2 0-16,-1-4-1 0,1 1-1 0,-7-4 1 16,0 0-7-16,-1 0 2 0,-4-4 1 15,-2 1-3-15,1-4 3 0,-7 0-3 0,-1 3 5 16,2-4-6-16,-8 0-16 0,1 1-37 0,-7 0-51 15,0-5-67-15,0 6-85 0,-7-2-87 0,1 2-80 16,0-3-58-16,-1 6-37 0,-6-1-23 0,0-3-45 16,0 7-26-16,-6-3 32 0,-8 3 60 0,2-4 73 15,5 4 81 1</inkml:trace>
  <inkml:trace contextRef="#ctx0" brushRef="#br0" timeOffset="77589.14">23138 9378 208 0,'-7'-3'413'0,"7"3"70"0,0 0 57 0,-6 0-45 0,6 0-67 0,0 0-51 0,-6 3-30 0,6 1-50 0,6-1-40 0,-6 5-37 0,6-1-30 15,1 7-28 1,-1-2-22-16,7 2-6 0,6 1-5 0,1-4-5 15,0 4-14-15,6 0-12 0,-7-5-24 16,1 9-15-16,6-9-11 0,-7 5-18 0,1-4-9 0,-6-3-9 0,5-1-3 0,-6 0 10 0,-6 4-2 31,5-3 5-31,-12 0 5 0,7 6-1 0,-7-3-4 0,-7 0-13 0,1 3-7 0,0 5-27 16,-8-1-58 0,1 4-87-16,-6-1-106 0,6 6-105 0,-1-2-106 0,2-2-83 0,-1 2-97 15,-7-4-34 1,8 2 43-16,-2-1 77 0,8-4 89 0,-1 4 96 0</inkml:trace>
  <inkml:trace contextRef="#ctx0" brushRef="#br0" timeOffset="78529.56">22004 11037 162 0,'0'5'343'0,"0"-5"37"0,0 0 14 0,0 2-71 0,0-2-79 0,0 0-50 16,0 4-33-16,6-4-16 16,-6 4-11-16,7-4-13 0,0 0-7 0,6 4-13 0,-1-4-10 15,2 0-10-15,5 0-3 16,-6 0 0-16,14 0 1 0,-9-4-1 0,9 0 3 0,5 0-7 0,1 2-4 16,7-3-7-16,-8-2-9 0,7 0-16 0,7 3-7 15,-7-3-3-15,6 3-9 0,1 1-9 0,-1-1 0 16,1 0 3-16,7 1-5 0,-8-1-6 0,1 0 2 31,-7 4 2-31,-1-3-3 0,1 3-2 0,1 0-2 16,-7-4 4-16,-1 4-2 0,-6 0 2 0,7 0 0 0,-7 0-3 0,-7 0 0 15,7 0 3-15,-6-4-2 0,-1 4-2 0,1-3-2 16,0 3 3 0,-1 0 0-16,0-4 13 0,1 4-4 0,-7 0-4 0,1 0-1 0,5 0-5 0,-13 0 1 15,7 0-16-15,0 0 6 0,-7 0 5 0,2 0 0 16,-2 4 1-1,0-4 0-15,1 0-1 0,-7 0-3 16,7 0-12-16,-7-4-27 0,0 0-37 0,0 4-45 16,0-4-47-16,0 1-48 0,0 0-39 0,0-1-20 0,0 0-35 0,0-3-57 0,0 7-48 15,-7-8-2 1,7 1 24-16,-7-3 34 0</inkml:trace>
  <inkml:trace contextRef="#ctx0" brushRef="#br0" timeOffset="78828.64">23261 10744 197 0,'-6'0'370'0,"6"-3"52"0,-6 3 14 0,6-4-45 0,-7 4-73 0,7-4-62 0,0 4-46 16,0 0-37-16,0-3-27 0,7 3-20 15,-7-3-18-15,6 3-8 0,0-4 0 0,8 4 0 16,-8 0-1-16,7 0-15 0,-6 4 4 0,6-1 4 15,-1 4-1-15,-4 0 0 0,4 5 1 16,2-1 9-16,-2 7-5 0,-5 0-5 0,6 4-10 16,-6 1-5-16,-7 2-7 0,6-4-8 0,-6 9-14 15,-6-4-14-15,6-1-9 0,-7 1-13 0,0 0-20 16,1-1-43-16,-1-3-69 0,1 4-86 0,-7-4-98 16,6-4-96-16,1-3-106 0,0-1-131 0,-2 2-21 15,-4-7 43-15,5-1 74 0,7-8 85 16</inkml:trace>
  <inkml:trace contextRef="#ctx0" brushRef="#br0" timeOffset="79735.45">22245 12547 197 0,'-6'0'336'0,"-1"0"39"0,7 0-7 0,-7 0-49 0,1 0-48 0,0 0-32 16,-1 0-12 0,7 0-2-16,-7 0-2 0,1 0-3 0,6 0-19 15,-6 0-15-15,6 0-24 0,0 0-19 16,0 0-10-16,0 0-7 0,6 0 3 0,-6 0 8 15,6 0 10-15,1 0 2 0,0 0-11 0,-1 0-10 16,7 0-26-16,7 0-16 0,-8 0-16 16,8 0-8-16,0 0-13 0,-1 0-5 0,7-4 5 15,0 4-10-15,7-3-9 0,-7 3-11 0,13-4 5 16,-7 1-7-16,1-1-2 0,0 0-6 0,6 0 1 16,0-3-2-16,0 4-4 0,-7-2 2 0,8 3-3 15,-1-2-2-15,0 4 2 0,-7-4-6 16,2 4 3-16,-2 0-1 0,1 0 1 0,-8 4 6 15,8-4-5-15,-7 0 3 0,0 4-4 0,0-4 0 16,-6 0-2-16,6 2-3 0,-7-2 0 0,1 0 2 16,0-2 2-16,-1 2 3 0,1 0-1 15,-8-4-4-15,8 4 0 0,-7 0 3 0,0-4-4 16,-6 4-5-16,5 0 2 0,2 0-4 0,-8 4-17 16,1-4-38-16,0 0-51 0,-1 0-59 0,0 0-67 15,1 0-63-15,-7 4-52 0,0-2-34 16,0-2-19-16,0 5-10 0,0-2-33 0,0-3-61 15,0 0 2-15,0 0 34 0,0 0 52 0,-7 4 60 16</inkml:trace>
  <inkml:trace contextRef="#ctx0" brushRef="#br0" timeOffset="80019.59">23281 12397 185 0,'-6'-4'365'0,"6"-4"50"0,-6 6 20 0,-2-6-51 0,8 4-74 0,0 4-53 0,0 0-35 16,0 0-20-16,0 0-10 0,8 0-8 0,-2 0-7 16,7 0-9-16,-7 4-3 0,7 4-10 15,-6-6-16-15,5 6-23 0,2-4-17 0,-1 3-12 16,0 1-20-16,0-1-11 0,0 4 4 0,0-3 15 16,0 2 19-16,-6 2 28 0,5-2 22 15,-5 5 14-15,0 0-2 0,-1-1-12 0,-6 5-20 16,7-2-29-16,-7 6-22 0,-7-5-22 0,7 4-14 15,-6-1 6-15,-1 2-23 0,0-5-21 0,1 4-61 16,0-7-92-16,-8 3-122 0,8-2-146 0,0-7-104 16,-1 3-115-16,-6-1-128 0,6-5-4 0,1 6 67 15,0-8 100-15,6-4 106 0</inkml:trace>
  <inkml:trace contextRef="#ctx0" brushRef="#br1" timeOffset="84000.5">18668 469 154 0,'-6'-16'331'0,"6"7"47"0,-7-3 31 0,0 1-68 0,7 0-54 15,-6-1-27-15,6 9-20 0,0 3-21 0,0 3-21 16,0 14-22-16,0 0-23 0,6 4-31 0,1 14-28 16,0 1-25-1,-1 5 24-15,6 5 7 0,2 2 1 0,-1 3-18 16,0 0 4-16,0 1 4 0,-7-5-64 0,8 2-58 0,-2-6-88 0,2-2-70 0,-8-2-94 15,1-2-82-15,-1-4-100 0,-6-7-96 0,0-8 3 16,0-18 45-16,0 0 65 0,0 0 71 0</inkml:trace>
  <inkml:trace contextRef="#ctx0" brushRef="#br1" timeOffset="84251.14">18688 603 201 0,'0'-25'280'0,"6"0"17"0,0-1-50 15,1 4-66-15,6 5-44 0,0-2-26 0,0 3-23 0,6 3-7 0,1 1-5 0,-1 5-3 16,7 1-5 0,1 1-3-16,-1-2 6 0,0 7 10 0,-6 0 16 0,-1 3 16 15,-6 6 17-15,-6-3 11 0,-7 8 4 0,0 2-8 16,-7 2-17-16,-6 3-30 0,0 6-29 0,-7 2-23 0,-6-1 25 0,0 7 7 0,1-4 3 31,-2 3-8-31,1-1-21 0,0-4-34 0,6 4-85 0,8-4-67 0,-2-3-58 0,8-4-38 16,-1 0-26-1,7-8-4-15,7-2-11 0,6-5-16 0,0-7-25 0,7-4-27 0,6-3 6 0,-1-7 18 0,9-5 44 32</inkml:trace>
  <inkml:trace contextRef="#ctx0" brushRef="#br1" timeOffset="84425.27">19130 626 204 0,'20'-17'323'0,"-1"2"54"0,-5 3 11 0,-2 2-30 0,-4 3-13 0,-2 7-10 16,0 2-7-1,-6 9-12-15,0 8-22 0,0 3 22 16,0 7-2-16,6 11-10 0,-6 8-14 0,7 0-27 0,0-1-26 0,-1 2-76 0,1-10-55 0,5-2-37 31,2 0-29-31,-2-8-20 0,8-4-6 0,0-3-14 16,-1-3-7-16,1-8-11 0,0-8-28 0,5-6-53 15,-5-8-81-15,0-8-85 0,-1 5-87 0,-5 3-78 16,-2-1-51-16,2 2-18 0,-8 3-35 0,0-1-32 16,-6-3 24-16,0-7 49 0,0-1 61 0,-6 1 64 15</inkml:trace>
  <inkml:trace contextRef="#ctx0" brushRef="#br1" timeOffset="84629.59">19039 843 69 0,'-19'-4'378'15,"6"-7"64"-15,0 0 53 0,-1 0-15 0,8 0-85 16,0-4-64-16,6 4-94 0,0 1-58 0,6-5-35 16,0 3-28-16,14 2-29 0,-7-2-34 0,13 1 23 15,0 4-10-15,0-4-16 0,7 4-20 0,-1 0-12 16,1-1-8-16,-1 1-18 0,1 3 0 0,-1-4-25 15,-5 8-46-15,-1 0-63 0,0 5-76 0,-6 2-76 0,-7 4-44 16,-1 3-81-16,-4-3-63 0,-8-11 5 0,0 0 45 16,0 0 62-16,0 0 39 0</inkml:trace>
  <inkml:trace contextRef="#ctx0" brushRef="#br1" timeOffset="85348.62">19260 509 149 0,'8'-7'291'0,"4"-5"28"15,2 2-5-15,-8-1-72 0,13-5-52 0,-5 7-33 16,4-3-22-16,-4 4-12 0,6-1-5 0,-1 0-8 16,1 6 4-16,0-5 7 0,-8 5 14 0,8 3 18 15,-7 0 19-15,-1 3 15 0,2 5 9 0,-1 6 10 0,-6 1 1 16,6 4 0-16,-7 3-8 0,0 3-9 0,1 4-15 16,0 9-18-16,-1 0 34 0,0 14 3 0,1 0-10 15,0-4-16-15,6-1-16 0,-7-6-12 16,7-4-61-16,0-5-37 0,1-3-15 0,-2-3-12 15,1-4-6-15,7-8-4 0,-7-2-5 0,6-5-2 16,1-3-13-16,-1-8-1 0,1 0 2 0,0-7-2 16,-1 0-21-16,1-4-41 0,0-7-48 0,-8-7-62 15,2-4-107-15,-2-4-83 0,-5 8-44 0,6 0-9 16,-6 7 15-16,-7 1 33 0,6 2 84 0,-6 4 71 0,6 0 59 16,-6 1 48-16,0-1 41 0,0 4 34 0,0-4 28 15,-6 5 25 1,6 3 21-16,0-5 25 0,0 1 15 0,0-1 16 0,0 6 19 0,0-5 16 0,0 3 18 15,0 4 15-15,0-3 12 0,0 7 14 0,0 0 4 16,6 0-4-16,-6 7-16 0,0 1-19 0,7 4-19 0,0-3-27 16,-1 7-28-16,0 3 40 0,1-2 11 0,-7 9-14 15,13-4 10-15,-6 7 10 0,-1 0 3 0,0-2-86 16,2-2-20-16,4-7 3 0,1-3-10 16,0-4-10-16,0 0-9 15,-6-3 17-15,6-4-10 0,-1-4-6 0,-4-4-18 0,4-4-30 0,-5 0-28 0,-1 1-35 31,1-3-45-31,0-2-39 0,-1 1-35 0,-6-3-22 16,6 3-9-16,-6-4 10 0,7 4 17 0,-7-3-12 0,0-1 13 0,7 0 31 0,-7 0 31 0,6 1 30 31,-6-1 26-31,0 1 57 0,0 2 35 0,0-3 27 16,0 5 20-16,0-1 17 0,-6 3 13 0,6-2 10 16,0 3 4-16,0-1 2 0,-7 0-4 0,7 4-7 15,0 2-7-15,0-3-7 0,0 3-3 0,0 2-6 16,0 0-1-16,0 0 4 0,0 2 0 0,0-2 4 0,0 0 1 15,0 5-1-15,7-3 2 0,-7 2-1 0,0 4-2 16,0 0-4-16,6-5-1 0,-6 3 2 0,0 2-5 16,0 4-2-16,6-1 0 0,-6 0-5 0,0 7-7 15,7-4 40-15,0 1 18 0,-1 3 11 0,-6 4 3 16,7-3 5-16,-1-1 4 0,0 4-49 0,1 0-21 16,0-4-21-16,-1 4-8 0,0-3-13 0,8-1-24 15,-8 1-34-15,1 2-44 0,-7-2-44 0,6-1-49 16,1 0-43-16,-1 0-27 0,-6-3-47 0,7 4-65 15,-7-12-35-15,0-7 7 0,0 0 29 0,0 0 38 16</inkml:trace>
  <inkml:trace contextRef="#ctx0" brushRef="#br1" timeOffset="85855.25">20583 582 169 0,'7'-15'381'0,"0"-6"77"0,-1 2 78 0,-6 1-10 0,0 3-1 0,0 4 24 0,0 4 20 0,0 7 8 15,0 4-16-15,0-1-47 0,-6 4-68 0,-1 5-86 16,0-1-72-16,1 3-70 0,-7 1-55 0,0 8-44 16,0-2-30-16,0 4 2 0,0 9-10 0,0-2-8 15,-6 1-10-15,5 4-7 0,1-4-3 0,-6 0-32 16,6 0-22-16,7 1-36 0,-8-9-46 0,8 0-63 15,-1-3-83-15,0-7-90 0,7-4-95 0,0-8-77 16,0-6-56-16,7 3-23 0,-7 0 12 0,7 0 36 16,5-8 57-16,-4 2 70 0,4-6 74 0,1 1 67 15,0-4 57-15,0-2 46 0,-7-6 38 0,2 2 30 16,4-5 24-16,-5 0-6 0,-7-3 0 0,7 0 10 16,-1-4 14-16,0 3 22 0,1-3 24 0,-7 4 58 15,6 0 45-15,1 2 39 0,-7 2 39 0,7 3 41 16,-1 4 46-16,-6-1 45 0,6 9 37 15,1 3 21-15,0 10 9 0,-1 9-8 0,-6 5-35 0,6 9-35 16,8 3-36-16,-8 1 8 0,7 3-14 0,-7 3-20 16,8 1-17-16,-2 3-27 0,-5 0-27 0,6-3-66 15,-6 3-44-15,6-3-32 0,-6-4-24 0,5 0-38 16,-6-4-60-16,2 1-73 0,-2-8-89 0,0-8-94 16,1-3-93-16,-7-4-66 0,0 0-29 0,0 5 3 15,0-5 36-15,-7 0 54 0,1 1 51 0,0-4 31 16,-8-4 13-16,2-4-15 15,-8 0-8-15,0-3 13 0,-5-7 29 0,-2-5 52 0</inkml:trace>
  <inkml:trace contextRef="#ctx0" brushRef="#br1" timeOffset="86298.85">20447 919 129 0,'-13'-18'350'0,"6"3"51"0,1-3 39 15,0-1-36-15,6 5-64 0,0-1-49 0,6-3-41 16,0 7-33-16,1-4-40 0,6 8-44 0,6-3-84 16,1-2-54-1,6 5-33-15,0-1-25 0,0 1-8 0,0 0-9 0,6-1 37 0,-6 5 12 0,7-5-12 16,-7 1-15-16,7 3-21 0,-7-3-14 0,0 3-12 15,0-3-1-15,1 0 14 0,-9-1 22 0,2-2 21 0,0-1 18 16,-13 0 13-16,5-1 12 0,-6 4 12 0,2-1 13 16,-8-7 18-16,6 3 31 0,-6 1 30 0,0-3 36 15,0 4 38-15,0 1 39 0,0 2 35 0,0 1 21 16,-6 7 20 0,6 3 13-16,-8 11-4 0,8 9-15 0,-6 2-30 15,0 5 17-15,6-1-20 0,-6 0-32 0,6 4-32 0,-7-3-34 0,7-1-23 0,0-3-63 16,0-1-36-16,0-3-37 0,7 4-54 0,-7-15-63 15,6 0-63 1,-6-11-98-16,0 0-86 0,0 0-59 0,0 4-20 16,0-4 7-16,0 0 15 0,0 0 54 0,0-4 55 0,0-4 48 0,0-3 48 0,0 1 39 31,0-5 34-31,-6-3 35 0,6-4 6 0,0-3 18 16,0 2 24-16,0-3 33 0,0 4 33 0,-7 4 25 0,14 0 59 15,-7 4 45-15,6-1 39 0,0 3 32 0,0 4 31 16,2 8 25-16,4 0 14 0,2 8 10 0,5 0-13 15,-6 7-19-15,6-1 26 0,1 5-4 0,6 10-19 16,-7-3-33-16,1-1-25 0,0 8-22 16,-7-11-77-16,7-4-41 0,-8 1-27 0,2-12-15 15,-8 0-34-15,7 0-17 0,0 1-38 0,-6-4-74 16,-1 0-85-16,0 2-82 0,2 2-55 0,-8-1-68 16,6 1-54-16,-6-8-48 0,0 0-9 0,0 0 36 15,0-11 56-15,0-11 63 0</inkml:trace>
  <inkml:trace contextRef="#ctx0" brushRef="#br1" timeOffset="86505.45">21320 553 30 0,'7'-7'342'0,"-7"-5"68"0,0-3 68 0,-7 5 0 0,7 3-40 0,-7-5-40 16,7 10-40-16,-6 2-39 0,6 2-41 0,0 2-50 0,-6 7-55 16,-2 3-44-16,8 1-36 0,0 4-37 0,-6 6-30 15,6-2 38-15,-6 6 16 0,6 4-11 0,6 0-39 16,-6-1-51-16,0 1-67 0,6 4-126 0,-6 0-104 15,8 0-69-15,-2 0-31 0,0-1-20 0,1-7-25 16,0-2-33-16,-1-10 17 0,0-5 43 0,-6-12 48 16,7-8 72-16</inkml:trace>
  <inkml:trace contextRef="#ctx0" brushRef="#br1" timeOffset="86840.73">21483 755 61 0,'0'-15'306'0,"0"-7"54"16,6 0 53-16,-6 0-3 0,-6 0-36 0,6 8 12 15,-7-1 11-15,7 3 4 16,-13 4-14-16,7 8-32 0,6 8-32 0,-6 11 7 0,-2 10-12 0,8 4-24 16,-6 3-18-16,6 1-13 0,0 0-22 0,0 0-68 15,0-4-50-15,6 4-30 0,-6-1-30 0,8-3-23 16,-2-4-20-16,0-4-8 0,0-2-11 0,8-2-4 16,5-6-2-16,1-4 1 0,0-3 1 0,-1-4-17 15,-6-4 14-15,6-8 7 0,-5 1 0 0,-2-7-3 16,2-2-1-16,-1-2 17 0,-7-1-14 0,0 2-2 15,1-2 3-15,-7 1 5 0,0-1 1 0,0 9 2 16,0-1 1-16,0-1 1 0,-7 5-3 0,1 7-3 16,0-3-2-16,-1 6-7 0,1 1-5 0,-8 3-24 15,2 4-52-15,-2-3-82 0,2-5-107 0,-8 1-112 16,1-1-109-16,5 8-88 0,-5 4-48 0,6 1-48 16,-7-2-37-16,1-3 41 0,-1-7 74 0,7-12 88 15,0-4 86 1</inkml:trace>
  <inkml:trace contextRef="#ctx0" brushRef="#br1" timeOffset="87011.16">21431 549 314 0,'26'-18'440'16,"-14"0"100"-16,8-1 71 16,-7 1-1-16,7 7-9 0,6 4-17 0,-7 7-29 0,7 3-60 0,-6 5-85 0,6-4-96 15,0-1-72 1,-7-3-70-16,8 4-55 0,-8-4-47 0,0 3-35 0,1 2-74 0,-6-5-152 0,-8 0-173 15,7 6-171 1,-7 2-146-16,-6 9-185 0,0 2-43 0,0-1 68 16,0-2 132-16,0-6 150 0,0 2 144 0</inkml:trace>
  <inkml:trace contextRef="#ctx0" brushRef="#br1" timeOffset="89302.21">17879 8335 263 0,'0'-12'401'0,"7"1"45"0,-1 0 41 0,1-4-85 16,6 1-79-16,7-5-49 0,6 1-28 0,7-1-26 15,5-6-32-15,7 4-44 0,2-6-40 16,5 6-35-16,7-1-27 0,-1 3-16 0,-6 4-10 16,0 1-7-16,-7 3-3 0,1 3-20 0,-7 4-45 15,-6 2-58-15,-1 2-63 0,-12 2-63 16,0-2-66-16,-7 4-70 0,-7 4-78 0,-6-8-25 16,0 0 20-16,-6 8 42 0,-1-5 55 0</inkml:trace>
  <inkml:trace contextRef="#ctx0" brushRef="#br1" timeOffset="89475.59">18355 8052 48 0,'-7'0'381'16,"1"-3"68"-16,-7 3 56 0,13 3 4 0,-6 3-69 15,-1 6-63-15,7 7-46 0,0 6-39 0,7 1-34 16,-7 7-40-16,6 4-50 0,7-1-44 0,-7 8-45 16,1-3-31-16,6 2-22 0,1-2-49 0,-2 0-46 15,-5-5-67-15,6-3-77 0,0-8-81 0,-1-3-76 16,2-4-73-16,-8-7-99 0,8-3-19 15,-14-8 33-15,12-3 59 0,1-9 65 0</inkml:trace>
  <inkml:trace contextRef="#ctx0" brushRef="#br1" timeOffset="90081.21">18550 8125 53 0,'0'-14'391'15,"7"6"76"-15,-7 5 68 0,0 3 20 0,0 7-76 0,7 11-73 0,-7 0-62 16,6 9-52-16,1 2-56 0,-1 0-58 0,0 4-54 15,2 4-44 1,-2-4-34-16,6 3-25 0,-5-3-13 0,6 0-22 0,-6-8-44 0,6 2-50 16,-6-6-58-16,5-6-58 0,-6-5-54 0,2-1-36 15,-2-6 5-15,0-3 14 0,1-7 35 0,-7-1 38 16,0-3 37-16,0-4 23 0,0 1 12 0,-7-4 6 16,-5-1 4-16,4-6 9 0,-4 3 9 0,6-4 24 31,-8-3 39-31,1 0 53 0,0-1 56 0,0 4 42 0,7-3 34 0,0 0 21 0,-2 8 5 15,8-6-8 1,0 9-15-16,0 0-6 0,8-1-2 0,-2 5 6 0,0-1 6 0,7 7 7 0,-6 0 0 16,6 8-5-16,0 6-2 0,-6-4-2 0,5 6 5 31,2 3 8-31,-8 4 5 0,0 3 8 0,1 0 8 0,-7 0-2 0,0 5-5 0,6-5-21 16,-6 3-16-16,7-2-24 0,-7-4-10 0,7-1-23 31,-1-3-22-31,0 0-14 0,8-3-8 0,5-4-4 15,-6-4-20-15,13 0 2 0,-7-4-1 0,14-4 1 16,-7 1-5-16,0-3-28 0,7-6-40 0,-7 2-61 16,0-1-69-16,7-3-65 0,-7-1-55 15,0 2-20-15,0-2-4 0,0 0 28 0,-7 1 48 16,1-3 62-16,7-2 56 0,-15 2 45 16,8-1 36-16,-7-1 34 0,-1 5 28 0,-4 4 21 0,-2-1 31 0,0 3 38 0,-6 6 46 0,0 2 59 31,-6 4 56-31,6 4 53 0,-6 6 32 0,-2 1 21 15,-4 4 9-15,-1 7-13 0,6 3-38 0,-12 9-53 16,5-1-51-16,-5 3-48 0,6-3-46 0,-6 4-43 16,5 0-32-16,2 0-21 0,-2-5-17 15,1 2-37-15,7-9-49 0,-1-7-61 0,1 0-68 16,6-3-66-16,-7-7-56 0,7-1-25 0,0-7-9 16,7-4 10-16,-1-3 29 0,1-4 16 15,-1-3-1-15,1-2-17 0,6-6-16 0,-6 1 14 16,-1-4 24-16,0 2 47 0</inkml:trace>
  <inkml:trace contextRef="#ctx0" brushRef="#br1" timeOffset="90223.3">19195 8093 57 0,'8'-15'319'0,"-2"3"61"0,0 4 42 0,0 2-1 0,1 10-38 0,0-2-42 15,-1 14-39-15,1-1-41 0,-1 3-46 16,0 4-50-16,8 3-53 0,-8 6-33 0,8-6-29 16,-8 0-20-16,7 4-15 0,0-3-16 0,-6-1-32 15,5 2-56-15,-6-5-58 0,2-1-60 0,-2-2-62 16,0-8-76-16,1 0-87 0,-7-11-46 0,0 0 7 15,0 0 37-15,0 0 50 0</inkml:trace>
  <inkml:trace contextRef="#ctx0" brushRef="#br1" timeOffset="90701.59">19045 8294 342 0,'0'-4'426'15,"-6"4"52"-15,6-4 23 0,0 4-96 0,6 0-96 0,8-3-81 16,5-1-57-16,1 0-51 0,6-2-44 0,0-2-34 15,7-3-22-15,-7 4-19 0,6-4-34 0,1 0-42 16,-1 0-47-16,-5-4-48 0,5 5-42 0,-12-2-25 16,5-3-9-16,1 5 25 0,1-6 56 15,-7-2 49-15,6-1 32 0,-7 2 21 0,1-3 31 16,-8 7 8-16,8-3-4 0,-14 7 15 0,8-3 35 16,-8 4 45-16,-6 5 52 0,7-1 56 0,-1 8 51 15,-6-1 45-15,0 9 40 0,0 3 29 0,0 3 19 16,0 3 16-16,-6 6-32 0,6 2-44 15,-7 0-52-15,1 5-58 0,6-3-60 0,-7-1-72 16,0 3-28-16,7-6-20 16,0-2-39-16,0-7-54 0,0-3-64 0,0-1-59 0,0-7-61 15,-6 1-56-15,6-5-24 0,0-3 3 0,0-3 28 16,0-5 29-16,0-3 37 0,0-7 40 0,-6 4 30 16,6-8 27-16,-7 0 25 0,7-4 33 15,0 0 35-15,0-4 37 0,0 9 38 0,0-1 35 0,0 0 47 16,7 7 40-16,-1 1 41 0,0 6 39 0,8 1 35 15,-1 7 37-15,0 7 22 0,0 1 10 16,7 6-5-16,-8 1-17 16,14 4-29-16,-6-2-37 0,-1 6-46 0,7-5-43 0,-6 0-46 0,-1 0-36 15,1 1-16-15,0-4-23 0,-1-1-21 0,-5-3-37 16,-2-3-102-16,2-4-63 0,-2-2-90 0,-5-2-78 16,-1-2-75-16,1-6-51 0,-7-4-9 15,7-2-56-15,-7-4 18 0,-7-1 51 0,7-2 64 16,-7-1 78-1</inkml:trace>
  <inkml:trace contextRef="#ctx0" brushRef="#br1" timeOffset="90891.18">19919 7913 78 0,'0'0'405'0,"0"3"81"0,0 5 65 0,0 3 3 0,0 3-81 16,0 9-80-16,0-2-74 0,0 6-65 0,6-2-56 16,-6 0-54-1,7 0-45-15,0 5-40 0,-7-1-23 0,6 2-18 0,0-2-14 0,1-4-34 16,0 0-63-1,-1-3-77-15,0-2-78 0,1-3-78 0,0-5-91 16,-1-2-97-16,-6-10-41 0,0 0 25 0,13-8 48 16,1-2 67-16</inkml:trace>
  <inkml:trace contextRef="#ctx0" brushRef="#br1" timeOffset="91158.73">20257 7968 241 0,'0'-11'455'0,"-6"3"78"0,-7 2 70 0,6 6-43 0,-5 0-71 31,5 0-103-31,-6 6-89 0,0 2-75 0,0-1-73 16,0 4-60-16,0 4-64 0,6-1-16 0,1 4-7 16,-1 1-1-16,7-2 0 0,0 6-2 0,0-4 2 15,0 3-1-15,13-4 4 0,-6 4-1 16,6-5 4-16,0 3-2 0,6-3 0 0,-5 6 1 16,5-5 1-16,1 0 17 0,0 1-6 0,-1-5-4 15,0 5 1-15,-6-4 6 0,1-1 9 16,-2 1-3-16,-5-1 20 0,0-3 19 0,-7 4 11 15,0-7 0-15,0-1-8 0,-7 0-15 0,0-4-17 16,1 1-20-16,-8-4-26 0,-5-4-48 0,0 1-63 16,6-8-78-16,-7 0-86 0,0-4-87 0,1 4-80 15,-1 0-99-15,8 1-60 0,-2-2 17 0,2 2 52 16,-2-1 75-16,14 0 85 0</inkml:trace>
  <inkml:trace contextRef="#ctx0" brushRef="#br1" timeOffset="91378.84">20531 7824 328 0,'7'-3'602'0,"-7"10"119"16,0 1 108-16,0 6 1 0,0 6-110 0,0 1-143 16,0 8-134-16,7 0-110 0,-1 8-104 0,0-1-85 15,1 8-66-15,6-3-31 0,-7 3-30 0,8-4-35 16,-8 1-50-16,7-4-79 0,-7-5-89 15,8 2-102-15,-8-5-83 0,0-3-65 0,1-9-39 16,0-2-12-16,-1-4-24 0,-6-11-30 0,0 0 26 16,0 0 53-16,0 0 69 0,0-18 75 0</inkml:trace>
  <inkml:trace contextRef="#ctx0" brushRef="#br1" timeOffset="91571.23">20577 8008 305 0,'6'-4'487'15,"-6"-3"75"-15,7 3 50 0,6 1-68 0,0-5-120 16,1 5-109-16,4-4-88 0,9-5-74 0,-7 1-47 16,12 5-51-16,-6-6-30 0,-1 5-37 15,2-4-41-15,-7 4-41 0,0 0-49 0,-2-5-43 16,2 4-39-16,-7 1-27 0,-6 5-13 0,6-3-10 16,-7 1-21-16,0 1-44 0,-6 3-47 0,0 0-1 15,0 0 21-15,-12 7 36 0</inkml:trace>
  <inkml:trace contextRef="#ctx0" brushRef="#br1" timeOffset="91717.59">20675 8140 373 0,'-13'25'504'0,"-1"-3"89"0,2 1 61 0,6-5-37 15,6-7-63-15,0 0-45 0,6-8-41 0,0-3-48 16,14-7-52-16,-7 0-78 0,7 0-67 0,-2-9-72 16,9 6-61-16,-1-5-79 0,0 1-132 0,-6-5-179 15,5 4-184-15,-5 1-220 0,-6-1-167 16,5 1-52-16,-6 3 59 0,0 3 140 0,-1 1 166 15</inkml:trace>
  <inkml:trace contextRef="#ctx0" brushRef="#br1" timeOffset="92303.59">21418 7990 55 0,'13'-15'379'0,"-7"0"64"0,8-2 52 0,-8 2 8 16,-6 0-70-16,0 4-56 0,-6 0-40 0,-2 3-27 16,-4 4 3-16,-1 4-32 0,-1 0-45 0,2 8-43 15,-8 4-41-15,7 5-33 0,-7 6-50 0,8 2-17 16,-8 4-16-16,6 7-16 0,2 1-4 16,5-3 3-16,1 2-6 0,6 1-5 0,0-4-3 15,0 0 5-15,13-8-3 0,-7-3-4 0,8-2-2 16,5-6-1-16,-6-3 0 0,13-11-1 0,-7-4 1 15,1-3-3-15,0-7-3 0,-1-6 4 0,1-2 0 16,-1-7-2-16,-6 0 1 0,-6 0-2 0,-1-5 4 16,1 5-11-16,-7-4-34 0,-7 1-52 15,1 3-69-15,-1 2-68 0,1 6-63 16,-8 6-54-16,2 1-24 0,-8 6-3 0,7 1 9 0,0 7-7 16,0 3-43-16,7 1-16 0,-8 4 16 15,8-2 36-15,6-2 44 0</inkml:trace>
  <inkml:trace contextRef="#ctx0" brushRef="#br1" timeOffset="92511.19">21587 7843 156 0,'13'-7'409'0,"0"-1"78"15,0 8 76-15,-6 0-18 0,-1 11-75 16,1 4-73-16,-1 7-64 0,0 4-65 0,1 7-69 16,0 4-63-16,-1-1-45 0,0 8-35 0,2-3-23 15,-2 2-13-15,0 0-4 0,7-1-34 0,-6-2-38 16,-1-3-54-16,7-4-59 0,-7-8-63 0,2 1-64 15,-2-4-31-15,0-7-19 0,-6-1-15 0,0-11-28 16,0-3-29 0,0 0 3-16,0 0 28 0,0-10 34 0,-6-5 56 0</inkml:trace>
  <inkml:trace contextRef="#ctx0" brushRef="#br1" timeOffset="92781.15">21678 7975 199 0,'6'-26'331'0,"8"1"33"0,-1 0-10 0,0 5-63 16,6 6-72-16,1-1-51 15,-7 1-25-15,7 2-23 16,-1 9-15-16,-6 0-2 0,1 3 7 0,-2 0 12 16,-5 6 1-16,-7 6 4 0,6-1-3 0,-12 7-11 15,6 0-19-15,-7 1-19 0,-5 7-18 0,4-5-6 0,-4 5-3 0,5-1-3 16,0 2-3-16,1-5-4 0,6-1-1 0,0-2-3 16,0-1-6-1,6-3-7-15,1-5-21 0,6-2 2 0,7 0 2 16,-1-5-1-16,7-3 3 0,0 0 0 0,0-3 12 15,7-2-9-15,-1-2-31 0,1 3-48 16,-1-6-63-16,1 2-66 0,-1-3-65 0,-5-3-55 16,5 3-61-16,-6-9-63 0,-6 3-29 0,-1-2 18 15,1 1 43-15,-6 0 46 0</inkml:trace>
  <inkml:trace contextRef="#ctx0" brushRef="#br1" timeOffset="93665.62">22304 7850 82 0,'0'0'380'0,"-6"0"66"15,-2 0 65-15,8 11-8 0,-6 0-65 0,0 4-59 16,0 6-48-1,-2 6-51-15,8-2-39 0,-6 5-40 16,6 0-48-16,0 2-44 0,0-3-35 0,0 4-15 0,0-4-28 0,0 1-19 0,6-4-9 16,2-4-5-1,-8-4-21-15,6 0-31 0,0-6-42 16,0-6-51-16,-6-2-46 0,8-4-40 0,-2-4-20 16,-6-2-6-16,6-6 13 0,-6-2 21 0,7-1 20 15,-7-7 15-15,0 1 17 0,0-6 16 0,0 1 11 16,0 1 15-16,0-4 25 0,0 0 42 15,0 7 43-15,0-5 43 0,0 9 43 0,6 4 49 16,-6 6 44-16,7 1 26 0,0 7 19 0,-1 4 16 16,0 7 3-16,0 3-9 0,2 4-14 0,-2 4-18 15,7 5-19-15,0-2-15 0,-6 4-10 0,5-3-14 16,-5 3-20-16,6-8-22 0,-7 6-21 16,1-9-19-16,0 1-20 0,-1-5-11 0,7-2-5 15,-6-2-3-15,-1-6 0 0,1-1-1 0,-1-6 1 16,0-1 0-16,2-6-3 0,-2-6 0 15,0-2-4-15,1-1 1 0,-1-2-3 0,1-4-1 16,-1-2 6-16,7 2 3 0,-6 0 3 0,0-2 0 16,-1-2-1-16,7 7 0 0,-6 0-3 0,-1 1-1 15,0 6-2-15,1 1 14 0,-1 6 32 0,1 4 40 16,0 4 40-16,5 4 28 0,-12 4 31 0,14 6 5 16,-8 1-18-16,7 6-30 0,0 6-34 15,0-2-24-15,1 8-30 0,-2 0-22 0,2-1-14 16,-8-2-8-16,7 3-10 0,0-7-31 0,0-1-59 15,-7-3-68-15,8-3-73 0,-2-2-75 0,-5-5-66 16,0-4-35-16,-1-6-1 0,7-2 19 0,-7-2 33 16,2-6 22-16,4-4 7 0,-6-2 39 15,14-4 90-15,0-4 79 0,5-4 56 16,8-7 52-16,-7 1 39 0,7-2-16 0,-13-2-65 0,-1 2-61 16,0 5-6-16,-5-4 58 0,5 4 78 0,-6 3 92 15,0 1 81-15,-7 0 81 0,2 5 56 0,-2 2 17 16,0 4 25-16,-6 6 44 0,7-3 52 0,-7 7 45 15,0 4 20-15,0 0-4 0,-7 8-37 16,7 3-59-16,-6 4-78 0,-8 6-81 0,8 2-73 16,-7 3-63-16,0 3-47 0,0 4-37 0,1-1-21 15,-8 4-18-15,6 6-14 0,-5-2-20 16,-1-3-33-16,8-4-41 0,-8-4-46 0,7 1-43 16,6-9-41-16,-6-3-45 0,13-3-26 0,-6-7-14 15,6-4-6-15,0-8-1 0,0 0 0 0,6-8 27 16,1-2 28-16,6-4 28 0,-6-1 19 0,5-2 11 15,-5-6 18-15,6 2 5 0,0-4 8 0,0-1 9 16,0-2 24-16,0 2 32 0,0 1 34 16,1 0 38-16,-2 3 42 15,-5 4 45-15,6 1 43 0,0 2 49 0,-7 8 55 0,0 0 59 0,8 8 54 16,-8 3 39-16,1 0 30 0,6 7 43 0,0 3-29 16,0 5-42-16,0 3-49 0,-7 8-42 0,8-1-53 15,-1 4-84-15,-7 0-22 0,7 2-21 16,-6 2-25-16,5-4-29 0,-4 5-15 0,4-9-5 15,-5 0-16 1,0 1-17-16,-1-4-43 0,0-4-60 0,1-4-78 0,-1-2-91 0,-6-4-83 16,7-6-75-16,-7-2-39 0,-7 0 2 0,7-2 25 15,-6-2 24-15,-1-4 16 0,1 0 1 0,-7-1 6 16,0-7 25 0,-1 1 35-16,-5 1 58 0</inkml:trace>
  <inkml:trace contextRef="#ctx0" brushRef="#br1" timeOffset="94085.59">23164 8158 357 0,'-13'-4'436'0,"6"1"61"0,1 0 7 0,-1-2-71 0,1 2-78 16,6-1-66-16,6 4-58 0,1-4-47 0,6 4-40 0,0-7-40 0,-1 4-37 0,8-5-27 16,0-3-19-1,6 3-19-15,-7-2-16 0,8-1-23 16,-8 3-29-16,0-2-31 0,8-1-28 0,-8-1-12 16,8-1 4-16,5-7 18 0,7 2 27 0,0-4 29 0,1 1 29 0,-8-2 16 0,1 2-2 31,-1-2-4-31,-12 5-2 0,-1 3 7 0,1 0 15 15,-14 5 25-15,0-1 42 0,2 3 45 0,-8 1 44 16,0 0 47-16,-8 4 29 0,2-1 20 0,0 4 9 16,-8 4 0-16,2 3-12 0,-1 7-26 0,-7 1-35 15,7-1-34-15,-6 5-30 0,5 4-29 0,8 2-32 16,-7 0-20-16,7-2-12 0,-2 2-10 0,8 0-10 16,0-3 4-16,8-4-6 0,-2 1-5 0,13 3 2 15,1-7 7-15,0-1 7 0,6 1-6 16,-7-1 11-16,7 2 7 0,7-2 5 15,-13 1 5-15,6-5-1 0,0 2 14 0,-13-5 14 0,-1 3 11 16,-5-2 9-16,0 0 3 0,-1-1 5 0,0 0-14 16,-12 0-15-16,6 1-14 0,-6-5-14 0,-1 2-20 15,-6-2-14-15,0 0-10 0,-7-3-36 0,8 0-67 16,-8-3-98-16,0 0-129 0,1-2-132 16,5-2-118-16,-5 0-84 0,0 0-81 0,6-1-43 15,-1-3 56-15,2 3 94 0,-2-2 104 0,8-1 102 16</inkml:trace>
  <inkml:trace contextRef="#ctx0" brushRef="#br1" timeOffset="94319.93">23972 7752 196 0,'6'-7'550'0,"1"2"165"0,-1 10 156 0,-6 2 63 0,7 4-62 16,-7 4-102-16,0 6-126 0,7 4-139 0,-7 9-143 15,6 7-116-15,0-1-91 0,-6 3-65 16,7 4-42-16,0 2-42 0,-7-2-68 0,6 1-109 16,0-7-154-16,1-2-166 0,-1-6-135 15,8 1-134-15,-14-5-140 0,6-4-27 0,0-6 84 0,-6-1 129 16,0-3 120 0,0-1 141-16</inkml:trace>
  <inkml:trace contextRef="#ctx0" brushRef="#br2" timeOffset="109445.04">21893 8807 60 0,'-6'0'287'0,"6"-4"29"0,-7 0 15 0,7 1-55 0,0-1-72 0,0 4-46 15,-6-4-26-15,6 1-15 0,0 0-11 0,0 3-10 16,0-9-6-16,0 6-2 0,0 0 2 15,0-5 4-15,0 5 7 0,0-2 3 0,6 2 1 16,-6-4 7-16,-6 0 10 0,6 3 12 0,0-4-3 16,0 1-1-16,0-1 8 0,6 1-2 0,-6 0-7 15,0-4-13-15,7 4 1 0,-7-4 0 0,6 4-9 16,-6-1-7-16,6 1-9 0,-6 0 28 0,0-1-13 16,8 1-5-16,-2 0-2 0,-6 3 6 15,0 1 6-15,6-2-28 0,-6 2 11 0,0-1 9 16,0 4 2-16,0-4-7 0,0 4-8 0,0 4-11 15,0 0-12-15,-6 4-20 0,6 1-13 16,0 3-11-16,0 3-8 0,0 4-1 0,-6 2-5 16,6 8 1-16,-8 1-10 0,8 2 18 0,0 2 9 15,-6 6 4-15,6-3 7 0,0 3 3 0,0 4 15 16,0-4-13-16,6 1-5 0,-6-1 3 0,0-1 5 16,0-2-10-16,8 1-14 0,-8-6-8 0,6 1-6 15,0-4-13-15,-6-2-12 0,14-2 8 16,-8-4 3-16,0-2 3 0,1-1-1 15,6-7 1-15,-6 4-4 0,5-8-1 0,2 1 4 0,-8-1-2 16,7-2-5-16,0 1 3 0,0-6 4 0,1 0-1 16,-2 0 0-16,1 0 0 0,-6 0 8 0,6 0-4 15,0 0-6-15,0-4-43 0,-7 2-52 0,8-6-79 16,-8 4-99-16,7-4-103 0,-7 1-98 16,1 0-54-16,0-5-37 0,-1 2 1 0,0-5-11 15,-6 4-26-15,0-7 34 0,0 3 60 0,7-3 68 16,-7-4 68-16</inkml:trace>
  <inkml:trace contextRef="#ctx0" brushRef="#br2" timeOffset="109825.04">21919 8620 125 0,'-6'-5'375'0,"6"3"57"0,-6-5 54 0,-2 2-29 0,8 2-70 0,-6 3-49 0,0-4-29 0,6 4-29 0,0-4-31 0,0 4-41 15,0 0-45-15,-7 0-47 0,7 0-38 0,0 0-30 16,0-4-27-16,7 4 1 0,-1 0 4 0,0 0 7 15,2 0 4 1,4 0 4-16,2 0 8 0,-8 0-13 0,7 0-11 0,0 4-7 0,0-4-11 16,0 0-3-16,0 4-8 0,0-4 2 0,0 0-4 15,-6 4-2 1,5-4-5-16,2 0-24 0,-8 0-51 0,7 0-80 0,-6-4-83 0,6 4-87 0,-7-4-77 31,1 0-101-31,-7 4-61 0,0 0 13 0,7-7 52 16,-1 4 69-16,6-4 74 0</inkml:trace>
  <inkml:trace contextRef="#ctx0" brushRef="#br2" timeOffset="110289.58">22317 8715 165 0,'0'4'338'0,"0"-1"41"0,0 1 14 0,-7-4-56 0,7 0-69 0,0 0-46 0,0 4-24 15,-6-4-19-15,6 4-20 0,0-4-23 0,0 0-24 16,0 0-24-16,0 2-23 0,0-2-21 0,0-2-13 15,0 2-13-15,0 0-11 0,0 0-7 0,0 0-1 16,0 0 1-16,0 0-1 0,0 2 2 0,0-2 1 16,0 0 4-16,0 5-23 0,-6-5-47 0,6 0-70 15,-8 3-77-15,8-3-138 0,0 0-117 16,-12 4-45-16,6-1 11 0,6-3 51 0,0 0 66 16</inkml:trace>
  <inkml:trace contextRef="#ctx0" brushRef="#br2" timeOffset="114546.19">22330 8704 39 0,'-7'0'345'0,"7"3"56"0,-6-3 48 0,6 4-13 0,-7 0-76 0,1-4-53 15,6 4-33-15,-6-1-24 0,6 1-11 16,-8-4-14-16,8 4-18 0,-6 0-15 0,6-4-21 16,0 0-18-16,0 2-7 0,0-4-12 0,-6 2-8 15,6 0-7-15,0 0 4 0,0 0 24 16,6 2-9-16,-6-2-4 0,0 5-8 0,6-2-3 16,-6-3-23-16,8 0-37 0,-2 4-18 0,-6-4-8 15,6 0-9-15,1 0-16 0,6 0-3 0,-6 0 4 16,-1 0-4-16,6-4-8 0,2 4-2 0,-8 0 5 15,8-3 1-15,-8-2-5 0,7 3 0 0,-7-2 8 16,8 0-3-16,-2 0-5 0,2 1-2 16,-8-1 8-16,1 0-5 0,-1 4-17 0,1-4-53 15,-1 4-83-15,1-3-95 0,-7-1-115 0,6 4-100 16,-6 0-91-16,0-3-62 0,0 3-79 16,0 0 14-16,0 0 61 0,0 0 82 0,0 0 88 0</inkml:trace>
  <inkml:trace contextRef="#ctx0" brushRef="#br2" timeOffset="115169.58">22681 8576 247 0,'0'-4'388'0,"0"1"57"16,0 3 27-16,0-4-49 0,-6 4-52 0,6-4-35 15,-6 4-18-15,6 0-23 0,0 0-23 0,-6 0-31 16,6 0-33-16,0 0-34 0,0 0-44 16,0 0-30-16,0 0-29 0,0 0-21 0,0-4-22 15,0 4-13-15,0-3-6 0,0 3-3 0,6-4-2 16,-6 1-3-16,6-1-1 0,0 4-4 0,1-3 2 16,0-1 2-16,-1 4 0 15,1-5 2-15,5 2-1 0,-4 0 0 0,-2 3-1 0,0 0 0 16,8 0-2-16,-8 0-1 0,0 0 1 0,1 0 2 15,-1 3 1-15,-6 0 6 0,7 2 2 0,-7-1-1 16,0 3 0-16,0-4-1 0,0 4 0 16,0 1-8-16,-7-1 1 0,1 5-3 0,6-6-2 15,-7 2 0-15,1 3 2 0,0 0 2 0,-2 0-4 16,2-4 4-16,0 4 6 0,0-3 1 0,-2 2-3 16,2-2-4-16,6-1 3 0,-6 1 0 0,6-5 0 15,0 1 21-15,-7-1-15 0,7-3-1 16,0 0-5-16,0 0-3 0,7 0-2 0,-7 0-23 15,6 0 10-15,0 0 7 0,2-3 6 0,-2 3 5 16,6 0-3-16,2 0 1 0,-8 0 17 0,7 0-4 16,1 0-8-16,-8 3-5 0,0 1 2 0,8-1 2 15,-2 5-16 1,-5-1 8-16,0 1 6 0,-1-2 1 0,-6 2 0 0,7 4 1 0,-7-1 4 16,0-5 8-16,-7 6 6 0,7 2 7 0,-6-2 2 15,-1-2 6-15,7 1-3 0,-7 0-11 0,1-3-7 16,-6 2-9-1,4-2-2-15,8-5-2 0,-6 5-3 0,0-8-3 0,-1 0-2 0,7 4-1 0,-7-4-16 16,1 0-45-16,6 0-64 0,-7 0-76 16,7 0-85-16,-6-4-88 0,6 4-68 0,0 0-76 15,0 0-77 1,0 0 3-16,0 0 47 0,0 0 68 0,0 0 76 16</inkml:trace>
  <inkml:trace contextRef="#ctx0" brushRef="#br2" timeOffset="115745.04">22597 9218 90 0,'-7'0'373'0,"7"2"61"0,-6-2 51 0,6 0-14 0,-13 4-69 0,13-4-50 0,-7 4-42 16,1-4-25-16,-1 4-29 0,1-4-39 0,6-4-52 15,0 0-47-15,0 4-38 0,-7-4-29 0,7-3-24 16,7 4-17-16,-7-4-3 0,6-1-3 16,1 1-1-16,-1 3-3 0,1-4-2 0,0 6 5 15,5-3 0-15,-5 1 0 0,0 1 0 0,-1 3-1 16,0 0-1-16,1 0-3 16,6 3 2-16,-13 1 2 0,7 3-1 0,-7 5 0 0,0-1 2 15,0 3-3-15,0 1 1 0,-7 4 2 0,0-2-1 0,1-2 1 16,-1 3-3-16,-5-3 2 0,5 4-2 15,-6-5-2-15,7 1 0 0,-1 0-1 0,0-1 5 16,1-3 0-16,-1 0-2 0,1-4 0 0,-1 1 0 16,7-5-5-16,-6 1 0 0,6 0 1 15,0-4-1-15,0 3 1 0,6-3 3 0,-6 0 6 16,7 0 10-16,-1 0 4 0,7 0 7 0,-6 0-3 16,12-3 3-16,-5 3-1 0,5-4-10 0,-6 0-4 15,6 1-8-15,1 0-1 0,0-2-27 0,-7 1-50 16,-1 1-73-16,8-1-80 0,-6-3-82 15,-2 0-78-15,1-1-97 0,1 1-85 0,-8-1 0 16,0 2 42-16,2-5 63 0,-2-1 71 0</inkml:trace>
  <inkml:trace contextRef="#ctx0" brushRef="#br2" timeOffset="116395">23008 8657 101 0,'0'-8'295'0,"0"5"32"0,0-1-3 0,0 0-49 0,0 1-59 0,0 3-43 0,0 0-24 0,6-4-14 16,-6 4-9 0,6-4-7-16,-6 4-3 0,7-4-3 15,-14 4-4-15,7 0-5 0,0 0-7 0,0 0-13 0,0 0-18 0,0 0-17 0,0 0-14 16,0 0-13 0,0 0-8-16,0 4-3 0,7-4-4 0,0 4 0 15,-1-4-4-15,0 0 0 0,1 0-3 16,0-4-2-16,6 4 3 0,-7-4 0 0,0 4 0 15,1 0 12-15,0-3 13 0,-1-2 11 0,-6 5 8 0,6-2 11 0,2 2 16 0,-8 0-2 32,6-4 0-32,-6 4 1 0,0 0 3 0,6 0-2 15,-6 0-4-15,0 0-1 0,0 0-9 0,0 0-10 16,0 0-9-16,-6 4-8 0,6-2-4 16,0 6-13-16,-6 0-3 0,6-1-8 0,-8 4-6 15,8 1 1-15,-6-2-6 0,6 1 4 0,0 4 7 16,-6-1 0-16,-1 5 4 0,7-5-3 0,0 5-1 15,0 0-1-15,7 2-5 0,-7 1 3 0,6 0 6 16,0 0-3-16,-6 3-6 0,14 1 0 16,-8 0 8-16,1 4-4 0,6-5-5 0,-7 4 0 15,7 1 7-15,1-1-2 0,-2 0-6 0,-5 0 6 16,0-2 1-16,-1-2 0 0,0 0-6 0,1-2 4 16,-7-2 6-16,0-3-4 0,0-2-1 0,0 1-1 15,0-5 2-15,0-2 4 0,-7-2-5 0,1-1 10 16,0 1 7-16,-1-2 4 0,0-1 4 15,1-5-4-15,-8 3-2 0,8-3-11 0,0 0-16 16,-1-3-35-16,1 3-55 0,-1 0-76 0,1 3-79 16,-1-3-81-16,1 0-112 0,6 0-118 0,0 0-29 15,-14 4 34-15,14-4 54 0,0 0 75 0</inkml:trace>
  <inkml:trace contextRef="#ctx0" brushRef="#br2" timeOffset="117434.3">22148 10176 189 0,'6'-7'267'0,"-6"-1"-11"0,0 2-31 0,6 2-42 16,-6-7-46-16,0 3-37 0,0 1-20 0,0 0-10 15,0 0-3-15,0-1-4 0,0 1 2 0,0 4 3 16,0-4-1-16,0-1 3 0,0 4 4 0,0 1 1 16,0-1 2-16,0 0 1 0,0 1 1 15,0-1-1-15,7 4-1 0,-7 0-4 0,0-4-4 16,0 4-3-16,0 4 2 0,0 0 9 0,0-1-9 16,0 5-4-16,0 3-6 0,0 0-13 0,0 3-14 15,0 4-20-15,0 1 0 0,0 3-3 0,0 0-1 16,0 4 9-16,0-1 4 15,0 4 10-15,0 0 5 0,6 0 7 0,-6 0 10 0,0 5 1 16,0-1 4-16,0 1 1 0,0-2-1 0,0 4-6 16,0 1-6-16,7-1 0 0,-7-2-2 15,7-1-3-15,-7-4-5 0,6 5-2 0,0-9-3 16,1 4-8-16,0-3-6 0,-1-4-6 0,0 0-2 16,1 0-5-16,0-8 0 0,6 5-1 0,-7-8-2 15,0 3 1-15,2-2 0 0,-2-1 1 0,0-5 2 16,0 2 1-16,2-4-3 0,-2-1 2 15,-6 1 0-15,6-4-4 0,1 4-1 0,-1-4-3 16,1 0 2-16,0-4-2 0,-1-3 1 0,0-1 2 16,0 1-15-16,-6 0-27 0,8-4-38 0,-2 0-44 15,0 0-47-15,8 0-52 0,-8-1-44 0,1-2-28 16,5-1-42-16,-5 1-70 0,-7-1-45 0,7-3 3 16,-1 0 32-16,0-4 43 0</inkml:trace>
  <inkml:trace contextRef="#ctx0" brushRef="#br2" timeOffset="117791.96">22160 10078 10 0,'0'-4'345'0,"0"1"56"0,7-1 49 0,-7 0 11 0,0 1-99 0,0-1-56 0,6 0-54 0,-6 0-39 0,7-4-26 0,0 8-25 0,5-6-37 0,-5 3-34 15,6 3-17-15,0-8-16 0,7 4-18 16,0 0-17-1,-8 0-5-15,8 2-3 0,-1-3-3 0,1 2-2 0,-8-1-2 0,8 1-7 0,0-1-32 16,-7 0-49-16,7 0-63 0,-8 4-72 0,2-3-69 16,-8 3-91-16,-6 0-111 0,13-4-30 0,-13 4 22 31,13 0 49-31,0 0 58 0</inkml:trace>
  <inkml:trace contextRef="#ctx0" brushRef="#br2" timeOffset="118113.4">22545 10206 321 0,'0'4'388'0,"0"3"50"16,0-3 2-16,-7-4-61 0,7 3-48 0,0 1-34 16,0-4-24-16,0 4-20 0,0-4-22 0,-6 0-35 15,6 0-37-15,0 3-37 0,0-3-34 0,0 0-27 16,6 0-21-16,-6 0-19 0,7 0-9 16,-7 0-10-16,6-3 2 0,1 3-3 0,-1 0-3 15,1 0 1-15,0 0-3 0,-1 0 3 0,7 0-12 16,-6 3-37-16,5-3-61 0,-5 4-72 0,-1-4-70 15,1 0-71-15,6 0-78 0,-7 0-77 0,-6 0-45 16,0 0 14-16,0 0 45 0,14 0 58 0</inkml:trace>
  <inkml:trace contextRef="#ctx0" brushRef="#br2" timeOffset="118638.61">22838 10038 138 0,'-7'0'332'16,"1"0"38"-16,0 2 12 0,-8-2-51 0,8 5-72 0,0-2-49 15,-1-3-32-15,0 4-18 0,1 0-17 0,6-4-21 16,-7 4-23-16,7-4-25 0,0 3-21 16,-6-3-17-16,6 0-14 0,0 0-10 0,6 0-3 15,-6 0-1-15,0 0-5 0,7 0-1 0,-1-3 1 16,1 3-1-16,0 0-2 0,-1-4-1 15,0 4 2-15,2 0-1 0,4 0-1 0,-6 0 1 16,1 0-1-16,0 0 1 0,-1 0 4 0,-6 0 7 16,7 4 12-16,-7-1 13 0,6 5 14 0,-6-1 10 15,-6 1 4-15,6 2-3 0,0 1-5 0,-7 4-11 16,1-5-13-16,-1 5-11 0,0-3-5 16,7 2-10-16,-6-3-2 15,0-3-4-15,0 3 2 0,6-8-1 0,-8 5 0 0,8-5 6 0,0 1-3 16,0-1-4-16,0 1 1 0,8-4 1 0,-8 0 0 15,12-4-2 1,-6 1-2-16,1 3 3 0,6-4-1 0,-6 1-1 0,-1 3 1 0,8 0 5 0,-2-4 0 16,-6 4-4-16,8 0 1 0,-1 4-2 15,-7-4 10-15,8 3 11 0,-14 4 15 0,6-3 17 16,-6 7 13-16,0-4 7 16,0 0-10-16,-6 5-12 0,-1-1-13 15,0 0-14-15,-6-1-16 0,7 2-4 0,-8-2 3 0,8 1-4 0,-6 1-3 16,4-1-3-16,2-4 4 15,0 5-14-15,-1-10-33 0,7 6-45 0,0-4-62 0,0-1-67 0,0 1-71 16,0 0-57-16,0-4-83 0,0 0-72 0,0 0-3 16,0 0 34-16,0 0 53 0,0 0 60 15</inkml:trace>
  <inkml:trace contextRef="#ctx0" brushRef="#br2" timeOffset="119049.65">22766 10576 210 0,'-6'4'340'0,"0"-1"51"0,-8 1 11 0,14-4-49 0,-6 4-65 0,0-4-50 0,-2 0-17 0,8 3-39 31,-6-3-33-31,6 0-37 0,0 0-32 0,0-3-26 0,0 3-20 0,6-4-11 0,2-3-7 0,-2-1-6 31,0 1-4-31,8 0 2 0,-8 3-3 16,7 1-3-16,-7-1-2 0,8 4 9 0,-8 0 9 16,0 0 11-16,2 4 19 0,-2-4 16 0,0 7 9 15,-6 0-3-15,0 0-6 0,-6 4-7 0,0 0-17 0,-2 7-15 0,2-2-7 0,0 1-4 32,-1 2-4-32,-6-4-8 0,6 3 1 0,-5-3 0 15,4 0-1-15,2-1-2 0,6-3 0 0,-6 1 0 16,6-6 6-16,0 2 5 0,0-5 8 0,0 1 10 15,6-4 11-15,0 0 7 0,2 0-4 16,4-7 0-16,1 3-7 0,1-3-22 0,-2 0-2 16,8-1-6-16,0 0 1 0,-1 1-7 0,7 0-13 15,-6 0-26-15,-7-1-64 0,7 1-76 0,-2 0-82 16,-4 3-82-16,-1-4-110 0,0 5-94 16,-6-4-12-16,-1 0 37 0,0-1 61 0,8-6 71 0</inkml:trace>
  <inkml:trace contextRef="#ctx0" brushRef="#br2" timeOffset="119573.43">23144 10089 43 0,'-6'-3'333'0,"6"3"44"0,-7-4 31 0,7 4-41 16,0 0-105-16,-6-4-84 0,6 4-61 0,6 0-39 15,-6-4-29-15,7 1-23 0,-1 3-12 0,-6-4-6 16,13 0-3-16,-13 1-2 0,7 3 3 0,-1-4 9 16,-6 4 6-16,6-4 8 0,2 4 10 0,-2 0 10 15,-6-4 7 1,6 4 4-16,-6 0 11 0,7 4 8 0,-7-4 3 0,0 8 2 0,0-1-6 15,0 0-6-15,0 1-8 0,0 3-12 0,0-1-12 16,-7 2-11-16,7 3-1 16,0-1-7-16,0 1-7 0,-6 2-3 0,6-1-2 0,0 6-1 15,0-4-3-15,0 1 4 0,6 2-4 0,-6-3-2 16,0 4-4-16,7 1-1 0,0-3 2 0,-7 3-4 16,12 0 2-16,-5 2 2 0,-1 5 8 0,1-5-1 15,6 8-3-15,1-4-3 0,-2 0-1 16,1 1-1-16,0-1-5 0,0-3 2 0,1 3 1 15,-2-3 4-15,-5-1 3 16,0-2 2-16,-7-2-1 0,6-2 1 0,-6-5-2 0,-6 5 9 0,6-9 12 16,-7 1 13-16,-6-3 9 0,7 3 6 0,-8-7 4 15,1-1-7-15,0 2-14 0,0-5-14 0,-7 0-22 16,8 0-39 0,-2 0-49-16,-5-5-63 0,6 5-77 0,0 0-84 0,-1 5-148 0,2-5-72 15,-1 2-9-15,0 2 32 0,6-1 60 0</inkml:trace>
  <inkml:trace contextRef="#ctx0" brushRef="#br2" timeOffset="120645.75">22284 11639 247 0,'0'-9'286'0,"6"3"-6"0,-6-1-32 0,0-1-42 0,0 0-52 0,8 5-28 0,-8-3-13 0,0-2-6 15,6 4 2-15,-6 0 0 0,0-3 8 0,0 3 10 16,0 1 10-16,0 3 11 16,0 0 8-16,0 0 12 0,0 0 14 0,0 3 7 0,0-3 7 15,0 0 8-15,0-3 6 0,0 6 10 0,0 1-7 16,0-1-10-16,0 5-17 0,6-1-21 0,-6 4-24 16,0 0-36-16,0 4-28 0,0 3-25 15,0 4-6-15,0 4-18 0,0 3-11 0,0 0-6 16,0 8 1-16,7-4-2 0,-7 4-12 0,0-1 6 15,0 5 0-15,0-5 2 0,0 4-2 0,0-3-1 16,0 0-2-16,0-5 0 0,0 2-2 0,6-2-2 16,-6-2 5-16,7-1-2 0,0-6 1 0,-1 2 2 15,6-2 5-15,-4-6-4 0,-2-2-5 16,7-1 3-16,0-2-1 0,0-5 0 0,0 1-2 16,0-1 4-16,7-4 0 15,-7-3 2-15,0-3-3 0,6-4-4 0,-5 3 1 0,5-4-5 0,-6 5 0 16,0-1-12-16,0 0-27 0,0 0-40 0,0-4-55 15,-6 2-65-15,5-1-67 0,-5-1-65 0,-7 1-47 16,6-1-34-16,1 1-14 0,-7-4-35 16,0 0-61-1,0 0 0-15,0 1 34 0,0-5 53 0,0 3 60 16</inkml:trace>
  <inkml:trace contextRef="#ctx0" brushRef="#br2" timeOffset="120957.51">22252 11613 23 0,'0'-4'347'0,"0"0"52"0,0-3 39 0,-7 1-15 0,7 1-94 0,0 2-71 0,0 6-52 0,7-3-30 16,-7 5-19-16,12-5-16 0,-4 2-11 0,-2-2-19 16,6-2-16-16,2 2-20 0,-1-5-15 15,0 2-13-15,0 3-19 0,-1-4-11 0,2 0-9 16,6 0 0-16,-7 4-2 0,-1 0-6 0,-5 0-4 16,6 0-9-16,0 0-33 0,0 0-57 0,0 0-69 15,0 4-70-15,-6-4-91 0,5 4-131 0,2-4-51 16,-8 4 11-16,-6-4 43 0,13 0 60 15</inkml:trace>
  <inkml:trace contextRef="#ctx0" brushRef="#br2" timeOffset="121298.91">22669 11672 14 0,'0'7'320'0,"0"0"51"0,0-3 38 0,0 3-24 16,0-7-69-16,0 4-57 0,-6-4-37 0,6 4-25 15,0-4-13-15,0 0-17 0,0 0-15 0,0 3-13 16,6-3-13-16,-6 0-14 15,0 0-18-15,0 0-15 0,6-3-18 0,-6 3-15 0,6 0-13 16,-6 0-14-16,7 0-7 0,0 0-9 0,-1 0-1 16,7 0-4-16,-7 0-24 15,2 0-41-15,4 3-61 0,-12 1-65 0,14-1-73 0,-8 1-82 0,0-8-101 16,-6 4-62-16,7-3 4 0,6-1 37 16,-6-3 58-16,-1-1 74 0</inkml:trace>
  <inkml:trace contextRef="#ctx0" brushRef="#br2" timeOffset="121814.55">22910 11540 60 0,'0'-4'348'0,"0"0"53"0,0 4 42 16,-6 0-29-16,6 0-77 0,0 0-66 0,0 0-51 15,0 0-42 1,0-3-38-16,0 3-36 0,0 0-35 0,0 0-28 0,-8 0-22 0,8 0-7 15,8 0-6-15,-8-3-2 16,6 3-2-16,-6 0 0 0,6-5-1 0,1 5-2 0,-1-3-3 0,1-1 4 16,0 4 1-1,5-4-2-15,-6 4-1 0,8 0 4 0,-8 4 3 0,1-4-2 0,6 4-28 0,-6-1 17 16,-1 5 16 0,0-5 12-16,1 5 8 0,-7 3 6 0,0-4 36 0,0 4-8 0,0-4-12 15,0 4-9 1,0 0-7-16,0 4-9 0,0-4-8 0,-7 0-1 15,1 0-4-15,0 0-10 0,6-4-1 0,-7 1 2 0,7-1-2 0,0-4-7 0,0 1 3 32,-7 0 6-32,7-1-1 0,-6 1-1 0,6-4-1 15,0 0 4-15,0 0-3 0,6 0-2 16,-6 0 0-16,7 0 1 0,0-4 0 0,-1 4 6 16,0-3-1-16,1 3-1 0,6 0 3 0,-7 3 0 0,8-3-4 0,-8 4-6 0,7 0 7 0,-7 0 16 31,1-1 17-31,0 4 19 0,-7 0 29 0,0 1 21 15,0 4 46-15,-7-6-21 0,0 5-23 16,1 1-25-16,0-1-29 0,-1 0-19 0,1-1-51 16,-8 1 6-16,8 1 3 0,0-5 6 0,-1 3-1 15,0-2-4-15,-5-1-2 0,5 1-29 0,7-5-46 16,-7 4-66-16,1-3-73 0,6 0-75 16,-7-4-81-16,7 3-79 0,0-3-98 0,0 0-9 15,0 0 32-15,0 0 59 0,0 0 70 0</inkml:trace>
  <inkml:trace contextRef="#ctx0" brushRef="#br2" timeOffset="122225.2">22981 12016 111 0,'-12'3'375'0,"4"1"54"0,-4 3 42 0,-1-3-40 0,6 1-94 0,1-3-83 15,-1 2-61-15,1-4-48 0,0 3-35 0,6-3-26 16,6 0-22-16,-6 0-8 0,6-3 1 16,-6 3 5-16,7 0 6 0,-1-4-3 0,1 4 3 15,0-2-2-15,5 2-6 0,-6-5-7 0,2 5-11 16,-2 0-4-16,7 0-10 0,-7 5-5 0,1-5-2 16,0 2 5-16,-1 5 9 0,0-2 3 0,-6 6-3 15,0 0 1-15,0-1-3 0,-6 2-4 0,0 3-13 16,-1 2-7-16,0-3 1 0,1 5-4 0,-1-1-2 15,-5 0-2-15,4-2 6 0,2 3-1 16,0-2 9-16,6-5-7 0,-6 2-3 0,6-3-2 16,-7-4 16-16,7 0 17 0,0-3-2 0,7 1 10 15,-1-5 15-15,0 0 0 0,8-5-15 16,-2 1-20-16,1-3-2 0,1 0-9 0,-2-4-20 16,2-1-33-16,-2 2-56 0,8-5-69 0,-7 1-83 15,0-1-76-15,-6 3-68 0,5 3-81 0,-4-3-79 16,-2 1 3-16,0 0 41 15,7-1 60-15,-6 2 65 0</inkml:trace>
  <inkml:trace contextRef="#ctx0" brushRef="#br2" timeOffset="122833.57">23255 11646 124 0,'0'-4'354'0,"-6"1"44"0,6-6 36 0,0 7-65 0,0 2-98 0,-7-4-74 16,7 1-52 0,0-1-43-16,7 4-35 0,-7-4-23 15,0 4-14-15,6-4-4 0,-6 0-2 0,6 4 6 16,-6-4 7-16,8 1 12 0,-8 3 4 0,6 0 0 0,0 0 4 0,-6-4-1 0,7 4 0 31,-7 0-8-31,0 0-9 0,6 0-4 0,-6 0-10 0,0 0-7 16,0 0-6-16,7 0-2 0,-7 0 10 0,0-2 9 0,0 2 18 0,6 0 19 15,-6 0 17 1,0 0 9-16,0 0 6 0,0 0 5 0,0 0-5 16,0 2-13-16,0-2-10 0,0 4-6 0,0-4-13 15,0 0-20-15,0 3-5 0,0 1-4 16,0 0-9-16,-6 0-11 0,6 4 3 0,0-1 4 15,0-5-10-15,-7 7-6 0,7 2 1 16,0 0 6-16,0 0-5 0,0 3-1 0,0 1 4 16,-6 3 8-16,6 0-3 0,0 1 2 0,-7-1-3 15,7 5-2-15,0-6-4 0,0 5 6 0,0-3-2 16,7 2-7-16,-7 1 2 0,6 1 7 0,1 3-1 16,-1-5-8-16,-6 4 3 0,7 1 3 15,-1 0-3-15,0 4-5 0,2-5 14 0,-8 4-2 16,6 2-2-16,0-2-4 0,1 0 2 0,0 0-4 15,-1-4-10-15,0 4 2 0,1-3 14 0,-1 1 10 16,-6-6 4-16,-6 1 7 0,6-4 6 0,-7 0 6 16,7-3-4-16,-6-3-2 0,6-2 5 0,-6 1-3 15,-1-3-5-15,0-5-7 0,1 1-9 16,0 0-9-16,-2 0-4 0,8-2-6 0,-6-2-26 16,0 5-52-16,6-5-79 0,-7 3-101 0,1-3-120 15,-1 4-165-15,7-4-118 0,0 0-22 16,0 0 39-16,0 0 83 0,0 0 106 0</inkml:trace>
  <inkml:trace contextRef="#ctx0" brushRef="#br3" timeOffset="127552.79">24141 9385 79 0,'6'-3'286'0,"2"-1"31"0,-2-4 1 0,-6 6-43 16,6-10-60-16,0 5-31 0,2-1-18 15,-8 1-5-15,6 0 1 0,0-4-2 0,1 3 1 16,-1-7 0-16,1 5 4 0,0-5-1 0,-1 4-2 16,0-3 1-16,2-1-7 0,-2 0 4 0,-6 1 2 0,6-1 6 0,-6 5 14 0,6-2 19 15,-6 5 17-15,0-1 2 0,0 5-8 16,0 3-19-16,-6 0-28 0,6 7-37 0,-6 4-40 15,0 3-32 1,-2 9-23-16,2-2-6 0,0 8-14 16,-8 5-1-16,8 2-3 0,-1 1-3 0,1 7-2 15,0-4-3-15,-2 5 2 0,2-5-4 0,0-1 0 0,0 3 1 0,-2-6-1 0,8-3-9 0,0-8 0 16,0 1-1-16,0-4-1 0,0-7-5 31,0-1-12-31,0-6-6 0,0-4-12 0,8-4-15 16,-8-4-8-16,6-4-8 0,-6-2 2 0,6-5-7 15,0-4-3-15,2 1 2 0,-2-3 1 0,7-5-3 16,-13 0 1-16,13 1 24 0,-6-2 5 16,-1 1 2-16,-6 1 8 0,6 0 17 0,2 0 11 15,-2-4-4-15,0 6 14 0,0-3 8 0,1 4 2 16,-7 3-2-16,7 2 0 0,-7 3-2 0,6 2-5 16,-6 1 1-16,0 3 4 0,7 8-2 0,-7-3 0 15,6 6 8-15,0 5 0 0,2 0-6 0,-2 7-3 16,6 2 5-16,-4 2 4 0,4 3-12 15,1-1 2-15,1 4 8 0,-2 1 2 0,2 4-2 16,-8-4-1-16,7-1 5 0,0-2-5 0,0-2-14 16,-7 2-42-16,1-5-65 0,0-4-81 0,-1-3-80 15,-6-3-83-15,0-1-79 0,0-3-81 0,0-4-46 16,0 0 20-16,0 0 48 0,-6-4 68 16,-1-7 83-16</inkml:trace>
  <inkml:trace contextRef="#ctx0" brushRef="#br3" timeOffset="127739.83">24128 9564 91 0,'-13'5'357'0,"6"-5"40"0,1 4 33 0,6-4-37 0,0 0-100 0,0 0-69 15,6 0-55-15,1-4-33 0,6-1-29 0,0 2-29 16,7-4-28-16,6 0-17 0,-7-1-15 0,7-3-8 16,0 1-19-16,1 2-37 15,-1-3-52-15,-6 1-67 0,-1-2-97 0,1 1-131 0,-8 0-57 16,2-1-3-16,-2 2 32 0,2 0 52 15</inkml:trace>
  <inkml:trace contextRef="#ctx0" brushRef="#br3" timeOffset="127897.86">24604 9024 286 0,'7'-5'434'0,"-7"5"57"16,0 5 39-16,0 1-96 0,-7 5-106 15,7 4-86-15,0-1-72 0,0 5-55 0,0-1-44 16,0 3-30-16,0 6-20 0,0-1-30 0,7-1-52 16,-7 1-62-16,6-1-70 15,0-3-99-15,-6 4-142 0,7 0-66 0,0-1 5 0,-7 1 38 0,6 3 58 16</inkml:trace>
  <inkml:trace contextRef="#ctx0" brushRef="#br3" timeOffset="128757.59">24181 11044 90 0,'0'-14'303'0,"0"-1"37"15,0 1 8-15,0-4-40 0,0-1-59 16,0 1-32-16,0-4-13 0,6 4 2 16,-6-3 4-16,0 1 0 0,0 3-4 0,6 2-10 0,-6 0-13 15,0 4-15 1,0 4-21-16,0 0-24 0,7 7-25 0,-7 0-22 0,0 3-22 0,0 1-18 0,0 10-14 31,0-3-3-31,0 7-12 0,0 1-1 0,6 6-4 16,-6 2 0-16,0-2-7 0,7 0 3 0,-7 1 6 15,7-1-4-15,-7-3 1 0,6 1-2 16,-6-2 4-16,0-6-3 0,0-1 1 0,0 2 2 16,6-9-2-16,-6 0 3 0,0-3 8 0,-6-1-4 15,6-6-3-15,0-1-2 0,-6-3 8 0,6-4-6 16,-14-4-7-16,8 1 1 0,6-5 4 0,-7-3 0 16,1-3-9-16,6-1 5 0,0-3-1 0,0-4-1 15,6 0-6-15,-6 0 2 0,7-4 4 16,-1 4 1-16,1 4 0 0,0 4 2 0,5-1 3 15,-4 4 1-15,4 0-3 0,1 7-8 0,-6 1 1 16,6 3-1-16,-7 3 2 0,0 5 2 0,2 3 0 16,-2 0 9-16,0 7-1 0,-6 3 5 0,0 2-1 15,0 6-3-15,0-4-2 0,-6 9 0 16,0-2-1-16,-8 2-4 0,8 2 1 0,-1-3 0 16,-6 0-2-16,6-4 2 0,1 1 1 0,0-4 1 15,0-5-5-15,6-3-3 0,-8 1 3 16,8-4-1-16,0 4 0 0,8-8-1 0,-2 0 5 0,0 0 2 15,0-4 3-15,1 0 1 0,6 0 1 0,0 1-1 16,1-5-1-16,-2 4 1 0,2 2-3 16,5-3-3-16,1 5 1 0,-8 0 0 0,2 0 1 15,-2 7 5-15,-5 0 13 0,6 1 9 0,-6 4 4 16,-7 2 4-16,0 1 3 0,-7 2-2 0,7 2-11 16,-6-1-9-16,-8 0-7 0,8 4-6 0,-8-3 0 15,2-4-7-15,-1 3-2 0,0-7-3 16,0-1-19-16,7 2-42 15,-8-8-70-15,8-1-77 0,-8-3-82 0,8-3-82 0,0-1-87 0,6-8-102 16,0 2-11-16,0-9 37 0,6 2 61 16,0-5 72-16</inkml:trace>
  <inkml:trace contextRef="#ctx0" brushRef="#br3" timeOffset="128935.53">24643 10437 48 0,'6'-11'416'0,"1"0"83"0,-7 7 63 0,0 1 9 0,0-2-112 0,0 10-116 0,-7 2-99 16,7 0-81-16,0 8-57 15,0 4-43-15,0-1-28 0,0 7-19 0,0 0-28 0,0 5-48 0,0-1-78 16,0 8-92-16,-6 0-144 0,6-1-135 0,-6 4-57 16,-1 1 8-16,0 3 51 0,1 0 83 15</inkml:trace>
  <inkml:trace contextRef="#ctx0" brushRef="#br3" timeOffset="129488.41">24532 12225 252 0,'6'-7'348'0,"-6"-1"42"16,0-4-12-16,0 5-43 0,-6 1-41 0,6-6-20 0,0 5-4 16,-6-4 2-16,6 4 0 0,-7-4 1 15,1 0-16-15,-7-1-17 0,0 2-25 0,6 3-26 16,-12-5-38-16,5 9-33 0,2-4-29 0,-1 7-26 15,-1 7-30-15,2 0-14 0,-2 4-1 16,8 7-29-16,-7 5 2 0,0 2 1 0,6 5 12 16,1 2-4-16,0 4 2 0,6 1 23 0,0 1-9 15,0 2-3-15,6-4 0 0,0 4-2 0,7-3-3 16,1 0-4-16,-2-7 8 0,8-1-3 0,0-12-4 16,-1 3 1-16,7-13-2 0,-6 0-5 0,-1-7-22 15,7 0-35-15,-6-7-61 0,-1-4-82 16,1-5-91-16,0-1-87 0,-1-6-71 0,-6-2-81 15,0 3-79-15,0-4 8 0,0 1 52 0,-7-1 70 16,8 0 75-16</inkml:trace>
  <inkml:trace contextRef="#ctx0" brushRef="#br3" timeOffset="129694.14">24852 11884 97 0,'6'-18'443'0,"0"3"103"0,1 0 93 15,0 8 35-15,-7 4-90 16,0-1-99-16,0 4-100 0,0 4-69 0,0 3-98 0,0 3-83 0,0 2-61 16,0 5-37-16,0-2-15 0,6 4-35 0,-6-1 3 15,7 1-36-15,-1-1-70 0,-6 0-103 0,0-4-113 16,6 1-137-16,-12 0-176 0,6-8-58 0,0-7 26 16,0 0 77-16,0 0 98 0</inkml:trace>
  <inkml:trace contextRef="#ctx0" brushRef="#br3" timeOffset="130346.58">25568 8976 24 0,'6'-12'317'0,"-6"1"50"0,8-7 48 0,-8 3-13 0,6-2-48 0,-6 2-19 15,0-1 11-15,0 5 33 0,0 1 42 0,-6 2 29 16,6 5 3-16,-8-1-12 0,2 4-33 0,0 7-45 15,-7 5-64-15,6 5-59 0,-6 9-45 16,1 8-32-16,-2 2-23 0,8 4-18 0,-1 5-18 16,0 1-16-16,1 2-14 0,6 4-18 0,6-4-20 15,1 2-17-15,0-6-11 0,5 4-8 0,8-8-5 16,0-3 1-16,-1-4-4 0,1 0-30 0,-8-7-77 16,8-8-131-16,0 0-170 0,-7-6-171 0,-7-8-161 15,8 3-202-15,-14-7-42 0,0 0 64 0,0 0 140 16,0-11 150-16,0-1 158 0</inkml:trace>
  <inkml:trace contextRef="#ctx0" brushRef="#br3" timeOffset="136969.49">26214 9089 297 0,'0'8'345'0,"-7"-6"32"0,7 6-26 0,0-1-74 0,0-3-53 0,-7 4-23 0,1-1 4 31,6 0 14-31,-6 0 22 0,-2 1 31 0,8-5 32 16,-6 1 22-16,6-1 15 0,0 1 13 15,-6 1-3-15,6-3-17 0,-7 3-25 0,7-2-27 16,0 1-29-16,0-4-32 0,-6 3-28 0,6 1-23 15,0-4-31-15,-7 0-21 0,7 0-29 0,0 0-26 16,0-4-19-16,7 4-17 0,-7 0-11 0,6-3-6 16,7-1-3-16,1 1 2 0,-2-2-2 0,8 3-3 15,-7-3-1-15,7-2-3 0,-1 3-2 16,0 1-4-16,1-1-8 0,-1 4-36 16,-5 0-68-16,-2 0-97 0,2-4-111 0,-1 4-123 15,-7 0-119-15,1 0-77 0,0 0-44 0,-1 0-52 16,-6 0-19-16,0-3 53 0,0 3 86 0,0 0 97 15,12-8 101-15</inkml:trace>
  <inkml:trace contextRef="#ctx0" brushRef="#br3" timeOffset="137388.44">26513 9053 333 0,'-7'-4'421'0,"7"0"54"0,-6 0 24 15,6-3-82-15,0 3-84 16,-6 0-67-16,6-3-55 0,0 3-47 0,0-3-47 16,6 0-41-16,-6 3-31 0,6-3-22 0,1-1-11 0,0 2-4 15,6-2-4-15,-1 4-3 0,-5 1-1 0,6-1 2 16,7 4 1-16,-7 0 0 0,0 0 1 16,0 4 1-16,-1-1 11 0,2 4 10 15,-1 0 15-15,0 1 16 0,-6 3 26 0,-1 4 25 16,0-3 19-16,-6 2 19 0,0 4 16 0,0 0 4 0,0 0-13 15,-6 1-11-15,0-2-22 16,-1 2-24-16,-6 3-20 0,6-3-22 0,-5 3-7 0,4 0-7 16,-4-7-8-16,5 2-5 0,1-5-5 15,-1-2 1-15,1-3-10 0,6-3-7 16,0 1-2-16,-7-2-2 0,7-3-2 0,7 0 3 16,-1 0 3-16,1-3 2 0,-1-2 2 0,13 1 1 15,-5-3-2-15,-1 4-3 0,7-1-6 0,-8 1-5 0,2-1-3 16,6 0-4-16,-8 4-19 15,1 0-50-15,7 0-69 0,-8 0-79 0,2 4-89 16,-1 0-84-16,-6-1-73 0,5-3-63 0,-12 0-84 16,7 0-2-16,6 4 43 0,-6-1 68 0,5-3 77 15</inkml:trace>
  <inkml:trace contextRef="#ctx0" brushRef="#br3" timeOffset="137588.49">27092 9276 55 0,'8'0'386'0,"-2"-4"73"0,-6 4 66 0,6 0 17 0,-6 4-79 0,0-1-76 15,0 1-69-15,-6 3-51 0,6 5-59 0,-6 2-67 0,-2 1-49 16,2-1-36-16,6 9-27 16,-6-6-27-16,0 5-28 0,-1 0-55 0,0-3-81 15,1 2-94-15,-1-1-124 0,-5-3-161 0,4 2-67 0,2-5 9 16,0 1 54-16,0-5 82 15</inkml:trace>
  <inkml:trace contextRef="#ctx0" brushRef="#br3" timeOffset="143358.03">27575 8968 303 0,'0'-11'363'0,"0"3"41"0,0 1-16 0,0-3-67 16,0 2-55-16,0 1-32 0,0 3-21 0,0-3-8 16,-7-1-8-16,7 1-3 0,0 4-6 15,0-5 1-15,0 4 2 0,0-3 4 0,0 7 1 16,0-4-5-16,0 4-8 15,0 0-14-15,0 0-24 0,-6 4-29 0,0-1-24 0,6 5-7 0,-6 6-28 16,-8 5-24 0,14 3-5-16,-13 7-5 0,6 0-6 0,1 4-21 15,-1 4 10-15,7-1 2 0,-6 1-3 0,6-4 4 0,0 1-1 16,0-2-4-16,6-3-4 16,1-3-2-16,6-4-2 0,0 0-6 0,1-7 3 15,-2-4 1-15,8-3 6 0,-1-6 2 0,-5-2 7 0,5-2 0 0,0-10-2 16,-6 5-1-16,7-8-1 15,-14 5 0-15,8-6-4 0,-8 1-1 0,0 1-2 0,1-1 8 0,-7 5 1 16,0-5-3-16,0 8 4 16,0-5-1-16,-7 10-5 0,1-6-9 15,0 8-2-15,-8 0 1 0,8 3-1 0,-7 4 0 16,0 5 2-16,0-1 10 0,0 3-16 0,0 1 7 0,7-1-1 0,-8 2 1 16,1-2 1-1,7 1-41-15,-1-1-52 0,0-3-97 0,7 3-104 16,-6-6-105-16,6-1-98 0,6-7-103 0,-6 0-74 15,0 0 17-15,0-3 64 0,14-4 83 16,-8-4 90-16</inkml:trace>
  <inkml:trace contextRef="#ctx0" brushRef="#br3" timeOffset="143672.9">27933 8756 142 0,'7'-15'378'0,"0"4"49"0,-7-4 44 0,6 4-54 0,1 4-95 0,-7 0-83 0,6-1-56 16,-6 4-32 0,6 4-16-16,1 4-9 0,0 4 4 0,-1 2 19 15,0 9 19-15,2 6 16 0,4 4 12 0,1 9 5 16,0 6 6-16,0-1 7 0,1 5 1 15,-8 3-10-15,-6 1-25 0,6-2-26 0,-12 2-29 0,6-4-41 0,-6 0-34 0,-2-5-28 16,-4 1-33 0,5-3-70-16,-6-5-97 0,-6-4-114 15,5-1-114-15,2-6-121 0,-2-6-148 0,2-2-77 0,-8-5 19 0,7-1 73 0,0 0 98 16,6 1 111 0</inkml:trace>
  <inkml:trace contextRef="#ctx0" brushRef="#br3" timeOffset="144528.83">25900 10382 46 0,'7'-10'328'0,"0"2"48"0,-7-1 49 16,0 3-30-16,0 2-58 15,0 1-46-15,0 3-35 0,-7 0-31 0,0 0-30 16,1 7-22-16,-7-1-21 0,0 11-20 0,0 0-13 0,0 9-8 0,0 6-1 16,-1 6-2-16,2 6-12 0,6 7 2 0,-1 0-14 15,0 7-10-15,7-3-18 0,0 4-17 0,0-4-17 16,7 1-23-1,0-10-3-15,5 2-6 0,8-4-29 0,-7-7-63 0,0-4-78 0,6-4-91 16,-5-7-103-16,-2-1-161 0,8-5-82 0,-7-9-1 16,0-3 48-1,6-4 77-15,1-4 96 0</inkml:trace>
  <inkml:trace contextRef="#ctx0" brushRef="#br3" timeOffset="149379.92">26370 10749 83 0,'0'-8'407'0,"0"0"78"0,-7 5 70 0,7-4 7 16,-7-1-74-16,1 1-71 0,0 0-69 0,6-1-55 16,0 1-58-16,0 0-53 0,0 0-48 0,0-1-34 0,6-3-19 0,0 3-8 15,8-2-2-15,-8 3 4 16,7-1 3-16,1 0-1 0,-2 5 1 16,2 0-6-16,-2-1 1 0,1-1 4 0,1 2-17 15,-2 3 10-15,-5 3 12 0,0 2 10 0,-1-1 20 0,0 7 3 0,-6 3 14 16,0 0-9-1,-6 9-33-15,0-2-8 0,-1 5-24 0,-6 3-17 16,7 1-16-16,-8-1-9 0,1 4 7 0,1-4-9 16,-2 5-7-16,8-9-2 0,-7 5-2 15,6-5-1-15,1-3-3 0,6-4-1 0,0 0-3 16,0-3 1-16,6-3 7 0,1-2 5 0,0 1 3 16,5-3-2-16,2-8 1 0,5 0 2 0,-6-4-8 15,6-4-2-15,7 1-2 0,-6 0-4 0,-1 0-28 0,7-1-38 0,-6 4-75 0,-7-2-112 31,7 1-129-31,-8 3-120 0,2 2-86 0,6-5-97 16,-14 5-81-16,7 5 27 0,-7-5 83 0,8 2 99 0,-8 3 102 0</inkml:trace>
  <inkml:trace contextRef="#ctx0" brushRef="#br3" timeOffset="149563.14">26911 10964 15 0,'6'-4'390'0,"-6"1"85"31,7 3 68-31,-7 0 29 0,0 3-77 0,0 1-90 16,-7 7-81-16,7 4-72 0,-6 0-62 15,-1 3-60-15,0 1-53 0,1 3-38 0,0-1-20 16,-1 1-34-16,0 0-53 0,1 0-65 0,0-4-82 16,-1 1-88-16,-6-1-133 0,6-3-118 0,1 0-28 15,0-4 26-15,6-4 60 0,0-7 79 0</inkml:trace>
  <inkml:trace contextRef="#ctx0" brushRef="#br3" timeOffset="152674.7">27458 10536 68 0,'13'-4'365'0,"-13"1"59"0,6-2 59 0,1 3-6 16,-7-2-64-16,0 4-41 0,7 0-14 0,-7 0 1 15,0 4 5-15,0-2-1 0,-7 6-6 0,0-1-20 16,1 5-33-16,0 5-36 0,-1-2-42 0,-6 8-39 16,0-1-43-16,0 7-32 0,0-4-28 15,-1 1-19-15,2 3-20 0,5 1-13 0,-6-4-9 16,7-1-8-16,-1-4-5 0,1-2-9 0,6 0 0 16,0-5-2-16,0 1 0 0,0-4-3 0,0-4 2 15,6 0 6-15,1 1 2 0,6-4 0 16,-7-4-1-16,7 0 2 0,1 0-2 0,5-4-3 15,-6 4-1-15,0-4-1 0,0 4-4 0,0-4-12 16,7 1-34-16,-8-1-64 0,-5 1-90 0,6-1-101 16,-6-3-107-16,-1-1-91 0,0 0-59 15,2-1-16-15,-2-7-6 0,-6 5-2 0,0 1-1 16,-6-2 45-16,-2 1 63 0,8 0 66 0,-6 0 83 16</inkml:trace>
  <inkml:trace contextRef="#ctx0" brushRef="#br3" timeOffset="152858.67">27536 10672 229 0,'0'-4'343'0,"0"0"43"0,6 0-8 0,-6 4-37 16,0 4-38-16,8 4-23 0,-8-1-9 0,6 7-6 15,-6 1-12-15,0 7-21 0,6 0-31 0,-6 7-27 16,6-3-27-16,-6 3-32 0,0 0-26 0,0 5-23 16,0-5-16-16,7 0-22 0,-7 0-20 0,7-3-21 15,-7-1-48 1,6-6-71-16,-6-1-86 0,7-7-85 0,-7 0-100 0,6-7-130 15,-6-4-58-15,0 0 12 0,14-4 54 0,-8-3 72 16</inkml:trace>
  <inkml:trace contextRef="#ctx0" brushRef="#br3" timeOffset="153117.16">27725 10470 160 0,'7'-11'383'0,"-1"-1"49"16,-6 5 33-16,7 0-46 0,-1 4-85 0,0 3-58 16,2 3-38-16,-2 4-20 0,6 9-8 0,2 2-18 15,-1 3-14-15,0 6-6 0,0 2 6 0,-1 7 9 16,2 5 16 0,5 3 18-16,-12-1 14 0,0 6 4 0,-1-3-7 0,-6 2-24 0,0-4-34 15,-6 4-42-15,-1-4-40 16,-6-1-39-16,0-6-49 0,-1-1-65 15,2 1-89-15,-1-7-114 0,-7-5-118 0,7 2-107 16,-6-9-86-16,5 0-78 0,-5 1-74 0,6-5 27 0,0 1 73 0,7-5 87 16,-8 2 95-16</inkml:trace>
  <inkml:trace contextRef="#ctx0" brushRef="#br3" timeOffset="153962.54">25985 12100 211 0,'13'-7'338'0,"-6"-1"37"0,-1-2 1 0,1-1-55 0,-7 0-46 16,6 3-20-16,-6 2 8 0,0-3 23 0,0 2 32 15,0 0 19 1,0 3 37-16,-6 0 9 0,-1 4 5 0,1 4-7 0,-7 0-31 0,-6 10-28 15,5 4-58-15,-5 5-46 0,-1 6-53 0,0 4-49 16,8 4-35-16,-2 3-25 0,2 8-21 0,-1-1-13 16,6 4-6-16,7 5-2 0,0-5-7 0,0 0-6 15,13-3-3 1,0-5 1-16,7-6-4 0,-1-4-30 0,1-3-71 0,6-9-123 0,0-1-161 16,-7-7-165-16,7-9-163 0,-6 0-183 0,0-8-35 15,5-4 62 1,-5 1 131-16,0-7 148 0,6 3 161 0</inkml:trace>
  <inkml:trace contextRef="#ctx0" brushRef="#br3" timeOffset="158637.57">26670 12294 173 0,'0'7'323'0,"0"4"36"0,0-3-6 0,0 3-51 15,0-3-61-15,0-1-34 0,0 1-15 0,0-2-4 16,0 5-1-16,0-7 2 0,0 4 2 0,0 2 0 16,0-6 2-16,0 3 0 0,0-3 5 0,0 0 4 15,0-1 2 1,0 1 22-16,0-1-10 0,0 1-4 0,0 0-8 0,0-4-9 15,0 0-12-15,0 0-30 0,0 0-8 16,0-4-20-16,0 0-22 0,0 1-20 16,0-1-19-16,0-3-26 0,0 0-11 0,0-1-8 15,0-2-4-15,0-2-4 0,0 1-10 0,0-3 3 0,0 3-1 0,0-4-5 16,0 5-4 0,0-2 0-16,0 1 5 0,0 0 0 0,0 4-1 15,0 0 2-15,0-1 6 0,0 1 0 0,0-1 0 16,0 4-1-16,0 2-1 0,0-3 2 0,0 5-8 15,0 0 0-15,0 0 0 0,0 5 5 0,0 1 11 0,0 2 14 0,0 3 32 16,0 3 23-16,0 5 20 0,6 2 20 0,-6 6 10 16,7 5 1-1,-7-2-8-15,6 7-10 0,-6 0-13 0,6-1-18 16,1 3-14-16,-7-1-16 0,7-5-16 0,-1 0-12 16,-6-4-11-16,6-3-5 0,2-5-8 15,-8-3-3-15,6 1-3 0,-6-4-3 0,6-5-1 16,-6 2-9-16,7-9-23 0,-7 1-40 0,0-4-62 15,6 0-87-15,-6-4-91 0,7 1-99 0,-1-1-84 0,-6 0-66 0,7-3-39 0,-7 2 2 32,6-1 15-32,0 3 17 0,2-1 4 0,-8 4 9 0,0 0 49 0,0 0 58 0,12 4 64 15</inkml:trace>
  <inkml:trace contextRef="#ctx0" brushRef="#br3" timeOffset="158863.19">27177 12726 208 0,'8'4'423'0,"-2"-4"80"0,-6 8 67 0,6-5-34 0,1 4-58 0,-7 4-48 0,0 5-51 16,0-7-49-16,0 11-62 0,-7-6-69 16,1 4-64-16,6 1-59 0,-6 2-36 0,-2-1-27 15,2 1-13-15,6 1-33 0,-6 0-52 0,0-3-64 16,-2-2-90-16,2 2-92 0,0-5-92 0,-1 2-102 15,1-7-85-15,-1-1 1 0,7 1 47 0,0-9 70 16,0 0 87-16</inkml:trace>
  <inkml:trace contextRef="#ctx0" brushRef="#br3" timeOffset="161280.95">27953 12019 322 0,'7'-18'455'0,"-1"4"72"16,0 3 45-16,-6-1-58 0,7 5-56 0,0 4-42 15,-1 3-19-15,0 3-19 0,2 4-9 16,4 8-19-16,-5 3-34 0,6 4-35 0,0 7-37 16,-1 5-20-16,2 2-18 0,-1 6-17 0,-6 1-8 15,-1 4-4-15,1 4-7 0,-7-4-19 0,0 6-24 16,-7-2-26-1,1 1-25-15,-8-6-24 0,2 2-21 0,-8 0-12 0,0-8-15 0,1 0-12 16,-7-3-40-16,6-4-87 16,-6-8-142-16,0 1-176 0,7-4-173 15,-1-3-164-15,1-4-195 0,-7-1-38 0,6-6 76 16,7 3 141-16,-7-8 157 0,8 4 167 0</inkml:trace>
  <inkml:trace contextRef="#ctx0" brushRef="#br3" timeOffset="182429.25">27347 12264 45 0,'0'-6'350'0,"0"-2"52"0,0 1 44 0,0-1-17 0,0 1-87 15,0 4-66-15,0-1-44 0,0 1-27 16,0-1-29-16,0 4-30 15,0 0-33-15,0 0-29 0,0 0-28 0,0 0-20 0,0 0-13 0,0 0-1 16,7 4 0-16,-7 3 11 0,6-4 14 0,-6 8 14 16,7 0 12-16,-1 1 10 0,-6 6 3 0,7-4-2 15,-1 4-12 1,-6 1-12-16,6-2-15 0,2 6-12 0,-8-4-8 0,6-5-7 0,-6 4-4 16,0-2-7-1,6-6-2-15,-6 2-2 0,7-5-2 0,-7 1-4 16,0-6 0-16,6 2 3 0,-6-4 5 0,7 0-1 0,-7 0 3 0,6-6 1 15,1 1 4-15,-1-2-5 16,1 4-2-16,0-5-2 0,-1 0 0 16,0 5-4-16,1-5-3 0,6 5 2 0,-7-5-1 15,1 5 2-15,6-1 1 0,-6 4 0 0,-1 0 4 0,-6 0 0 0,6 4-3 16,2-1 4-16,-2 5 4 0,-6 0 10 0,0 2 9 16,6 2 10-16,-6-2 12 0,-6 5 7 0,6 0 5 15,0-1-1-15,-6 5-8 0,-2-5-10 0,2 1-11 31,6-1-9-31,-13 1-9 0,6-1-6 0,1 2-2 16,-1-3-6-16,1-1 0 0,0-1 0 0,-1-4-3 16,0 0-9-16,1-3-32 0,6 0-42 0,0-4-62 0,-6 0-77 0,6 0-84 0,-7-4-75 15,7 0-75 1,0 4-114-16,-7-10-31 0,7-1 25 16,-6 0 57-16,6-7 70 0</inkml:trace>
  <inkml:trace contextRef="#ctx0" brushRef="#br3" timeOffset="182675.45">27438 12189 61 0,'0'-4'455'0,"0"-1"97"0,0-2 90 0,0 7 65 31,-6-3-95-31,6-1-109 0,0 4-96 0,0 0-84 15,6-4-73-15,1 4-64 0,-1-7-50 0,8 0-35 16,-2 0-24-16,8-1-17 0,-1-3-17 16,1 3-19-16,0-2-14 0,-1 3-10 0,1-1-28 15,-8 4-64-15,8-3-96 0,-6 4-120 0,-8-1-124 16,0 1-149-16,-6 3-142 0,0 0-21 16,0 0 50-16,0 0 95 0,0 0 109 0</inkml:trace>
  <inkml:trace contextRef="#ctx0" brushRef="#br2" timeOffset="194382.31">24173 11818 21 0,'8'-21'291'0,"-8"2"31"0,6-3 28 0,-6 3-44 15,0 1-81-15,0 0-46 0,6 3-29 0,-6 5-16 16,0-2-11-16,0 1-10 0,0 4-14 16,0 3-14-16,0 1-14 0,0-1-10 0,0 8-12 0,-6 7-15 15,6 3-10-15,0 8 8 0,0 7 15 16,0 12 9-16,-6 3 11 0,6 7 18 0,0 4 11 16,0 11-10-16,0 1-11 0,0 1-8 0,0 10-16 15,0-5-18-15,0 4-12 0,0-4-6 16,0-4-10-16,6-3-8 15,0-7-18-15,1-7-39 0,-7-6-54 0,6-8-69 16,1-5-69-16,0-12-114 0,-7-2-109 16,0-19-29-16,0 0 19 0,0 0 49 0,6-19 60 15</inkml:trace>
  <inkml:trace contextRef="#ctx0" brushRef="#br2" timeOffset="195534.48">24187 11745 226 0,'0'-15'326'16,"0"-3"20"-16,0 3-11 0,6 0-101 0,-6 5-79 15,0-1-47 1,7 0-25-16,-1 0-17 0,1 0-7 0,6 0-9 0,1 3-8 0,-2 0-4 0,1 1-6 16,7 0-4-16,-8 4-5 0,8-5-1 15,0 4-2 1,-1 4 0-16,1-3-3 0,6 3 0 0,-6-4-1 15,5 4-5-15,1 0-4 0,1 0 1 0,-1 0 15 16,0 0 11-16,6-3 3 0,1-1 5 16,-1 1 4-16,1-5-3 0,6 1-16 0,1-1-8 15,-2-3-2-15,1 4-4 0,1 0-5 0,-1-4 0 16,0 4 0-16,-7-4-2 0,7 4-6 0,1-1 1 16,-1 0 0-16,-7 4-1 0,1-3 0 15,-1 5-1-15,-6-4 3 0,7 4-2 0,-7-2 0 16,0 4 2-16,0-4-2 0,7 4 0 0,-7 0 0 15,0 0-1-15,0 0 0 0,0 0-4 16,0 0 2-16,-6 0 0 0,6 0 11 0,-1 0 9 16,-5-4 3-16,6 4 7 0,1 0-1 0,-1-3 1 15,0 3-11-15,-1 0-8 0,1 0-6 0,1 0-1 16,-7 0-1-16,6 0-2 0,0-4 2 16,-1 4 2-16,1 0 3 0,1 0-3 0,5 0 1 15,-6-4 1-15,0 4 0 0,1 0-2 0,-1 0 2 16,-1-4 1-16,1 4-1 0,1 0 2 15,-8-2 0-15,8 2-3 0,-1 0 0 0,-1 0 0 16,1 0-1-16,-6 0-1 0,6 2 3 0,-7-2 3 16,7 4-4-16,-6 0 0 0,0 0 1 0,-1-1-1 15,7-3-3-15,-6 4 0 0,-1 0 0 16,1-4 2-16,0 0-1 0,-1 0 1 0,7 0 1 0,-6 0-1 16,-1 0 0-16,7 0 0 0,0 0-1 0,-6 4 0 0,-1-4-1 0,7 2 0 15,-6 4 1 1,6-4 0-16,-7 5 0 0,8-3-1 0,-8 4 1 0,1-8-1 0,6 4-1 15,-7 0 1-15,1-2 0 0,-1 3-2 0,1 2 2 16,6-3-1 0,-6-4 3-16,-1 0-2 0,7 0 1 15,-6-4 0-15,5-1-1 0,2 5 0 0,-1-2 0 16,0 2 1-16,0-5-1 0,-6 5 0 0,5 0 0 0,2 5 2 0,-1-3-3 0,0-2-1 16,-6 5 0-1,6-5 0-15,-1 0-5 0,2 0 3 0,-1 0 4 16,0-5 0-16,0 5 1 0,7-2-1 15,-7 2 3-15,6 0-3 0,1 0-4 0,-1 0-3 16,1-5-1-16,-7 3-1 0,7-2 3 0,-1 0-1 16,1 4 4-16,-1 0 3 0,-6 0 4 0,7 0 2 15,-7 0 0-15,0 4 0 0,0 0 0 16,7-4 1-16,-7 0-3 0,7 0 3 0,-7 0-1 16,-1-4 1-16,1 0 0 0,1 4-3 0,-8-4 1 0,8 0-1 0,-8 0 0 0,0 1-2 31,1-1-1-31,-1 2-6 0,1 2 1 0,0 0 0 15,-7 0 2-15,-1 0 8 0,2 2 6 0,-8 2 14 16,7-4 6-16,-6 3 9 0,-1 1 5 0,7 4 4 0,-6 0 4 0,-7-1 2 0,7 0 2 16,-1 4 2-16,-6 0-4 0,6 3-5 0,0-3-5 31,2 4-4-31,-2 3-2 0,0-3-5 0,1 3-3 16,-1 5 0-16,1-5-3 0,0 4 0 0,-1-4-5 15,0 0 6-15,8 4 5 0,-8-4 5 0,0 4 7 0,1 1 3 0,0-2 2 0,-1 2-29 31,-6 2 7-31,7-4 0 0,-1 2 0 0,0 3 0 16,2 0-3-16,-8 3 29 0,6 0-5 16,0 5-3-16,-6-2-3 0,6 1-10 0,2 0-2 15,-8 0-5-15,6-5-9 0,0 7-5 0,-6-6-4 16,7 3 14-16,-1 1 3 0,-6 0-2 0,7 0 8 16,-7 4 4-16,0-4 1 0,0 4-6 15,0-1-3-15,0 1 1 0,0-5-8 0,0 2-12 16,0-2-7-16,0 2-5 0,0-5-4 0,0-4-2 0,0 0 1 0,0-2 4 0,0 0 0 0,0-6 4 31,0-5-12-31,0-2-29 0,0 1-47 16,0-3-56-16,0 0-60 0,0-8-74 0,0 3-58 15,0-3-46-15,0-3-55 0,0 3-94 0,-7-8-34 16,-6 0 22-16,7 1 43 0,-8 0 61 16</inkml:trace>
  <inkml:trace contextRef="#ctx0" brushRef="#br2" timeOffset="196165.57">24441 13089 278 0,'-6'-3'349'0,"-7"3"22"0,6-4-18 0,7 4-106 15,0-4-75-15,7 4-43 0,-1 0-20 0,13-3-3 16,7 3 6-16,7-3 11 0,13-2 3 16,6-7 2-16,13 6-8 0,13-9-11 0,7 0-19 15,6-3-25-15,7 0-22 0,6-4-21 0,0 3-10 16,14-2-9-16,5 3 0 0,1-1 1 0,6 4 2 15,1 1 3-15,6-1 1 16,0 5 4-16,-1-2-4 0,2 5-2 16,4 0-4-16,-4-1-4 0,5 4-3 0,-13 1-2 0,0 3 0 0,-6 0-2 15,0 3-1-15,-13 1 5 16,0 4 3-16,-14-1 0 0,1 0 1 0,-7-4 2 16,-12 6 3-16,-2-6 0 0,2 4-2 0,-14-3 0 15,0-1 1-15,-6-3 2 0,-1 0 1 0,-5 0-4 0,-1-3 0 16,-7-1 4-16,1 0-2 0,-7 4-3 0,0-3-1 15,0 0 2-15,-7 3-2 0,-5-4-14 0,5-1-7 16,-6 2-20-16,-6 0-34 0,6-5-43 0,-7 5-48 16,1-1-42-16,-7-4-63 0,7-2-65 15,-7 3-77-15,6-5-15 16,1 1 18-16,-1 0 36 0,1-4 62 0</inkml:trace>
  <inkml:trace contextRef="#ctx0" brushRef="#br2" timeOffset="196708.8">29328 12609 44 0,'-20'30'433'0,"7"-1"81"0,1-3 60 0,-8-5 34 0,7 2-105 0,6-9-95 16,1 1-74 0,-1-7-42-16,1-1-12 0,6-5-17 0,6-4-23 15,1-2-30-15,6-7-26 0,0-1-41 0,7-9-38 16,5-4-35-16,1-5-25 0,-6-3-21 0,6-8-14 15,0 5 5-15,1-4-6 0,-8 3-6 16,0-3-10-16,-6 3 1 0,1-3 3 0,-8 4-4 16,-6-2-4-16,0 1 6 0,0 6 13 0,-6-4-6 15,-2 3 6-15,-4 7-4 0,-1 2 2 16,0 9-3-16,-6 3-4 0,5 3 1 0,-6 8-1 16,1 8 4-16,6 3 6 0,-6 7-2 0,5 1 2 15,8 2 0-15,0 6-6 0,-1 2-2 0,7 0-1 16,7 4 4-16,5-3-5 0,2 2 3 0,-2-3 2 15,15-3 3-15,-8-1 2 0,8-3 2 16,-2-3 3-16,1-1 6 0,7 1 7 0,-13-5-1 16,6-3 2-16,-6 4 8 0,-1-5 11 0,0 2 12 15,-6 2 4-15,-7 1 4 0,2 3 3 0,-2 0-10 16,0 5-15-16,-6 2-16 0,-6 0-23 16,6 1-56-16,-6 3-115 0,-2 0-149 0,2 2-146 0,0-6-158 15,-1-3-203-15,1 0-66 0,-1-3 44 16,7-5 116-16,0 1 130 0,0-8 147 0</inkml:trace>
  <inkml:trace contextRef="#ctx0" brushRef="#br2" timeOffset="197515.44">30885 11697 59 0,'0'-11'431'0,"0"4"87"0,-6-4 74 0,-7 7 41 15,-1 1-87-15,2 3-86 16,-8 0-71-16,1 7-58 0,-1 1-59 0,0 2-59 16,-5 9-53-16,5 6-40 0,0 1-21 0,1 7-6 0,12 4 11 0,-6-1 14 0,7 5 15 31,6-1 7-31,0 0 1 0,6 4 6 0,14-7-2 0,-1 3-2 0,1-7-6 0,13-4-10 0,-1 1-20 31,7-5-18-31,1-3-23 0,-2-3-19 0,1-9-17 0,0 1-11 0,7-3-5 0,-13-1-8 0,-1-4-25 31,-6 1-49-31,1 1-86 0,-1-5-126 0,-7-5-144 16,-6 10-146-16,0-5-132 0,1 2-149 0,-8-2-36 0,0 0 58 0,-6 5 109 0,6 1 130 0,1 6 140 16</inkml:trace>
  <inkml:trace contextRef="#ctx0" brushRef="#br2" timeOffset="197766.3">30775 13423 164 0,'0'18'459'15,"-7"-4"86"-15,7-7 72 0,7 2 12 0,-7-9-77 16,12-9-71-16,2-1-52 0,12-5-41 0,-1-6-35 16,15-6-47-16,-1-5-52 0,6-1-51 0,8-8-55 15,5-3-39-15,-5 1-37 0,5-6-29 0,-6 6-21 16,6-6-13-16,-5-1-2 0,-1 6-27 0,-13 0-52 15,0 3-76-15,-7 5-86 0,2 7-90 0,-15 0-84 16,1 6-64-16,-8 5-20 0,-5 3 0 0,0 4-7 16,-1 5-35-16,-6 6-1 0,-6 0 36 15,-1 6 49-15,-6 9 62 0</inkml:trace>
  <inkml:trace contextRef="#ctx0" brushRef="#br2" timeOffset="197950.55">31243 13379 93 0,'0'14'450'0,"0"-3"100"0,0-3 92 16,7-8 53-16,0-8-60 0,-1 1-55 0,14-8-52 16,-1-3-51-16,1-3-62 0,6-2-73 0,7-6-78 15,-1-1-74-15,1-2-64 0,-1 2-51 0,1-3-29 16,-1 4-21-16,1 0-38 0,-7 3-81 0,0-1-130 16,-6 10-153-16,-7-2-163 0,-1 5-200 0,-4-1-146 15,-2 5-18-15,-6 2 79 0,0 8 129 16,0 0 147-16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6-04-24T05:49:23.920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717 1143 112 0,'-8'3'434'0,"2"-10"93"0,-7-1 92 0,-6-2 46 0,-1-5-66 0,7 11-44 0,7 1-40 0,6 3-37 0,0 3-46 15,-7-3-47-15,7 0-47 0,-7-3-50 16,1-1-41-16,6 0-43 0,0 1-41 0,-6-5-41 31,6 1-39-31,0 0-30 0,6 0-25 0,-6-1-13 16,0 1-7-16,6 0-4 0,1 0-1 16,-7-1-5-16,7 1 0 0,5-1 0 0,2 4 1 15,-1-3-4-15,-7 4-3 0,14-1 2 16,-8 4-1-16,2-4 2 0,-1 8 0 0,0-4 4 15,0 7 5-15,-7-2-2 0,1 4 1 16,0 3 5-16,-7 3 0 0,6-1 0 0,-12 4-1 16,6 4 2-16,-7 4-3 0,0 0-3 15,1 3-5-15,-7 0-1 0,6-4-1 16,1 5-1-16,-1-7 2 0,1 2 2 0,0-7 2 16,6 4 0-16,0-7-4 0,0-1 2 15,0-2-3-15,6-2 0 0,-6-3 3 0,13-3-1 16,-7-4-4-16,1 0-23 0,6 0-40 15,0-4-67-15,0-6-105 0,0-1-132 0,0 0-127 16,0 0-112-16,7 4-82 0,6 2-110 16,-14-1-27-16,2-2 61 0,-1-3 98 0,-1-1 114 15,2-2 112-15</inkml:trace>
  <inkml:trace contextRef="#ctx0" brushRef="#br0" timeOffset="317.44">977 1131 330 0,'-7'-7'375'0,"1"0"33"0,0 0-18 0,6-1-110 0,-8 1-90 16,8 0-63-16,0-1-44 0,8 1-33 0,-8 0-22 16,6 0-13-16,7-1-8 0,0 1-2 0,0 0-3 0,-7 0 3 0,8-1-3 31,-2 4 8-31,-5 1 10 0,6 3 19 0,-6-5 23 15,-1 5 30-15,-6 5 39 0,0-2 32 16,0 1 26-16,-6 6 17 0,-1 5 11 0,1 4-18 16,-1 6-24-16,0 1-34 0,1 3-36 15,0 1-33-15,-8 3-33 0,14 3-17 0,-6-2-16 16,6-5-11-16,-6 0-25 0,6 0-52 16,6-3-70-16,0-1-76 0,8 1-89 0,-2-4-104 15,-5-3-140-15,6-9-35 0,-6-6 21 16,-1-8 56-16,0-10 76 0</inkml:trace>
  <inkml:trace contextRef="#ctx0" brushRef="#br0" timeOffset="518.42">990 1242 402 0,'-13'-4'513'0,"0"-8"84"15,-1 6 70-15,2-5-108 0,6 3-117 16,-2-4-106-16,2 6-89 0,0-1-80 15,6 3-73-15,6-4-40 0,0 4-26 16,8-3-14-16,-8 5-4 0,8-3-3 0,-2 2-14 16,8 3-52-16,-1 0-84 0,7 3-96 0,-6 9-98 15,7-6-143-15,-2 6-122 0,-12-5-23 16,7-3 43-16,-7-4 75 0,-1-7 86 16</inkml:trace>
  <inkml:trace contextRef="#ctx0" brushRef="#br0" timeOffset="1170.65">1198 802 24 0,'-6'-7'312'0,"-7"-8"46"0,7 4 43 15,-8-7-54-15,-5-1-84 0,6 2-51 0,-7-2-17 16,1 0-15-16,5 5-6 0,2-4 26 16,-8 3 13-16,7 0 2 0,0 3-8 0,0 3 2 15,0-3-7-15,-7 4-21 0,8 6-12 0,-8-3-16 16,0 5-28-16,-6 5-27 0,7-3-23 16,-7 6 2-16,-1-4-9 15,-5 11-5-15,-1 7 60 0,1 3 38 0,-1 8 29 0,1-7 0 16,-1-1-1-16,7-2-3 0,-6 2-53 15,6-3-35-15,-7 0-35 0,7 0-20 16,0 4-6-16,-1-1-8 0,1 4-12 0,7 4-10 0,-1 1-3 16,0-1 0-16,8 3-10 0,6 4-1 15,-2 4 4-15,8 4-3 0,0-4 6 16,0 7 4-16,8 1-2 16,4-1 1-16,-6 0 2 0,14 4 3 0,0-3 2 15,-1-1-3-15,7-4 21 0,1 1 16 0,-8-4 11 0,8-4 5 16,5-3 0-16,-7-4 5 0,9 0-14 15,-2-7-12-15,1-5-9 16,6 1-1-16,0-7-2 0,0-4-2 0,0-4-3 16,0-4-6-16,7-6 1 0,-1 0-7 15,1-8-3-15,-1-1 0 0,2-2 0 0,-9-4 3 16,7-4-3-16,-5-4 5 0,-1-7-4 0,-6 0-5 0,-1-3-1 16,1-5-2-16,-1-7 0 0,-6 4-4 0,0-6 4 15,-6 2 3-15,-7-4 0 0,7 6-3 16,-14-7 2-16,1 5-3 15,-7 2 0-15,0-3 0 0,0 6-1 16,-7-2 2-16,1 9 0 0,-8-4 0 0,2 3-2 0,-2 4-5 0,1 4-19 16,-6 4-37-16,0 2-49 0,-1 8-74 15,0-6-99 1,1 6-117-16,-7-3-119 0,6 11-104 0,-6 7-119 16,7 3-95-16,-1 1 8 0,0 0 76 15,1 2 111-15,-1 2 126 0</inkml:trace>
  <inkml:trace contextRef="#ctx0" brushRef="#br1" timeOffset="9700.44">2294 3098 251 0,'0'0'353'0,"0"5"37"0,0-5-5 0,-8 3-72 0,8-3-73 15,0 0-44-15,0 0-35 0,0 0-24 0,-6 0-25 16,6-3-24-16,0 3-26 0,0 0-20 0,0 0-13 16,0 0-13-16,0 0-5 0,0 0 5 0,0 0-9 15,6 0-2-15,-6 0 1 0,8 0-2 0,-8 3 9 16,6-3-2 0,-6 0 9-16,6 0 5 0,0-3 1 0,1 3 0 0,0-5-7 0,-1 3-7 0,1 2-3 15,5-8-1-15,-4 4-1 0,-2 1 1 0,6-1-1 16,-4 4-1-1,4-4 0-15,1 4-1 0,1-4-3 0,-2 4-2 16,2-2 1-16,-2 2 0 0,2-5-1 0,-1 5 0 16,-1-3 0-16,8 3 4 0,-7-4 8 0,0 4-4 0,0-3-2 0,1 3 0 0,4 0-3 15,-4 0-2 1,5-4-10-16,-5 4 2 0,5 0 4 0,-6-4-1 0,0 4 4 0,7 0-1 0,-8 0 0 16,2 0-2-1,-2 0 3-15,2 0 0 0,-1 0 0 0,0-4 1 0,0 4-2 16,-7 0 3-16,8 0-2 15,-2 0 1-15,2 4-1 0,-2-4 0 0,8 0 1 0,-7 0 0 0,1 0 0 16,5 0 0-16,-6 0-1 16,0 0 0-16,7-4 2 0,-8 1 0 0,8 3-2 15,-1-4-1-15,-5 1-1 0,5-2 1 0,0 1 0 16,-5 4-2-16,-1-2 1 0,7 2 5 0,-8 0 0 16,1-4-4-16,7 4 0 0,-7-3-1 15,6 3 1-15,-5 0-3 0,-2 0 2 0,1 0 2 16,1 0 0-16,-2 0 3 0,8 0 0 0,-7 3-3 15,0-3-1-15,0 4 1 0,0-4-1 0,0 0-2 16,7 2 3-16,-7-2 0 0,0 0 0 0,0 0 0 16,-1 0 0-16,2 4 0 0,6-4 0 0,-7 0 0 0,-1 5 3 0,8-5-3 0,-7 3 0 15,7-3 0 1,-7 4-3-16,6-1-1 0,1-3-4 0,-7 4 5 16,6-4 10-16,1 0-7 0,-1 4 2 0,-5-4-1 0,5 4 1 0,1-4-4 0,0 0-8 15,-2 0 5-15,2 0 0 0,-1 0 0 0,7 0 1 31,-6 0 5-31,0 0-2 0,5-4 1 0,2 4 0 16,-7 0-1-16,6 0 0 0,-6-4-1 0,5 4 1 16,-5 0 1-16,6-4 1 0,0 4 0 0,-7 0-1 15,7-3 1-15,1 3 1 0,-8-4-1 0,8 4 1 16,-2-3 0-16,1 3 0 0,0-5 1 16,0 5 3-16,1-4-3 0,-1 4-3 0,-7 0 1 15,7-2 4-15,-6 2 0 0,6 0-4 0,0-4 2 16,-7 4 5-16,7 0-2 0,-6 0-3 0,-1 0 1 15,7-3 0-15,-6 3-4 0,7 0 0 16,-9 0 1-16,2-5 1 0,7 5-1 0,-8 0-1 16,7 0 1-16,-6-3 0 0,6 3 0 0,0-4 4 15,0 4 3-15,-1 0 2 0,2-4 2 16,-1 0 1-16,0 1-1 0,0 3-3 0,0-4-2 0,-7 4-2 0,8 0-2 0,-1-3 0 0,-6-2-1 31,-1 5-2-31,0 0 1 0,1-2 2 0,-1 2-1 16,7 0-2-16,-6-4 0 0,7 4 0 15,-9-4 1-15,2 4 1 0,0-4 1 0,-1 1-3 16,1-5-4-16,0 8 4 0,-1-6-3 0,1 1-3 16,0 5 5-16,-1-3 19 0,1-1 11 0,-2 4 7 15,2-3 3-15,0-1 3 0,-1 4-7 16,-5-4-16-16,5 4-9 0,-6 0 17 0,7-4 20 16,-1 4 12-16,1-3 6 0,-7 3 4 0,6 0 3 15,1-4 3-15,-7 4-6 0,7-3-1 16,-1 3-2-16,-6-4 1 0,0-1-2 0,7 3-24 15,-8-2-18-15,-5 4-9 0,6 0-4 0,0 0-4 16,-7 0-1-16,8-4-2 0,-8 1-1 16,1 3-1-16,6 0-2 0,0 0-3 0,0 0-3 15,-6 0 2-15,-1 0 1 0,0 0-1 0,-6 0 1 16,7 0 4-16,0 0 3 0,5 0-3 0,-5 0-7 16,6 0-28-16,-6 3-43 0,-1-3-49 0,0 4-68 15,-6-4-74-15,0 0-84 0,0 4-94 0,0-4-96 16,-12 2-25-16,-1 3 25 0,-7 2 57 15,7-3 77-15</inkml:trace>
  <inkml:trace contextRef="#ctx0" brushRef="#br1" timeOffset="11490.26">2377 4678 226 0,'-6'0'334'0,"6"0"30"0,-6 4-25 0,6-4-61 0,-6 0-63 0,6 0-40 0,-8-4-34 0,8 4-17 0,0 0-17 16,0 0-19-16,0 0-19 0,0 0-18 0,0 0-12 15,0 0-5 1,8 0 2-16,-8 0 2 0,6 0 5 0,-6 0 5 0,6 0 12 0,-6 0-1 0,14 0-3 16,-2 0-2-16,1 0-3 0,1 0-3 0,-2 0-15 15,8 0-3-15,-7 0-6 0,7-4-10 0,0 4-5 16,5 0-2 0,-5-7-3-16,0 7-3 0,6-4 2 0,-7 0-1 0,7 4 0 0,0 0-1 0,-6 0 2 15,5 0 0 1,-5 0-1-16,6-2 1 0,0 2-2 0,1 0 3 15,-1-5-1-15,-7 5-1 0,7 0-2 0,0-3 0 16,0 3 0-16,1-4-2 0,-8 4 1 0,7 0 0 16,-6-3 1-16,6 3 0 0,-7 0 1 0,7-4-1 0,-6 4-1 0,6 0 1 15,-7-4 0-15,7 4-1 16,-6 0 13-16,-1-4 18 0,7 4 12 16,0-3 9-16,1 3 0 0,-1-4 5 0,0 4-12 15,0-4-23-15,-7 4-7 0,7-3-8 0,-6 0-1 16,6-1-5-16,-7 4-2 0,8-5 5 0,-1 2-4 0,0 3-3 0,-7-3 2 15,7-2 3-15,-6 5 2 0,6-3-5 0,0 3 0 16,1 0 4-16,-9 0-4 0,2 0 0 16,7 0-2-16,-9 3 2 15,2 2 2-15,0-5-2 0,-1 0 3 0,1 3 2 0,0-3 1 0,-1 3 1 0,1-3-5 16,-8 5 3 0,8-5-5-16,0 0 2 0,-7 0-3 0,7 0 1 15,-1-5 5-15,1 5 2 0,-1-3-1 0,0 3-2 16,1-3 4-16,-1 3-3 0,1 0-4 0,0-5-1 0,-1 5 8 0,1 0 1 15,0 0-7 1,-1 0 3-16,0 0 4 0,1-3 0 0,-1 3-6 0,-5 0-1 0,5-4 5 0,1 4-2 16,0 0 2-1,-1 4-2-15,0-4 1 0,1 0-2 0,-1 0 3 16,1-4-1-16,0 4-4 0,-1 0 0 16,1 0 2-16,-1 0 2 0,1-4-6 0,6 4 2 15,-6 0 4-15,-1-3-3 0,1 3-4 0,6 0-12 16,-7-4 13-16,1 4 4 0,6 0-4 0,-6 0 1 0,-1 0 5 0,0 0 10 0,0 0-13 31,8 0-1-31,-7 0 0 0,-1 0-1 16,0 0 0-16,1-3 1 0,0 3 3 0,-1-5-2 0,1 5-1 0,-1 0 1 0,1-2 2 0,0-2-1 31,-1 0-2-31,0 4-1 0,1-4 2 0,-1 4 2 16,-5 0-5-16,5 0 1 0,-6 0 3 0,6 0-3 15,1 0-6-15,0 0 4 0,-1-3 3 16,1 3-4-16,0 0-2 0,-1-4 6 0,1 0 2 15,-8 4-6-15,8-4-2 0,0 4 5 0,-1-2 1 16,-5 2-1-16,4-5 0 0,-4 5 1 0,-1-3 0 16,7 3-3-16,-8 0-3 0,8 0 1 0,-7 0 4 0,7 0-2 0,-1 0 0 0,-6 0 5 31,7 0 1-31,-7 0-1 0,0 0-2 0,6 0 3 16,-5 0-1-16,-2 0-2 0,-5 0 0 0,12 0-1 15,-12 0 0-15,6 0-1 0,0 0-3 16,1 3 8-16,-2-3 8 0,-6 0 3 0,8 5 2 15,-1-5 3-15,-1 2 7 0,-4-2-9 0,4 4-7 16,-5 0-2-16,6-4 14 0,0 4 10 0,0-4 3 16,0 3 3-16,0-3-1 0,0 0 0 0,0 0-14 0,0 0-8 15,-6 0 11-15,5 0-15 16,-4 0-3-16,-2 0-5 0,6 0 1 0,-5 0-5 16,0-3-20-16,-7 3 10 0,6 0 5 15,-12 0 8-15,12 0-3 0,-6 0-12 0,0 0-22 16,7 0-31-16,-7 0-33 0,0 0-45 0,0 3-29 15,6-3-17-15,-6 0-7 0,0 4 4 16,7-8 0-16,-7 4 3 0,0 0-3 0,0 0-11 16,0 0-46-16,0 0-87 0,0 0-35 0,0 0 1 15,-7-7 18-15,-6 3 29 0</inkml:trace>
  <inkml:trace contextRef="#ctx0" brushRef="#br1" timeOffset="12978.86">2254 3092 163 0,'0'0'285'0,"6"-4"21"0,-6 4-39 0,0 0-55 0,0-4-63 16,0 4-43 0,0 0-24-16,0 0-17 0,0 0-10 0,0 0-5 15,0 0-9-15,0 0-7 0,-6 0-4 0,6 0-1 0,0 0 2 0,0 0 4 0,0 0 9 16,0 0 7-16,0 0 7 0,0 0 6 0,0 0 2 15,0 0 7 1,0-3-2-16,0 3-2 0,0 0 0 0,0 0-9 0,0 0-5 0,0 0-13 0,0 0-8 16,0 0-8-1,0 0-10-15,0 0-5 0,0 0-3 0,0 0-6 0,0 3-1 0,-7-3-2 0,7 0 2 16,0 0-1-16,0 0 0 0,0 0 2 0,0 0-1 16,0 0 2-1,0 0-2-15,0 0 0 0,-6 0-1 0,6 0-1 0,0 4 0 0,0-4-2 16,0 0 3-16,-6 4 0 0,6-4-2 15,0 0 0-15,0 4 1 16,0-2 2-16,-7-2-4 0,7 5 4 0,0 2 2 16,-7-7 3-16,7 7-3 0,0 1 0 0,-6-5 0 15,6 4-1-15,-6 4-1 0,6-3-2 0,-7 0 3 0,7 1-2 16,-7 0 1-16,7 5-3 0,-6-3 3 16,6 1-1-16,-7-2-3 0,7 1 1 0,-6 0-2 15,6 0 3-15,0 1-3 0,-7-2 4 0,1 0 6 16,6 2-5-16,-7 3 0 0,7-4-1 0,-6 0 2 15,6 3-2-15,-6-2-1 0,-2 2 1 0,2 1 0 16,6-1-1-16,-6 1-1 0,-1-4 0 0,7 4-1 16,-6 0 0-16,-1-5 3 0,1 5 1 15,6-1-1-15,-7 1 0 0,1 4-1 0,6-8-2 16,0-1 2-16,-7 5-1 0,0-3 0 0,7-2 0 16,-6 2 4-16,6-3 1 0,-6 3-2 0,6-1-2 15,-7 0 3-15,7 4-1 0,-7-4-1 0,7 3 1 16,-6-3 0-16,6 4 0 0,-6-3-3 0,6 1 0 15,0-1 2-15,0-1-5 0,-7-3 1 0,7 2 1 16,0-3 1-16,0 4 2 0,0 4-1 0,-6-1 3 16,6 1-1-16,0-1-2 0,0 6 1 15,-7-5 0-15,7-1 0 0,0 4-1 0,0-3 1 16,0-1 2-16,0 1-3 0,0-1-1 0,0 1 2 16,0 1 0-16,0-2 0 0,0 1 2 0,7-1-1 15,-7-3 2-15,0 4-3 0,6 0 2 0,-6-1 4 16,7 1 8-16,-7-1 10 0,0 5 6 0,6-6 4 15,0 7-3-15,-6-6-4 0,7 4-6 0,0-3-12 16,-1 3-6-16,0 1-7 0,1-2 5 16,0 3 4-16,-1-3-3 0,1 2 4 0,6 0 1 0,-7-5 4 15,1 1-4-15,5 2-10 0,2-2 0 16,-8-1 2-16,7 3 5 0,-6-3-1 0,6 1-2 16,0-5 12-16,-6 5-2 0,5-4-5 0,2-1-5 15,-2 2-1-15,8-1 0 0,-13 0-3 0,5-1 0 0,2-2 2 0,-2 0-8 0,2-5-19 16,-1 0-35-16,-1 2-49 0,-4-1-62 0,-2-4-93 15,-6 0-141 1,0 0-57-16,0 0-5 0,0 0 27 0,0 0 51 16</inkml:trace>
  <inkml:trace contextRef="#ctx0" brushRef="#br1" timeOffset="13747.63">2332 3019 180 0,'0'0'300'0,"0"0"31"0,0 0-25 0,0 0-51 0,-6 0-56 0,6 0-33 15,0 0-18-15,0 0-12 0,0 0-10 0,0 0-11 16,0 0-13-16,0 0-10 0,0 2-12 0,0-2-9 16,0 0-4-16,0 0-2 0,0 4-2 0,0 1-2 15,0-2-7-15,0 1-4 16,6 3-11-16,-6 1-9 0,0-1-8 0,7 1-7 0,-7 2-4 15,6 1-1-15,0-1 1 0,-6 2 2 0,8 3-2 0,-2-5-4 16,0 6 4-16,-6 2-3 0,14 1-4 0,-8-5-1 16,0 3 0-16,1 6-1 0,-1-2-1 0,8 2 0 15,-8 0-4-15,0-2 1 0,8 1 2 0,-2 3 1 16,-5 1-5-16,6 1 3 16,-6-2 7-16,5-4 0 0,-4 5-2 0,4-4 0 15,-6 0 4-15,1 0-1 0,6-1-4 0,-6 2-6 16,6 3 1-16,-6-4-1 0,-1-1 2 0,0 1-1 15,0 0 2-15,2 0 3 0,-2 5 0 0,-6-6-4 16,6 5-7-16,1-1 3 0,-7-3 1 0,0 5 1 16,6 2 1-16,-6-4 3 0,0 0 7 0,7 1-3 15,-7-1-3-15,0 2-1 0,0-5-1 0,0 4-2 16,0-1-1-16,-7 4-2 0,7 0 8 0,-6 1-2 0,6-1-2 16,-7 4 0-16,1-4 1 0,0 4 0 15,-2-3-6-15,8-5 3 0,-6 4 1 0,0-7 4 16,0 4-5-16,-1 0 0 0,7-4-1 0,-7-1 2 0,1-2 0 15,6-1-3-15,0-3-9 0,0-4-31 0,-7 1-42 16,7-6-53-16,-6 2-64 16,-1-5-91-16,7-3-131 0,0 0-45 0,0 0 0 15,-7-3 32-15,1-5 52 0</inkml:trace>
  <inkml:trace contextRef="#ctx0" brushRef="#br1" timeOffset="14835.06">5681 3000 165 0,'7'0'240'0,"0"-4"-8"0,-7 0-21 0,6 1-24 0,-6-1-27 0,6 1-35 0,-6-2-26 16,0 3-15-16,7-2-3 15,-7 0 0-15,6 0 4 0,-6 1-4 0,0-1 12 16,0 0-9-16,0 4-11 0,7-4-9 16,-7 2-7-16,0 2-6 0,0 0-17 0,0-5 6 15,7 5 3-15,-7 0 6 0,0-3 7 0,0 3 9 16,0 0 11-16,0 0 10 0,-7 0 9 16,7 0 7-16,0 0 2 0,0 0-6 0,0 3-10 15,-7-3-9-15,7 5-11 0,-6 1-11 0,-1 2-10 16,7-1-7-16,-12 3-6 0,5 2-8 0,0-1-9 15,1 4-6-15,0 0-2 0,-8-1-3 0,8 4-1 16,-7-3-2-16,6 4 1 0,-6 2 2 0,7-3-5 16,-8 4-1-16,8 1 0 0,0-1 0 15,-7 0 1-15,6 3-1 0,1 1 0 0,-1 0 2 16,1 3-1-16,-1 0 0 0,0 4-2 0,7 0-2 16,-6-3 0-16,6 3 3 0,-6-4 0 15,-1 4 0-15,7-1-1 0,0 2 1 0,-7-1-1 16,7-1-1-16,0 1-3 0,0 0 1 0,0 4 2 15,0-4 1-15,0 0-1 0,0 0 0 16,7 4-1-16,-7-4-3 0,7 3 0 0,-1 0-2 16,0 2 1-16,1-6-3 0,6 5 1 0,-6-3 2 15,-1-5 1-15,7 3 1 0,-6-2 3 16,-1-1 4-16,8-4 0 0,-8 1-1 0,0-4 0 16,1 0-2-16,6-3-3 0,-7 2-12 0,1-2-18 15,-1-1-23-15,1 1-32 0,0-4-31 0,-1-1-34 16,0 1-34-16,-6-5-30 0,7-3-35 0,-7 5-70 15,0-12-85-15,0 0-26 0,0 0 11 16,0 0 31-16,0 0 50 0</inkml:trace>
  <inkml:trace contextRef="#ctx0" brushRef="#br1" timeOffset="15571.49">5845 2919 264 0,'0'0'340'0,"0"0"44"0,0 0-19 0,0 0-68 0,0 0-65 0,0-3-52 0,0 3-32 0,0 0-40 16,0 3-33-16,0 1-25 0,6-4-22 15,0 0-14-15,-6 0-7 0,0 4-3 0,7-4 0 16,-1 4 7-16,-6-1 12 0,7 1 8 0,0-1 4 16,-1 4 7-16,0 1 8 0,8-1 0 15,-8 1-6-15,7 3-3 16,-6-1-3-16,6 2-4 0,-7 3-5 0,8-4-2 0,-8 3-1 15,6 1-4-15,-5-1 1 0,6 5 2 16,-6-1-3-16,6 0-5 0,-6 8-2 0,5 0 1 16,-6-1 4-16,8 1 0 0,-8 3 0 15,1 0 1-15,6 1 0 0,-6 3 5 0,-1 3 0 16,7 1 2-16,-6 4 2 0,-1-2-1 0,0 6 0 16,1-2-8-16,0-2-12 0,-1 3-5 0,1 0-4 15,-1 0-5-15,0 0-6 0,-6-4 2 16,7 5 4-16,-7-6 2 0,0 1 1 0,0 2 1 15,0 1 2-15,0-2-1 0,-7-2-3 16,1 2-2-16,0 0 3 0,-1-2-1 0,1-3-11 16,-8 1 8-16,2-3 2 0,-2-1-4 0,2-1-7 0,-8-6-15 0,1-1-11 15,-1-6-29 1,-6 0-30-16,-1-2-29 0,9-2-30 0,-9-3-30 0,7 2-35 16,-6-7-74-16,7 5-97 0,-7-6-34 0,6 3 3 15,0 1 26-15,8 1 48 0</inkml:trace>
  <inkml:trace contextRef="#ctx0" brushRef="#br1" timeOffset="18071.64">2286 3062 106 0,'0'-3'270'0,"0"3"14"0,0-4-19 0,0 1-41 0,0-1-36 0,0 4-48 16,0-4-29-16,0 4-19 0,0 0-10 15,0-4-7-15,0 4-14 0,0 0 2 0,0-3 0 16,-6 3-1-16,6 0 6 0,0 0 5 0,-6 0 4 16,6-4-2-16,0 4-1 0,-7 0-1 0,7-3-4 15,0 3-1-15,-7-5-1 0,1 5-1 0,6-4 0 16,-7 4-1-16,1 0-2 0,6 0-6 0,-6 0-1 15,-1 0-1-15,0 0-2 0,1 0-4 0,0-2-2 16,-1 2-2-16,0 0-6 0,1-4-5 0,-1 4 0 16,1 0 3-16,-1 0 3 0,1 0 0 0,-1 4-3 15,1-4 3-15,-8 0-4 0,8 2-4 0,0-2 0 16,-1 0 1-16,1 4 7 0,-7 1 0 16,6-5 6-16,1 3 0 0,-8 1-1 0,2-4 1 15,5 3-7-15,-6 1-3 0,0-4-6 0,7 4 1 16,-8 0-4-16,8-1-8 0,-8 1 1 15,8-1-3-15,-6 2 0 0,-2-3 1 0,1-2 3 16,7 4 1-16,-14 0-2 0,7 0 6 16,6-1-3-16,-5 1 0 0,-1 4-1 15,6-6 2-15,-6 6 0 0,-1-4-4 16,8 3-3-16,-6 1-6 0,-2-1-5 0,1-4 4 16,1 4-1-16,-2-3-1 0,8 4-3 15,-7 0 1-15,0-1 1 0,6 0-7 0,-6 0 5 16,0 1 2-16,7-1-5 0,0 0 1 15,-8 1-2-15,8-2 3 0,-1 6-9 16,1-5 0-16,-1 4 6 0,-6-4-3 16,7 4 6-16,-1 0 0 0,0-3 0 0,1 3-2 15,-7 1-4-15,6-2 2 0,1-3-3 16,-1 1-4-16,7 3 7 0,-6-4 1 16,0 0 0-16,-1 4-3 0,0 3-3 0,7-2 6 15,-6 2 1-15,6 1-6 0,-6-4 4 16,-2 4 5-16,8 0-3 0,-6-5-2 15,0 5-2-15,6-1 3 0,-7 1-2 0,1-1-2 16,6 2 4-16,-7-2-2 0,7 2-1 16,-6 1 0-16,6-2-13 0,0-1 8 0,-7 5 3 15,7-4 4-15,-6-1 7 0,6 1-7 16,0-1 15-16,0 1-9 0,-6 4-8 0,6-5-3 16,-8 1-5-16,8 3 8 15,0-7 3-15,0 7-1 0,-6-3 8 16,6 0-4-16,0 0-2 0,0-1 1 0,0 1-6 15,0-1 0-15,0 1-2 0,0 0 1 0,0-1 1 16,0-3-2-16,0 4 2 0,0-1 6 16,0 1 1-16,0-5-2 0,0 5 2 15,0-3-2-15,0 3 3 0,0-4-2 16,6 0 4-16,-6 3-2 0,0-2 1 16,8 2 2-16,-8-3-2 0,0 1-3 15,6 1-1-15,-6-1 4 0,6-1-1 0,-6 3 0 0,7-3 0 16,-1 0 0-16,-6 1-4 15,7 2-8-15,-1-3 2 0,1 0 1 0,-7-1 1 16,6 2 2-16,0-2 0 0,-6 1 9 0,8 0-3 16,-2 1 2-16,-6-5-6 0,6 5 4 15,1-2 9-15,0-3 7 0,-7 8 8 0,6-8-2 16,0 4 5-16,1-3-1 16,-1 2-12-16,1-3-25 0,0 5 5 15,-1-5 6-15,-6 0-1 0,6 1 3 16,8-1 19-16,-8-2 24 0,7 1 3 15,-6 2-4-15,6-2 1 0,-7-1-3 0,0 2-11 0,8 0-10 16,-8-3-9-16,0 3-1 16,8 1-3-16,-8-1 6 0,1-4 1 0,6 4 12 15,-6-3 3-15,5 4 4 0,2-1 2 16,-8 1-6-16,7-1-15 0,0 3-3 16,0-2-3-16,-1 0-9 0,2 3 0 15,-1-4 1-15,0 0 15 0,-6 0-13 0,5-3-5 16,2 4 6-16,-2-5-2 0,-4 1-1 15,4 4-5-15,1-6 5 0,7 6 1 0,-8-4-2 16,2-1 1-16,-1 1 2 0,0-4-1 0,0 4-1 16,0 0 0-16,0-4 1 0,0 2 3 0,0 3 1 15,0-5 5-15,0 0 5 0,0 3 2 0,-7-3 1 16,8 4 0-16,-1-4-2 0,-7 3-7 0,7-3-1 16,0 0-5-16,-6 4-6 0,0-4 3 0,-1 4-1 15,7-4-2-15,-6 4-2 0,5-1 3 0,1-3 0 16,-6 4-5-16,6-1 0 0,-7-3 1 15,2 5-2-15,4-5 2 0,-6 0-2 0,1-5-1 16,6 5 3-16,-6 0-1 0,-1 5 6 0,0-1-1 0,2-4 2 16,-2 2 2-16,0-2-6 0,0 0 5 15,2 0-1-15,4 0-3 0,-5 0-1 0,-1 0 1 16,8 0 5-16,-8-2-6 0,7 2-5 0,-6 0 0 0,5-4 3 16,-5-1-4-16,0 5-13 0,6-3-47 0,-7-1-85 15,0 1-132-15,-6-1-139 0,8-4-142 16,-2 1-183-16,0-1-93 0,0 2 13 0,1-2 91 15,0 1 119-15,6 3 130 0</inkml:trace>
  <inkml:trace contextRef="#ctx0" brushRef="#br1" timeOffset="19953.32">5779 2963 113 0,'0'0'253'0,"0"-3"2"0,0 3-25 0,0 0-33 0,0-4-38 16,0 4-37-16,0-4-24 0,0 4-10 0,0 0-4 16,0-4-1-16,0 4-3 0,0 0 0 0,0 4-3 15,0-4-2-15,0 0-5 0,0-4-4 16,0 4-1-16,0-2-3 0,0 2-4 0,0 2-3 15,0 2-2-15,0-4 0 0,0 0-2 0,0 0-8 16,7 0-3-16,-7 0-7 0,0-4-5 0,0 4-6 16,0-2-5-16,0 2 3 0,0 2 2 0,0-2 0 15,6 0 5-15,-6 0 7 0,0 0 0 0,7 0-2 16,-1 0-1-16,-6 0-3 0,6 0 0 16,2 0-4-16,-2 0 1 0,0 0-3 0,1 0-1 15,0 0 0-15,-1 0-6 0,0-2-2 16,1 2-5-16,6 0 7 0,-6 0 5 0,5-5 2 15,-5 5 2-15,6 0-1 0,0 0 7 16,0 0-8-16,0 0-6 0,1 0-2 0,-8-3-4 16,6 3 0-16,2 0-6 0,-1 0 4 0,-7 0-1 15,8 3 0-15,-2-3-1 0,-6 0 2 16,8 5-1-16,-1-5 1 0,-7 0-1 0,1 0 1 0,6 0-1 16,-7 0-2-16,1 2 2 0,0-2-5 0,5 4-1 15,-5-4 1-15,0 0 0 0,6 0 8 0,-7 0 9 16,0 0 10-16,1 4 7 0,6-4 4 15,-7 4 4-15,2-4-6 0,-2 0-10 0,7 3-7 16,-7-3-5-16,1 4-2 0,-1 0-2 0,7 0-3 16,-7-2-1-16,2 3-6 0,-2-2 1 0,7 1-1 15,0-1-2-15,-6 1 2 0,5 0 5 0,-5 0-1 16,6-1 1-16,-13 2-3 16,6 2 3-16,1-5-5 0,0 2-2 15,6 4 1-15,0-4-3 0,-7 3-1 0,7-3 3 16,1 7 5-16,-8-8 0 0,7 8 3 0,-7-3-1 15,7-1 1-15,-6 1-4 0,-1-1-2 0,8 0 6 16,-8 0 8-16,7 1 18 0,-6-1-2 16,-1 0-3-16,0 0-1 0,1 1-7 0,-7 0-7 15,6-1-21-15,1 0 5 0,0 0 2 0,-1 4 1 16,-6-3-1-16,6-1 0 0,2 3 3 0,-2-2 4 16,0 3 12-16,0-3 4 0,1 2 12 15,0 1 11-15,-1 0 1 0,1 0-4 0,-1 1-6 16,0-1-35-16,2 3 13 0,-2-2 4 0,0-2 8 15,0-3 0-15,2 5-1 0,-8 2 29 16,6-3-15-16,0 0-8 0,-6-1-9 0,7 2-3 16,-1-1-3-16,1 4 1 0,0-4 3 0,-1 0-4 15,0 0 3-15,-6 0 7 0,6-1 1 16,2 2 0-16,-2-1-5 0,-6 0 3 0,6-4 2 16,1 4 5-16,-7 0 6 0,7-4 0 0,-7 5 8 0,6-6 1 15,-6 6 0-15,7-1-7 0,-7-1-1 16,6-2 2-16,-6 3 6 0,0-1-14 0,6 2-6 0,-6-1 2 15,8 0-6-15,-8 0 2 0,0-1-10 16,0 2 18-16,6-1 2 0,-6 3 0 16,0-2 3-16,0-1-2 0,0-1-5 0,0 1-9 0,0 0-2 15,0 0 0-15,0 0-22 0,0 0 9 0,0 0-1 16,-6-3-10-16,6-2 5 0,0 6 4 0,0-4 19 16,-8 3-13-16,8-1-2 0,0-2 7 0,-6 3-6 15,6 0-5-15,0-4 0 0,-6 0-1 0,6 4-3 16,-7 0 2-16,7-4 2 0,-6 4-1 15,6 0-3-15,-7 1 4 0,0-2 5 0,7 2 3 16,-6-1 0-16,0 0 1 0,6 0 7 0,-8 0 0 16,8 0-5-16,-6-1-1 15,6 1 7-15,-6 0-2 0,0 4-3 0,-1-4 15 16,0 0-11-16,1 1 0 0,-1-3-3 16,1-1 1-16,0 0 7 0,-2 3-10 0,2 0 18 15,0 0 9-15,6 0 8 0,-14 0 0 0,8 0-3 16,0-1 1-16,-1 5-7 0,1-4-5 0,-1 0 0 15,0-4-3-15,-5 5 8 0,6-2-8 16,-2 2 2-16,-4-1 0 0,5 0-1 0,-6 0 0 16,0-4-6-16,0 0-1 0,0 1-4 0,0 2-6 15,0-6-6-15,-7 3-7 0,1-3-7 0,-1 0-4 0,1-1-3 16,-1 1-2-16,0 0-6 16,1-1-16-16,0 5-25 0,-1-1-49 0,1-2-70 15,-8 5-101-15,8-3-119 0,0 5-116 0,-1-2-95 16,0-3-69-16,1 5-117 0,5-2-21 15,-5-3 63-15,12 1 96 0,-5-1 110 0,5-3 108 16</inkml:trace>
  <inkml:trace contextRef="#ctx0" brushRef="#br1" timeOffset="23649.42">1798 831 207 0,'0'8'445'0,"-7"2"68"0,7 1 58 0,0 9-33 15,0 1-126-15,0 8-103 0,0 0-80 0,7 8-64 16,-1 4-55-16,1-2-52 0,6 6-64 0,-7 2-78 0,8-3-91 16,-2 4-97-1,-5-4-161-15,0-7-111 0,-1-8-29 0,1-7 28 16,5-12 66-16,-5-2 83 0</inkml:trace>
  <inkml:trace contextRef="#ctx0" brushRef="#br1" timeOffset="23930.73">1779 1051 210 0,'-8'-21'396'0,"2"-2"43"16,0 1 31-1,6-4-91-15,0 5-113 0,6 2-88 0,0-3-61 16,8 7-41-16,-1-2-28 0,13 5-19 16,-6 2-12-16,6 2-4 0,-1 4 1 0,-5 1 19 15,6 3 27-15,-6 3 36 0,-7 1 47 0,-1 0 53 16,-4 6 51-16,-2 1 32 0,0 9 26 0,-6 5 14 0,0 8-16 0,-6 3-39 0,0 0-37 31,-8 1-46-31,2 1-56 0,-2-6-52 0,1 4-30 0,-7-2-21 0,8-1-36 0,-2-8-50 16,2-6-70-1,-1-4-80-15,-1-1-92 0,8 3-84 16,0 3-67-16,6-3-43 0,0 6-24 0,6-5-46 16,-6-4-14-16,6-6 32 0,-6-8 56 15,7 0 68-15</inkml:trace>
  <inkml:trace contextRef="#ctx0" brushRef="#br1" timeOffset="24083.2">2098 1106 29 0,'6'-11'408'0,"1"-8"103"0,-7 5 98 0,0-4 55 15,0 4-37-15,0 6-65 0,-7 12-61 0,7 7-72 16,0 7-85 0,0 3-82-16,0 2-91 0,0-5-57 0,7 8-53 0,-1-5-34 0,-6 2-24 0,0-4-56 15,7-2-86 1,-7-2-108-16,6-1-102 0,-6 5-99 0,6 3-80 15,-6 0-75-15,0-4-60 0,8 1 24 0,-8-8 65 16,0-11 78-16,0 0 81 0</inkml:trace>
  <inkml:trace contextRef="#ctx0" brushRef="#br1" timeOffset="24286.22">2195 978 244 0,'0'-14'457'0,"0"-1"86"0,0 0 98 15,0 4-14-15,0 11-44 0,0 7-48 0,7 8-53 16,-7 7-59-16,0 4-82 0,7-4-84 0,-7 3-88 16,6 4-67-16,0 1-40 0,1-1-29 0,0 1-20 0,-1-1-30 15,0-4-53-15,-6-2-83 0,7-2-91 0,-1-6-88 16,-6 7-79-16,7 3-59 0,0-2-20 0,-1-1 7 16,-6 0 2-16,6-7-12 0,-6-5 1 15,0-10 34-15,0 0 50 0,0 0 59 0</inkml:trace>
  <inkml:trace contextRef="#ctx0" brushRef="#br1" timeOffset="24450.93">2241 1310 229 0,'-6'-14'380'0,"6"-1"56"16,-7-2 21-16,7-5-39 0,0 0-55 0,0 3-39 15,0-6-35-15,0 2-30 0,7 1-41 0,-7 1-44 16,6-1-48-16,7 0-47 0,-7 3-31 0,1-2-21 16,12 2-13-16,-5 5-13 0,-2-1-23 0,2 4-35 15,-8 3-51-15,1 5-61 0,-1 3-57 0,0 8-58 0,-6-2-41 16,0 5-58-16,0 1-64 0,8-4-20 15,-8-8 18-15,0 0 39 0,0 0 55 0</inkml:trace>
  <inkml:trace contextRef="#ctx0" brushRef="#br1" timeOffset="24578.97">2332 1099 244 0,'0'7'375'0,"0"-3"56"16,0-4 22-16,0 0-39 0,0-4-50 16,0 4-38-16,0 4-38 0,0-4-40 0,7 7-49 15,-1-3-56-15,0 3-51 0,-6 4-39 0,8 1-29 0,-2-3-40 16,0 7-62-16,0 2-71 0,2 0-79 0,4 5-79 15,-5-6-127-15,-7 2-93 0,6-9-9 0,1 2 34 16,-7-12 59-16,0 0 69 0</inkml:trace>
  <inkml:trace contextRef="#ctx0" brushRef="#br1" timeOffset="24954.1">2469 1076 340 0,'0'-10'459'0,"0"-1"78"16,-7 3 54-16,7 1-52 0,0-1-69 0,-6 6-87 15,6 4-57-15,0 3-61 0,0-2-68 0,0 4-64 0,6 1-55 16,-6-1-17-16,7 0-26 0,0 0-13 0,-1 2-8 16,7-6-6-16,-7 0-3 0,8 1-4 0,-8-4-1 15,7 0-2-15,-6-4 0 16,-1 1-1-16,7-9 3 0,-6 2 0 0,0-1 1 0,-7-4 1 16,6 1-2-16,-6-2-1 0,0 2-3 15,0-4-1-15,-6 4 2 0,6-1-3 0,-7-4 15 16,0 8 2-16,1-3-2 0,-1-1 0 0,1 5 0 0,-1-2 5 15,-6 4-1-15,7 8 2 0,0 5 6 0,-2-2 5 0,2 9-10 16,0 2 0-16,-1 1-5 0,1 2 5 0,-1 6 7 16,7-2 7-16,0 5 15 0,0 4-2 15,0-5-3-15,7 4-9 0,-1-3-10 0,1 3-12 0,-1-6-9 16,0-1 0-16,8-1-6 0,-2-2 5 16,2-1-2-16,-1-7-10 0,0 0-26 0,0-4-41 15,-1 0-51-15,-4-2-69 0,4 1-65 0,1-6-51 16,1 4-39-16,-2-4-19 0,2-4-2 0,-8 0-10 15,7-3-23-15,-6-3-35 0,-1-2 9 0,1-5 32 16,-7-6 39-16</inkml:trace>
  <inkml:trace contextRef="#ctx0" brushRef="#br1" timeOffset="25121.36">2716 974 290 0,'7'-10'412'0,"-7"-2"69"0,0 5 36 0,0-4-24 16,0 7-36-16,0 4-37 0,0 4-33 0,0 7-39 15,0 3-49-15,0 5-62 0,7 4-56 16,-1-2-47-16,0 8-41 0,-6 5-29 0,14-2-29 15,-8 2-14-15,1-2-55 0,-1 1-50 0,7 0-67 16,-6 3-77-16,-1 1-79 0,0-3-80 0,2-2-38 0,-2 1-63 16,0-3-67-16,-6-4-11 0,0-12 34 0,0-14 58 0,0 0 66 15</inkml:trace>
  <inkml:trace contextRef="#ctx0" brushRef="#br1" timeOffset="25271.89">2677 1279 231 0,'0'-12'399'0,"0"1"50"15,7-3 35-15,-7 3-78 16,13-4-93-16,-6 5-80 0,5-2-60 0,-5 1-44 16,12 0-44-16,1 3-35 0,0 2-35 0,-1 1-46 0,1 3-58 0,0 4-73 15,-1 3-99-15,-6 1-147 16,6-2-68-16,-5 0-11 0,5-4 30 0,-6 0 55 0</inkml:trace>
  <inkml:trace contextRef="#ctx0" brushRef="#br1" timeOffset="25440.24">3186 1114 246 0,'6'-12'572'0,"-6"-5"143"0,0 5 127 0,0 5 31 0,6 3-92 15,-6 4-131-15,0 0-146 0,0-3-135 0,8 3-123 16,-8 0-110 0,6 0-119-16,-6 0-136 0,0 0-147 0,0 0-144 15,6 0-133-15,-6 3-125 0,-6 8-129 0,6-11-17 0,0 0 70 0,0 0 105 0,0 0 114 16,6 12 124-1</inkml:trace>
  <inkml:trace contextRef="#ctx0" brushRef="#br1" timeOffset="25573.04">3225 1271 326 0,'0'0'614'15,"0"-4"181"1,0 4 162-16,0 0 44 0,0 4-51 0,0-4-94 16,0 0-128-16,0-4-153 0,-7 4-151 0,7-3-131 0,0-1-120 0,0 4-113 0,0-4-138 0,0 0-202 15,-6 4-248-15,6 0-235 0,0 0-275 0,-6 8-129 31,-2-1 1-31,2 0 129 0,6-7 211 0,0 5 214 0</inkml:trace>
  <inkml:trace contextRef="#ctx0" brushRef="#br2" timeOffset="34668.96">7278 2985 114 0,'0'0'318'0,"-6"-3"38"0,-1 3 15 0,7 0-54 0,-7-5-68 16,1 5-41-16,6 0-28 0,0 0-18 15,-6 0-4-15,6-2-4 0,-8 2-8 0,8 0-3 16,0 0 2-16,-6 0 7 0,0 0-1 0,6 0 5 16,-7-4 2-16,7 4 1 0,0 0 0 0,0 4-6 15,0-4-11-15,0-4-17 0,0 4-18 16,7-4-17-16,-7 4-21 0,0 0-14 0,0 0-17 16,0 0-8-16,0 0-10 0,6 0-8 0,-6 4 18 15,0-4-15-15,0 0-7 0,0 0-2 16,0 0-3-16,0 0 2 0,0 0-25 0,0 0 10 15,6 0 4-15,-6 0-1 0,8 0 9 0,-2 0 3 16,-6 0-3-16,6-4-4 0,1 4 4 16,0 0 1-16,-1-4-4 0,0 4-1 0,1 0 3 0,-1 0-1 15,8 0-1-15,-8-3 1 0,7 3 1 16,-6 0-2-16,5-4 1 0,2 4 0 0,-8-4 6 16,7 4 0-16,1 0-10 0,-8-4 5 0,6 2 0 15,-5 2 1-15,0-5-2 0,6 5-2 16,-7 0 7-16,1-3-4 0,0 3-1 0,-1 0-1 15,0 0-2-15,-6 0 3 0,6 0-2 0,-6 0 7 16,0 0-4-16,0 0 4 0,8 0 3 16,-8 3-3-16,0-3 0 0,0 0-8 0,0 0 9 15,0 0 1-15,0 0 2 0,0 5 6 0,0-5 0 16,0 2 1-16,0 2-6 0,0 0-2 0,-8 3 2 16,8 1-7-16,0-2-2 0,-6 2-31 0,6 3 14 15,0 0 8-15,0 3 6 0,-6-2 3 0,6-1 3 16,0 4 32-16,0-1-15 0,0 1-4 15,0 0-14-15,0 3-1 0,6-4-2 0,-6 2-2 16,6 2-12-16,-6-4-1 0,8-3 8 0,-8 4 2 16,6-5 0-16,-6 5 4 0,6 0 20 15,-6-1-10-15,7 1-7 0,-7-1 1 0,6 6 2 16,1-2-5-16,-7-3-5 0,7 3 1 16,-7 0 3-16,6-3-2 0,-6-1-2 0,6 6 4 15,-6-7 2-15,0 3 1 0,7 1-4 0,-7-2 7 16,7-1 5-16,-7 5 1 0,6-4-10 15,-6 3-2-15,6-4 5 0,1 4-9 0,0-2-3 16,-7-3-1-16,6 7 7 0,-6-6 8 0,0-3-3 16,0 4 0-16,7-1-1 0,-7-3-1 0,6 0 8 15,-6 0-7-15,0 1 2 0,0-6-2 0,0 6-3 16,6-5 3-16,-6-3-1 0,0 0 6 16,0-4-2-16,-6 4 15 0,6-4 13 0,-6 0 6 15,6 0 10-15,-7 0-9 0,1 0 6 0,-8 0-15 16,8 0-14-16,-7 0-5 0,6 0-18 0,-5 2 14 15,-2 2-6-15,8 0-1 0,-7 0 2 16,-1-1 4-16,8 1-1 0,-6-4-8 0,-2 0 2 16,1 4 12-16,7-1-8 0,-1-3-9 0,-6 0-3 15,13 4-24-15,-6-4-53 0,6 0-73 16,0 0-71-16,-6 0-89 0,6 0-88 0,-8 0-68 16,8 0-59-16,0 0-93 0,0 0-9 0,0 0 42 15,0 0 68-15,0 0 81 0</inkml:trace>
  <inkml:trace contextRef="#ctx0" brushRef="#br2" timeOffset="35406.99">7773 3278 35 0,'6'-11'316'0,"-6"0"41"0,8 4 37 0,-8 0-35 0,0-1-73 0,0 1-49 0,0-1-31 15,0 6-17-15,0-2-20 0,0 0-20 0,0 4-27 0,0-4-29 16,0 1-23-16,0 3-20 0,6 0-15 0,-6 3-12 16,0 1 6-16,0-4 11 0,6 8 12 15,-6-1 13-15,7 3 18 0,-7 2 9 0,6 2-2 16,-6 4-10-16,7 5-11 0,-7-5-13 0,6 8-14 16,1-4-6-16,-7-1-4 0,6-2-3 15,-6 4-6-15,6-10-1 0,-6 3 1 16,0-9-3-16,8 3 1 0,-8-2 10 0,0-4 20 15,0-4 18-15,0 0-3 0,0-4-2 0,0-4-5 16,0 0-14-16,0-5-22 0,-8-3-18 16,8 2-2-16,0-8-4 0,-6 0-3 0,6 0 3 0,0-3 2 0,0 0 1 15,0 5-3-15,0-2 2 0,0 1 4 16,0-1-3-16,0 0-1 0,0 0-2 0,0 4 3 16,0-2 1-16,6 3-8 0,-6 2 2 0,0 8 2 15,0 0 1-15,0 3-6 0,8 0-3 16,-8 0 6-16,6 4-1 0,0 0 1 0,1 0 5 15,0 0 1-15,-1 4 0 0,0-4 2 0,7 4-2 16,1 0 4-16,-2-2-10 16,-5-2 1-16,6 5 2 0,0-2-9 0,0 1-13 15,0-4-43-15,-7 3-55 0,8 1-70 0,-8-4-74 16,0 4-75-16,1-4-67 0,6 4-83 16,-13-4-63-16,0 0 5 0,7 0 42 0,6 3 60 15,0-3 70-15</inkml:trace>
  <inkml:trace contextRef="#ctx0" brushRef="#br2" timeOffset="35792.14">8209 3113 244 0,'0'0'296'0,"0"0"5"0,0 4-17 0,0-4-29 0,0 0-39 0,0 0-23 16,0 0-10-16,0-4-13 0,0 4 6 15,0 4 8 1,0-4 12-16,7 0 8 0,-7 0 10 0,7 0 14 15,-1 0-1-15,0 0-14 0,-6 0-22 0,8 0-29 0,-2 0-33 0,0 0-30 16,1 0-30 0,6 0-20-16,-6 0-22 0,-1 0-11 0,0 0-6 15,8-4-10-15,-8 4-26 0,0-3-44 0,-6 3-89 0,7 3-96 0,-7-3-100 0,0 4-108 32,0-4-135-32,0 0-57 0,0 0 36 0,0 0 70 15,0 0 86-15</inkml:trace>
  <inkml:trace contextRef="#ctx0" brushRef="#br2" timeOffset="35992.99">8262 3231 152 0,'0'0'378'0,"0"0"57"0,0-4 53 0,0 4-48 16,-7 0-68-16,7-3-58 0,0-2-46 0,0 5-43 31,0 0-46-31,7 0-50 0,-7 0-44 0,0-2-33 16,6-2-21-16,-6 4-16 0,7-4-8 0,-7 4-6 15,7 0-30-15,-1 4-53 0,0-4-68 16,0 4-78-16,2-2-103 0,-8-2-151 0,0 0-61 16,0 0 4-16,6 0 42 0,7 0 65 0</inkml:trace>
  <inkml:trace contextRef="#ctx0" brushRef="#br2" timeOffset="38530.49">8574 2975 128 0,'-6'-4'434'0,"-1"4"90"0,1-4 82 0,0 0 12 0,-1 1-86 15,0-5-82-15,7 8-81 0,0-6-81 0,0 1-81 16,0-2-69-16,0 0-53 0,7-1-45 0,-7 1-21 16,13 4-10-16,-7-6-1 0,1 3 2 15,6 2-3-15,0 1 1 0,1-1 7 0,-2 4-6 16,1 0-3-16,0 4-9 0,0-1 3 0,7 5 2 16,-8-1-10-16,-4 4 8 0,4-4 16 0,-5 8 17 15,-1-1 23-15,1 1 15 0,0 7 37 16,-1 1 25-16,-6-2 11 0,0 8-5 15,0 1-15-15,0-1-7 0,-6 4-39 0,6 1-26 16,-7-3-23-16,0 3-9 0,7-5-8 0,-6 4-14 16,-1-3-7-16,7-5-29 0,-6-3-44 0,6-4-75 15,-6-3-88-15,6-1-86 0,0-6-86 0,0 0-67 16,0-4-56-16,0-4-67 0,0 0-33 16,0 0 29-16,0-12 59 0,0-3 77 0,6 1 92 0</inkml:trace>
  <inkml:trace contextRef="#ctx0" brushRef="#br2" timeOffset="38748.96">8653 3125 93 0,'0'-4'385'0,"0"0"70"16,6 0 70-16,-6 1 10 0,6-1-60 0,2 1-47 15,4 3-40-15,2 0-43 0,-2-5-54 0,8 5-63 16,-1 0-65-16,1-2-52 0,6 2-41 0,-7-4-27 15,7 0-18-15,-6 4-28 0,7-4-61 16,-15 4-89-16,8-3-106 0,-7 3-117 0,-7 0-146 16,-6 0-133-16,0 0-26 0,0 0 43 0,0 0 81 15,0 0 103-15</inkml:trace>
  <inkml:trace contextRef="#ctx0" brushRef="#br2" timeOffset="39112.97">9161 3117 83 0,'0'-11'367'15,"0"1"68"-15,0-2 68 0,0 5 1 0,-6-3-43 16,-1 2-27-16,7-3-24 0,-7 7-26 0,-5-3-9 15,12 7-72-15,-14 0-73 0,8 0-66 0,-1 7-53 16,1 1-34-16,-1 2-67 0,1 5 1 0,-1 4 2 16,1-2-2-16,6 5 2 0,-6-3-5 15,6 7 18-15,0-4 0 0,0 3-20 0,6-3 11 16,0-4 3-16,1 1-3 0,-1-1-8 0,1-7 1 16,6 0 24-1,-1-3-13-15,2-4-8 0,-1-4-4 0,0 0-4 0,0-4-26 0,7-7-47 0,-14 0-67 16,8 0-81-1,-2-1-84-15,-5-2-82 0,-1-1-56 16,1 1-43-16,-1-1-37 0,1 3-41 0,-1 2 12 16,-6-5 45-16,6 4 58 0,-6-1 71 0</inkml:trace>
  <inkml:trace contextRef="#ctx0" brushRef="#br2" timeOffset="39655.44">9311 3048 206 0,'0'-4'379'0,"6"0"71"0,-6 1 36 0,0-4-20 16,7 7-30-16,-7-5-10 0,0 10-8 15,0-2-16 1,0 4-22-16,0 5-45 0,0-2-54 0,0 5-94 16,6 4-45-16,-6 2-36 0,7-3-38 0,-7 9-22 15,0-6-18-15,7 1 20 0,-7 0-21 0,0 0-21 16,0 1-8-16,6-6-4 0,-6-2-3 16,0 0-13-16,6-8-15 0,1 1-17 0,-7-8-16 15,7 0-18-15,-7-4-3 0,0 0 5 0,0-7 2 16,0 0 12-16,0-4 7 0,0 1 9 0,0-5-8 15,6-3-2-15,-6 1 4 0,0 2 5 16,0-4 11-16,0 6 12 0,6-5 13 0,-6 3 11 16,0 2 48-16,0 2-11 0,7 3-13 0,-7 5-10 15,7 0-4-15,-7 4 3 0,0-1-41 16,6 4 18-16,1 4 14 0,-7 3 16 0,6 3 12 16,0 2 6-16,2 3 4 0,-2-1 7 0,-6 4-3 15,6 0-5-15,0 5-9 0,-6-4-6 0,7 2-9 16,-7-6-15-16,7-1 2 0,-7-3 4 15,6 0 3-15,-6 1-1 0,0-9 9 0,0 4 16 16,7-7 1-16,-7 0-4 0,0-4-15 0,0 1 12 16,0-9-1-16,0 2-9 0,0-5 0 0,0 1 3 15,0-1 11-15,0-6-21 0,6-2-2 16,-6 0 2-16,0 6 0 0,7-2-8 0,0 1 0 16,-7 3 6-16,6 1 0 0,-6-1 3 0,6 8-4 15,0 0 5-15,-6-2 1 0,8 7 13 16,-2 2 23-16,0 0 26 0,1 2 27 0,6 10 21 15,-6-1 17-15,-1 4 4 0,7-1-24 0,-6 5-28 16,-1 2-23-16,0 1-25 0,1 0-13 0,0 1-23 16,-1-1-39-16,1 3-64 0,-1-3-110 15,0-4-120-15,-6 1-122 0,7-1-119 0,-7-3-153 16,0 0-50-16,0-4 48 0,0-1 90 0,0 2 104 16,7-2 114-16</inkml:trace>
  <inkml:trace contextRef="#ctx0" brushRef="#br2" timeOffset="42933.99">2984 2366 272 0,'0'-3'358'0,"0"0"46"0,7-2-7 0,-7-2-61 0,0 3-51 0,0 1-27 0,0-4-9 0,0-1-7 15,0 1-1-15,0 0 7 0,0-4 11 0,0 3 6 16,6 0 10-16,-6 1 11 0,0 7 10 0,0-2 5 16,0-3 1-16,0 2-4 0,0 3-9 0,6 0-19 15,-6 0-18-15,0 0-34 0,0 0-40 0,0 0-36 16,0 0-30-16,0 0-29 0,0 0-24 0,0 3-17 0,0 2-3 16,7-3-3-16,-7 5 3 0,0 5 6 0,0 3 0 15,0-1 4-15,0 8 1 0,0-4-8 0,0 8-8 16,0 0-10-16,0-1-9 0,0 1-2 0,0 3-3 15,6-3-2-15,1 4 0 0,-7-8-2 16,13 3-2-16,-7-4-6 0,1 2 0 0,6-5 2 16,0-4-2-16,0 1 0 0,0-3-2 0,1-6 3 0,4 2-5 15,-4-5 0-15,-1 1-11 0,7-4-24 0,-8-4-45 16,2 1-64-16,-8-1-87 0,7-6-115 16,-7 2-129-16,1-7-108 0,0 4-79 0,-1-3-50 0,0 3-33 15,-6 0-50-15,-6-4 46 0,0 4 85 0,6 0 98 16,-7-1 101-16</inkml:trace>
  <inkml:trace contextRef="#ctx0" brushRef="#br2" timeOffset="43184.67">2853 2576 212 0,'0'0'428'0,"0"-5"66"0,-6 2 70 0,6-1-38 0,-6 0-78 0,6 0-71 15,0 2-63 1,0 2-47-16,0-5-70 0,6 2-54 0,0-1-62 0,1 1-37 0,6-1-21 0,0-4-23 16,7 5 4-1,-1-4-14-15,1 0 13 0,6-2 3 0,0 3-6 16,0-2 0-16,-7 2-6 0,7-3-15 0,-6 1-53 0,-1 6-65 0,1 2-72 0,-7-4-76 16,7 4-75-1,-7-3-98-15,0-1-85 0,-7 0-4 0,8 0 37 0,-8 0 58 16,7 0 68-16</inkml:trace>
  <inkml:trace contextRef="#ctx0" brushRef="#br2" timeOffset="43400.97">3329 2392 167 0,'7'-7'415'0,"-7"2"72"0,6 2 74 15,-6 3-22 1,0-7-62-16,0 7-61 0,0-4-61 0,0 1-59 0,6 0-68 0,-6-2-68 15,0 5-65 1,8-4-42-16,-8 1-27 0,6 3-14 0,0-4-12 0,1 1 1 16,-1-1-2-16,1 1-13 0,0-1-28 0,5 4-48 15,-6 0-56-15,-6 0-71 0,8 4-71 0,-8-1-65 16,6 1-59-16,-6-4-75 0,0 0-41 0,0 0 17 0,0 0 40 0,0 0 60 0</inkml:trace>
  <inkml:trace contextRef="#ctx0" brushRef="#br2" timeOffset="43586.22">3342 2506 175 0,'0'7'399'0,"-6"0"60"0,6-3 49 15,-7-1-57-15,7 1-88 0,0-4-82 0,0 4-67 16,0-4-52-16,7 0-47 0,-7 0-38 0,6-4-34 16,0 4-17-16,8-4-11 0,-1 1-6 0,-7 3-6 15,14-4-4-15,-8 1-21 0,2 3-48 0,-8 0-69 16,8 0-86-16,-8 0-143 0,-6 0-121 0,0 0-43 15,0 0 11-15,0 0 53 0,7 3 74 0</inkml:trace>
  <inkml:trace contextRef="#ctx0" brushRef="#br2" timeOffset="46025.28">3818 2377 327 0,'-6'-3'397'0,"6"-5"46"0,0 2-2 0,0 1-84 0,0-2-72 0,0 0-59 0,-8-4-47 0,8 3-39 31,8-2-37-31,-8-1-31 0,6-1-31 0,0 1-20 0,7 1-9 16,-6 1-6-16,6-1-1 0,-1 3-3 16,-4-5 0-16,4 5-1 0,2 4 0 0,-1-4-2 15,-7 3 0-15,8 4 2 0,-8 0 10 0,6 0 16 0,-4 4 16 16,-2 3 26-16,7 0 22 0,-7 8 25 0,-6-4 13 15,7 7 5-15,-7 0 2 0,-7 5-11 0,7-1-12 16,-6 4-21-16,-7-1-22 0,7 4-17 0,-8-4-41 16,8 0 0-16,-8 6-2 0,2-9 1 0,-1 0 1 15,-1-1-4-15,2-2 24 0,-2-5-5 0,2 1 1 16,5-1-3-16,-6-2 1 0,6-9 7 0,7 5-2 16,-6-1-10-16,6-3-11 0,-6-4-2 0,6 4-10 15,6-1-6-15,-6-3 2 0,6 0 16 0,1 0-6 16,6 0-2-16,6 0 6 0,-5 0-2 0,5-3 0 15,1-1-15-15,6 4 2 0,-6-4 2 16,5 4 0-16,-5-4-3 0,0 1 1 0,-1 3 7 16,1-4-17-16,-8 0-19 0,8 1-40 0,-7 3-59 15,-6-7-81-15,-1 2-81 0,1 2-60 16,-1 0-52-16,0-5-62 0,1 1-70 0,0-1 4 16,-1 0 39-16,-6 2 56 0,6-2 61 0</inkml:trace>
  <inkml:trace contextRef="#ctx0" brushRef="#br2" timeOffset="46326.52">4242 2330 18 0,'6'-11'332'0,"-6"-1"62"0,0 6 59 15,0-6 0-15,0 5-33 0,-6 1-15 16,6-2 4-16,0 4 4 0,-8-1-3 0,8 10-21 0,-6 2-39 16,6 4-50-16,-6 4-70 0,-1 2-43 0,7 6-32 15,-6 0-13-15,6 6-2 0,0 0 1 0,0 4 9 16,0 0-10-16,6 0-23 15,-6-4-28-15,13 1-25 0,-7-5-24 0,8-4-22 0,-1-2-14 0,6-4 3 16,-6-8-2-16,7 0-3 0,0-7 4 0,-1-7 3 16,1-4 3-16,0-7-5 0,-1 0 3 15,-6-8-1-15,0-4-4 0,0 1 0 0,-6-4-2 16,-7 4 0-16,6-5-14 0,-12 5 1 0,6 0-9 16,-7 7-16-16,-6 4-26 0,6 0-39 0,-5 6-49 15,-8 2-89-15,6 2-102 0,-5 4-110 0,-1 4-92 16,2 4-79-16,-2 8-121 0,0-6-31 0,-6 6 52 15,7-1 88-15,5 3 103 0,-5-3 110 0</inkml:trace>
  <inkml:trace contextRef="#ctx0" brushRef="#br2" timeOffset="47043.11">3713 659 302 0,'14'-14'382'0,"-8"3"58"0,0-4 37 0,1 5-69 0,-7 2-13 15,7 1 4-15,-7 3 6 0,6 8-9 0,1 11-23 16,-7 6 8-16,12 12-34 0,-4 3-52 0,-2 1-50 16,0 3-40-16,8-7-37 0,-8 4-80 0,7-1-40 15,-7-6-22-15,8 3-17 0,-8-4-31 0,6-7-58 16,-4-8-87-16,-2-2-102 0,7-4-103 0,-13 6-92 0,7 1-66 16,-1-1-29-16,-6 1-18 0,7-4-14 0,-7-11 17 15,0 0 48-15,0 0 65 16,-7-8 70-16</inkml:trace>
  <inkml:trace contextRef="#ctx0" brushRef="#br2" timeOffset="47449.19">3766 828 225 0,'0'-19'343'15,"0"1"4"-15,0-4-26 0,0 0-76 16,0 3-74-16,6 1-56 0,-6 0-37 16,6 3 5-16,8 1-7 0,-8-1-11 0,8 5-14 0,-2-2-13 15,1 1-8-15,7 5-7 0,-8-2-7 0,2 4-6 16,6 1-3-16,-7 3 2 0,-1 0 13 0,2 3 17 0,-8 1 23 0,0-2 17 15,2 6 15-15,-2 4 48 0,0-1-20 0,-6 3-16 16,0 1 31-16,-6-4 11 0,6 3 5 0,-6 1-41 0,-2 4 20 16,2-5 12-16,0 1-40 15,0-1-19-15,-2-3-17 0,2 1-11 0,6-5-10 0,-6 0-12 0,6 0-12 16,-7-3-17-16,7-4-1 0,0 0-4 0,0 0 0 16,7 0-4-16,-1 0-1 0,-6-4 3 0,6 1-5 15,8-5-2-15,-8 5 0 16,8-4 2-16,-2-1 4 0,1 4-2 0,7-3 11 0,-8-1 0 0,2 8-9 15,5 0 1-15,-5 0-1 0,-8 4 8 0,7 0 0 16,-6 0 14-16,-1 3 20 0,0 4 14 0,1-4 13 16,-7 4 9-16,-7 4-2 0,7-4-4 15,-6 3-13-15,-7 2-15 16,6-1-17-16,-5-1-12 0,-2 1-7 0,1-5-9 16,1 1-12-16,-2 4-30 0,2-4-54 0,-2 3-59 15,1 1-74-15,1 1-65 0,4-2-60 0,2 3-42 0,0-2-25 0,6 0-42 0,0-1-41 16,0-14 12-16,0 0 40 0,0 0 54 0,6-3 73 15</inkml:trace>
  <inkml:trace contextRef="#ctx0" brushRef="#br2" timeOffset="47668.39">4234 692 345 0,'14'-15'423'0,"-14"1"80"0,0 3 56 0,6 4-79 0,-6 2-37 16,0 5-48-16,0 5-55 0,7 5-63 0,-7 5-23 31,0 3-103-31,0 4-9 0,7 8-9 0,-1-1-9 16,0 8 24-16,-6-4-67 0,7 0 18 0,-1 0-103 15,1-8-80-15,0-3-84 0,-1 4-118 0,-6-3-63 16,6 2-52-16,2-4-5 0,-8-2 2 0,6 0 14 16,-6-9 18-16,0 1 13 0,0-11-6 0,0 0-2 15,0 0 18-15,-6-7 40 0,-8-1 50 0</inkml:trace>
  <inkml:trace contextRef="#ctx0" brushRef="#br2" timeOffset="47950.96">4202 868 187 0,'0'-22'310'16,"0"-4"30"-16,0 4-56 0,0 0-68 0,7-3-75 15,-1 6-52-15,1-3-33 0,-1 4-29 0,0 0 18 16,8-1 6-16,-8 9-1 0,8-5-1 0,-2 4-4 16,1 3 2-16,1 0-2 0,-8 2 5 0,8-1 8 15,-8-1 20-15,6 4 24 0,-12 0 27 0,7 2 22 16,-7 2 23-16,7 2 11 0,-7 6-1 0,-7 0-5 0,7 3-9 15,0-1-5-15,0 9-15 0,-7 3 44 0,7 7 25 16,0 5 6-16,0-2-3 0,0 1-12 0,0-7-4 16,0-4-71-16,7-4-44 0,0-4-10 15,-7 2 6-15,6-6 4 0,7-2 4 0,-7-1 3 16,8-3-4-16,-1-4-23 0,0-4-26 0,6 0-15 16,-5 1-21-16,5-1-4 0,-6-4-5 0,7 6-37 15,-7-10-75-15,-1 1-107 0,2-3-118 0,-2 2-105 16,-5 9-97-16,0 3-54 0,-1 7-31 0,7 1-20 15,-13-2 19-15,0-6 53 0,0 0 72 0,0 0 78 16</inkml:trace>
  <inkml:trace contextRef="#ctx0" brushRef="#br2" timeOffset="48286.01">4749 703 63 0,'7'-15'331'15,"0"1"68"-15,-7-5 74 16,0 2 13-16,0-2-20 0,0-3 31 0,0 7 44 0,-7 7 33 0,7 1 10 0,-7 7-18 15,7 0-68-15,-6 0-71 0,0 0-92 0,-1 5-90 16,1-5-81-16,-1 2-65 0,-6 6-32 0,7 0-30 16,-1 3-22-16,0 3-11 0,1 1-4 0,0 0 23 15,6 3 13-15,-7 0 9 0,14 0 7 0,-7 1-1 16,6-1 2-16,0 1-26 0,1-1-11 0,6 0-9 16,-7 0-3-16,8 1-1 0,-1-4-3 0,-1-1 1 15,8 1 28-15,-6-5-13 0,-2 5-9 0,-5-3-3 16,6-2 14-1,-7 1-6-15,1-3-33 0,-7-1 18 0,6-3 4 0,-12 3 5 0,6 1-16 0,-7-5 7 16,1 0-6 0,-7 5-26-16,6-8-38 0,-5 0-65 0,-8 3-72 15,6-6-93-15,2-1-105 0,-1-6-101 0,-7 2-70 0,14 4-38 0,-8 4-20 0,8 4-15 16,6-4-17-16,0 0 31 0,0 0 61 0,0 0 76 16,-6-11 80-16</inkml:trace>
  <inkml:trace contextRef="#ctx0" brushRef="#br2" timeOffset="48570.54">4874 692 64 0,'13'-15'332'0,"-7"1"68"0,7-4 78 0,-6-1-6 0,-1 4 4 0,0-2 22 0,1 5 47 16,-7 8 35-16,7 8 17 0,-1 8-14 0,-6-3-40 16,0 11-61-16,7-3-64 0,-7 6-67 0,6-1-62 0,-6 3-49 31,7 5-34-31,-7 3-23 0,6-4-47 0,1 4-33 15,-1 0-31-15,0 0-23 0,2-4-19 0,-2-3-14 16,7-1-8-16,0-3-3 0,6-3 4 0,1-1 9 16,0-7-10-16,-8 0-8 0,8-4 0 0,7-3 0 15,-9-1 0-15,2-6 0 0,7-1 0 0,-9 1 0 16,9-4 0-16,-14-1 0 0,6 1 0 0,1 0 0 16,-7 0 0-16,0-1 0 0,-6 8-271 0,-1-4-224 15,-6 4-214-15,6 4-179 0,-6-4-189 0,-6 10-74 16,0 5 57-16,6-3 148 0,-7-5 195 15,1 3 186-15</inkml:trace>
  <inkml:trace contextRef="#ctx0" brushRef="#br3" timeOffset="53614.6">1453 6082 191 0,'-7'17'411'0,"7"2"60"0,-7-1 53 0,7-7-41 0,-6-1-88 16,-1-1-71-16,7-6-62 0,0-3-48 16,0-3-47-16,0-6-55 15,0-5-46-15,0-4-29 0,7 0-16 0,-1-5-9 0,1-2-4 16,0 2 0-16,-1-2-1 15,0 0-2-15,2 0 0 0,-2-2 1 0,7 2-5 0,-13 2 1 16,6 2 3-16,1-2 0 0,-7 9-2 16,6-1-2-16,-6 5 2 0,0 3-1 0,7-1-2 15,-7 4 8-15,6 8 3 0,0 0 2 16,2 10 3-16,-2 5 0 0,7 2 15 16,0 9-11-16,-7 3 12 0,7 7 8 15,1 4 16-15,-8 8 15 0,7 6-9 0,0 0 7 16,-7 1-10-16,1 3-8 0,-7-3-14 15,7-4-15-15,-7 0-9 0,-7-7-4 16,7-1-9-16,-7-3 3 16,1-7 0-16,0-4-1 0,-8-11 3 0,2-4 2 0,-2-3 2 15,1-8-6-15,-6-7 3 0,6-4-5 0,-1-6-1 16,-5-2-5-16,13-2-2 16,-7-4 1-16,13-5-10 0,-7 2 4 0,7-4 3 15,7-5 5-15,-1 4 0 0,1-3-5 0,6 3-15 16,-1 1-38-16,8-1-60 0,0 1-66 15,6-1-70-15,0-1-71 0,0 2-55 0,0-1-61 16,0 0-77-16,-6 5-11 0,-1-2 33 16,7 2 54-16,-6-1 63 0</inkml:trace>
  <inkml:trace contextRef="#ctx0" brushRef="#br3" timeOffset="53968.96">1921 5975 26 0,'0'-4'357'0,"-6"0"66"0,6 8 60 0,-6 0 6 0,-1-1-69 0,0 5-73 16,-5 3-65 0,5 3-49-16,1 1-45 0,-8 4-50 0,8 3-39 0,0-1-28 0,-2 2-16 15,2 2-18 1,6-4-10-16,-6 2-8 0,12 0-12 16,-6-9-6-16,6 1-1 0,2-5-4 15,-2-3-4-15,0-3 0 0,1-4 5 0,6-4-1 0,-6 1-1 0,5-9 1 0,-5-2 4 31,6-1 1-31,-7 1-1 0,2-5 5 16,-2 1-2-16,0 4 3 0,1-1-4 16,-1 1 0-16,-6 2 18 0,7 1-13 0,-7 5-3 15,0 1-4-15,7 2-4 0,-7 6 1 16,6 2-17-16,-6 1 12 0,6 5 7 0,-6 3 2 0,6 5 8 0,2-1-2 0,-2 1-1 0,-6 3-4 31,6-4 13-31,1 1-26 0,-7-1-46 0,0-3-49 16,7-1-49-16,-7-7-56 0,6 4-67 0,-6-7-26 15,7-4-19-15,-7-4-33 0,0 4-49 0,6-6-9 16,-6-6 20-16,6-2 35 0,-6-1 55 0</inkml:trace>
  <inkml:trace contextRef="#ctx0" brushRef="#br3" timeOffset="54329.45">2104 6026 247 0,'7'-4'368'0,"-1"4"51"15,-6 4 5-15,7 4-53 0,-7 3-66 0,0 3-50 16,6 1-40-16,-6 3-39 0,0 3-38 0,0-2-38 15,0 3-29-15,0 0-25 0,0-3-15 0,6-1-12 16,2-3-7-16,-8-1-4 0,6-3-5 0,-6 0-3 16,0 0-3-16,6-4-3 0,-6-7 2 0,7 0 1 15,-1 0 0-15,-6-7-1 0,7 3 1 0,-7-6 3 16,6 2-2-16,1-3 9 0,-7-7-8 0,6 3-8 16,1 1-5-16,-7 3-8 0,7-4 0 0,-1 0-14 15,0 4 8-15,1 4 11 0,0-1-6 0,-7 5 11 16,6 3 6-16,0 3 4 0,1 5 2 0,-1-1 0 15,1 0 14-15,6 4 3 0,1 4 2 0,-8 0 7 16,6-3 5-16,2-2 1 0,-8 1-1 16,7-1 0-16,1 2 5 0,-8-5 6 0,0-7 14 15,8 0 23-15,-14 0 12 0,6-4 10 0,0-3-1 16,-6-3-8-16,0-5-14 0,7 1-25 0,-14-5-15 0,7 1-17 16,0-1-11-16,-6-3-9 0,0 4-27 15,-2-1-26-15,2-2-40 0,6 2-49 0,-6 5-43 16,0-5-44-16,-2 8-30 0,2 0-25 0,0 4-17 15,6 3-41-15,0 4-75 0,0 0-20 0,0 0 13 16,0 0 35-16,0 11 46 0</inkml:trace>
  <inkml:trace contextRef="#ctx0" brushRef="#br3" timeOffset="54691.84">2527 5990 95 0,'0'-8'373'0,"0"-3"70"0,-6 3 69 0,6 1-7 0,-12 4-46 0,4-1-37 0,2 1-40 0,-7 3-38 0,7 3-52 0,-8 1-61 0,8 4-67 0,-7-2-59 15,6 9-40-15,1 3-31 0,0 1-20 0,-1-2-13 16,7 6-2 0,0-5 0-16,0 4-1 0,0 0-4 0,0 0 7 0,0-4 1 0,7-3-2 0,-7 0 0 15,6-3-3 1,0-6 0-16,1-2-4 0,0 0 0 0,-1-4 3 15,7-4 2-15,-6-4 2 0,-1 1-1 0,1-7 5 0,5-1 3 0,-4 0-4 0,-2-3-1 16,0 0-1-16,0 3-1 0,1 0 0 0,0 1-1 16,-1-1-2-1,-6 8-1-15,0 0 0 0,7-2 2 0,-7 9 0 0,6 5 0 0,-6-1 1 0,7 3 1 16,0 0-8 0,-1 4-20-16,0 1-41 0,0 2-56 0,2 1-61 0,4-1-69 0,-5 4-62 0,-1-7-55 31,1 1-56-31,-7-2-78 0,7-2-22 0,-7-8 22 0,0 0 46 0,0 0 63 0</inkml:trace>
  <inkml:trace contextRef="#ctx0" brushRef="#br3" timeOffset="55138.97">2658 5784 210 0,'0'-7'401'0,"0"3"53"0,0 4 49 0,7 4-61 15,-7 3-80-15,0 1-64 0,0 3-54 0,6 3-34 16,-6 5-36-16,0-1-25 0,6 4-17 0,1 4-17 16,0-1-7-16,-1 4-16 0,1 1-14 0,-1-1-24 15,0 1-16-15,8-1-13 0,-8 4-13 0,0-4-6 16,2-4-4-16,-2-2 2 0,0-2-4 0,1-2-2 16,-7-9 2-16,6 5 16 0,-6-7 21 0,7-4 16 15,-7-1 12-15,0-3 4 0,0-3 4 16,-7-5-14-16,7-3-19 0,0 1-21 0,0-5-11 15,0 3 0-15,0-7-14 0,0 5 3 0,7-4 2 16,-7 4 2-16,6-1 1 0,-6-3-1 0,7 7 6 16,-1-3-5-16,0 2-2 0,8 1-2 0,-1 4-3 15,0 0 1-15,0 3 3 0,0-1 1 0,6 5-1 16,-5 0 7-16,-1 5 12 0,-7-1 12 0,1-1 20 16,-1 4 31-16,1 1 39 0,-1-1 37 0,0 0 23 15,-6 4 7-15,0 0-10 0,-6 1-24 0,6 2-33 16,-6-3-36-16,-1 3-27 0,7 2-22 0,-13-2-11 15,7 1-9-15,-1-5-11 0,1 2-31 0,-8-1-61 16,8-5-77-16,-7 2-88 0,6-4-92 0,1 3-91 16,-1-3-64-16,7-4-34 0,-6 4-22 0,6-4-29 15,0 0-23-15,0 0 32 0,0 0 58 0,6-8 72 16,1-3 89-16</inkml:trace>
  <inkml:trace contextRef="#ctx0" brushRef="#br3" timeOffset="55344.13">3192 5927 303 0,'6'-7'509'0,"2"4"119"0,-8-1 113 0,6 0-13 0,-6 4-60 0,6-4-64 0,-6 4-72 0,0 0-95 16,0-3-97-16,7 3-92 0,-7-4-86 0,0 4-69 15,0 0-49-15,0 0-43 0,6 0-69 0,-6 0-100 16,0 0-108-16,0 0-116 0,7 0-109 0,-7 4-93 15,0-1-77-15,0-3-74 0,0 0 26 0,0 0 71 16,0 0 91-16,0 0 98 0</inkml:trace>
  <inkml:trace contextRef="#ctx0" brushRef="#br3" timeOffset="55492.96">3245 6063 171 0,'0'7'481'15,"0"-3"119"-15,0-1 119 0,0 8 47 16,0-7-52-16,0 3-74 0,6-3-92 0,0-4-99 0,-6-4-105 0,7 4-110 15,0 0-100-15,-1-3-63 0,-6 3-64 0,6 0-107 16,1 0-153-16,-7 0-161 16,0 0-157-16,0 0-233 0,0 0-92 0,0 0 20 0,-7 7 105 0,7 3 137 15,0-2 152-15</inkml:trace>
  <inkml:trace contextRef="#ctx0" brushRef="#br3" timeOffset="60010.58">3948 5569 43 0,'6'-12'372'0,"-6"1"67"0,8 0 58 0,-8 8 19 0,-8-1-78 15,8 1-61-15,0 6-54 0,-6 1-49 0,6 3-42 16,0 8-39-16,-6 0-39 0,6 7-31 0,0-5-20 16,0 9-3-16,0 3 3 0,0 0-5 0,0 5-5 15,6-2 2-15,-6 6-1 0,6-2-12 0,2-3-10 16,-2 4-14-16,7-1-7 0,-7-7-23 0,8 4-9 16,-2-3-3-16,2-5-10 0,-2-3-5 15,1 0-6-15,1-8 5 0,-2 1 0 0,2-7-2 16,5-1-3-16,-6-7 5 0,0 0 3 0,7-3-11 15,-8-5-27-15,2 1-44 0,-1-5-64 16,0 2-82-16,-7-1-84 0,1 1-71 0,-1-2-51 16,0 1-32-16,8-3-38 0,-14 3-44 0,0-1 15 15,6 1 46-15,-6 0 61 0,0 1 68 0</inkml:trace>
  <inkml:trace contextRef="#ctx0" brushRef="#br3" timeOffset="60186.97">4234 5806 55 0,'0'-3'370'0,"0"-1"65"16,0 4 53-16,0 4-8 0,0 3-73 16,0 0-62-16,8 8-58 0,-8 3-46 0,6 1-64 15,-6 3-26-15,6 4-31 0,1-1-29 0,0 8-27 16,-1-4-15-16,0 3 14 0,1 6-25 0,-1-1-15 16,8-1-13-16,-8-3-23 0,0 0-48 0,8 0-68 15,-14-8-82-15,6-3-90 0,0-3-119 16,-6-5-125-16,7-2-32 0,-7-12 27 0,0 0 58 15,0 0 76-15</inkml:trace>
  <inkml:trace contextRef="#ctx0" brushRef="#br3" timeOffset="60464.52">4228 5857 242 0,'6'-17'355'16,"8"2"32"-16,-8 0 7 15,1 4-86-15,6 0-75 0,0 0-52 0,0-3-31 16,0 3-15-16,7 0-12 0,-8 3 0 0,2 4-3 0,-1 1 26 16,-1 3 34-16,2 3 31 0,-8 1 35 0,1 4 15 15,0 3 7-15,-1-5-24 0,-6 9-38 0,-6-4-45 16,-1 4-47-16,0-4-40 0,1 4-28 16,-8 0-28-16,2-5-12 0,-1 1-6 15,-1-3-25-15,2-1-47 0,-2 3-69 16,-5-2-81-16,6 0-94 0,0-5-102 0,7 5-108 0,-8-4-120 15,8 3-19-15,6-7 41 0,0 0 72 16,0 0 88-16</inkml:trace>
  <inkml:trace contextRef="#ctx0" brushRef="#br3" timeOffset="61296.38">7812 3901 217 0,'7'-6'465'0,"-7"-2"98"0,0 4 92 0,0 4-17 0,0 4-76 16,0 0-70-16,0 2-63 0,-7 6-63 0,1 3-63 15,6 6-52-15,-7 1-46 0,7 4-39 0,-6-1-26 16,6 9-22-16,0 2-18 0,6 1-17 15,-6 0-13-15,7 3-8 0,-1-4-21 0,7 1-15 0,0-4-12 16,1-4-3-16,-2 1-12 0,8-9-9 16,-7-6 6-16,0-1-3 0,6-2-14 0,-5-5-30 15,-2-7-43-15,8-4-60 0,-7-3-86 0,7-8-81 16,-8-3-72-16,2 0-57 0,-1-4-33 16,0-5-12-16,0 6 0 0,-7-4-13 0,0 3-25 15,2-4 25-15,-2 4 50 0,-6-4 61 0,6 5 71 16</inkml:trace>
  <inkml:trace contextRef="#ctx0" brushRef="#br3" timeOffset="61482.33">8099 4022 90 0,'0'-6'375'16,"0"-2"71"-16,0 4 68 0,0 0-12 15,6 4-43-15,-6 4-36 0,0 2-22 0,0 2-13 16,0 4-24-16,0 3-39 0,0 3-33 16,0 4-69-16,-6 3-40 0,6 2-63 15,0 2-49-15,0 3-31 0,6 5-43 0,-6-5 3 0,0 5-49 0,0-4-59 16,0-3-86-16,7-5-95 0,-7 0-101 0,0-2-102 15,6-5-96-15,-6-3-89 0,0-5 12 16,0-10 60-16,0 0 81 0,0 0 91 0</inkml:trace>
  <inkml:trace contextRef="#ctx0" brushRef="#br3" timeOffset="61736.6">8093 4132 204 0,'0'-15'372'15,"6"1"37"-15,0-1 16 0,1 1-79 0,6 3-92 16,-6-5-71-16,5 6-44 0,2-2-26 0,5 3-21 0,-6 1-20 16,0 4-10-16,0 0 2 15,0 0 8-15,-7 4 15 0,8 4 22 0,-8 0 17 0,-6 8 12 16,7-3 0-16,-14 3-5 0,7 6-16 0,-12 1-22 0,4-1-25 16,-4 4-25-16,-2-4-17 0,2 4-15 0,-1-3-18 15,-1-5-30-15,2 1-34 0,-2-1-47 16,2-3-57-16,5 0-58 0,0-7-52 0,1 0-38 15,-1 0-48-15,7-4-72 0,0 0-23 0,0 0 16 16,0 0 37 0,13-8 47-16</inkml:trace>
  <inkml:trace contextRef="#ctx0" brushRef="#br3" timeOffset="61894.96">8412 4037 207 0,'6'0'461'16,"1"0"93"-16,-7 0 86 0,6 4-3 15,-6 0-78-15,0-2-87 0,7 3-84 0,-1-2-85 16,-6 1-80 0,6-4-83-16,2 4-72 0,-8-4-74 0,6 3-83 0,0-3-95 0,1 0-105 0,-1 0-104 15,1-3-118 1,-7 3-130-16,0 0-22 0,0 0 43 0,0 0 72 0,0 0 93 0</inkml:trace>
  <inkml:trace contextRef="#ctx0" brushRef="#br3" timeOffset="62067.77">8509 4198 108 0,'0'7'436'0,"0"-3"92"0,0 0 75 0,0-1 9 15,0-3-103-15,0 0-107 0,7 0-96 0,-7-3-83 0,7 3-75 0,-1 0-63 0,7-4-44 32,0-3-49-32,-7 0-76 0,14-5-94 0,-7 2-103 15,1-1-125-15,-2-1-159 0,1-1-58 0,0-3 18 16,6 1 60-16,1 1 89 0</inkml:trace>
  <inkml:trace contextRef="#ctx0" brushRef="#br3" timeOffset="62335.3">8841 3747 148 0,'7'-10'421'15,"-7"3"72"-15,0-5 63 0,7 4-14 0,-1 1-92 16,1 0-78-16,6-4-61 0,-6 0-48 15,11 4-39-15,-4-5-41 0,5 2-31 0,-5 3-29 16,5-1-18-16,0 4-7 0,1 2 15 0,-7 2 24 16,7 2 36-16,-8 6 46 0,2 3 31 0,-1-1 22 15,0 5-8-15,-7 7-20 0,-6-4-44 16,0 9-49-16,0-2-43 0,0 4-37 0,-6-3-36 16,6 3-23-16,-13 0-38 0,6 1-66 0,1-1-105 15,0 1-127-15,-8-5-124 0,8 2-135 16,-1-6-103-16,0 5-95 0,-5-4-46 0,5-4 44 15,1 4 86-15,-1-1 115 0,7 1 120 0</inkml:trace>
  <inkml:trace contextRef="#ctx0" brushRef="#br3" timeOffset="62485.87">9030 4374 425 0,'7'4'691'0,"0"3"195"0,-7-4 185 0,0 1 42 15,0 4-55-15,0-5-110 0,0 1-150 0,0-1-168 16,0-3-172-16,0 4-345 0,6-4-113 0,-6 0 0 15,0 0 0-15,0-4 0 0,0 4 0 0,0 0-490 16,0-3-341-16,0 3-321 0,0 0-135 0,0 0-7 16,-13 3 111-16,6 1 226 0,7-1 270 15</inkml:trace>
  <inkml:trace contextRef="#ctx0" brushRef="#br3" timeOffset="63535.52">4665 5854 391 0,'7'-4'560'0,"-7"4"121"0,0-4 121 0,6 0-33 0,-6 4-63 0,0 0-78 15,0-2-95-15,6 2-98 0,-6 0-112 0,0 0-97 16,7 0-85-16,0 0-59 0,-1 0-35 0,7 0-20 16,-6 0-11-16,-1 0 7 0,1-4-23 15,-1 4-50-15,0-4-87 0,1 4-120 0,0-4-134 16,-1 4-145-16,-6 0-111 0,0 0-95 0,0 0-77 16,0 0 33-16,0 0 85 0,0 0 109 15,0 0 115-15</inkml:trace>
  <inkml:trace contextRef="#ctx0" brushRef="#br3" timeOffset="63689.48">4717 5993 69 0,'0'11'410'0,"0"-4"84"0,0 1 79 0,0-1 32 15,7-3-61-15,-7 0-64 16,0-4-65-16,6 0-65 0,1 0-68 0,-1 0-71 0,0 0-70 16,1 0-64-16,0 0-49 0,5-8-84 0,-4 8-120 15,-2-4-141-15,0 4-175 0,-6 0-175 0,0 0-79 16,0 0 14-16,0 0 82 0,0 0 122 0</inkml:trace>
  <inkml:trace contextRef="#ctx0" brushRef="#br3" timeOffset="73307.17">1980 3191 140 0,'0'-8'342'0,"-6"5"50"0,-7-6 32 0,6 7-51 0,-6-2-65 16,1 4-48-1,-2 0-31-15,1 6-31 0,-6 3-30 16,-1 2-34-16,1 7-32 0,5 0-25 16,-12 4-14-16,7 4-11 0,-1 3-12 0,8 1-3 0,-8 3-4 0,7-4 4 0,-1 0-13 15,8-3-13-15,0-1-5 0,0-3-19 31,6-7-28-31,0 0-42 0,6-9-32 0,0-1-33 16,7-5-34-16,0-11-24 0,7 0-11 16,-1-4-6-16,1-3 3 0,-1-4-5 15,1-1-7-15,0-3-6 0,-1 5-1 16,1-4 14-16,-8 3 28 0,2-4 52 0,-8 8 81 16,-6-5 100-16,0 5 84 0,0 4 54 15,0-1 34-15,-6 3 18 0,-1 2-2 16,-6 6-31-16,0 1-28 0,7 6-18 15,-8 5-19-15,2 3-19 0,-8 3-32 0,0 4-21 16,7 8-14-16,-7 1-14 0,2 5-10 16,-2 4-10-16,0 0-1 0,7 2-3 0,-7-1-4 15,14-5-5-15,-7 1-9 0,7-6-15 16,6-6-27-16,-7-4-25 0,14-5-29 16,-7-4-27-16,6-8-43 0,7-4-48 15,-7-6-60-15,8-5-38 0,-8-5-4 0,7-1 12 16,0-5 42-16</inkml:trace>
  <inkml:trace contextRef="#ctx0" brushRef="#br3" timeOffset="73461.47">1759 3326 178 0,'-6'12'287'0,"-1"2"15"0,-6 8-41 16,0 7-67-16,6 4-69 0,-6 7-47 16,1-3-27-16,4 7-12 0,-4 0-11 15,5-4-11-15,1 0-7 0,6-3-5 0,-7-4-5 16,14-4-13-16,-7-3-9 15,6-11-11-15,7-1-22 0,1-6-39 0,-2-8-57 16,1-4-75-16,0-7-38 0,0-4-16 0,7-3 9 16</inkml:trace>
  <inkml:trace contextRef="#ctx0" brushRef="#br3" timeOffset="73635.33">1798 3484 38 0,'-13'29'267'15,"-1"8"20"-15,2 0 0 0,6 6-64 0,-8 1-80 16,8 4-56-16,-7-4-36 16,6 0-17-16,7-4-16 0,0-3-18 15,7-4-35-15,-7-8-50 0,13-6-70 16,-7-4-77-16,8-13-39 0,-8-4-13 0,6-6 15 16</inkml:trace>
  <inkml:trace contextRef="#ctx0" brushRef="#br3" timeOffset="73841.53">1870 3430 78 0,'-20'21'297'0,"6"12"23"0,-4 3 19 0,4 12-72 16,-5 2-92-16,-1 6-50 0,8 0-33 16,-2 5-19-16,1-2-15 15,0 0-19-15,6-4-14 0,1-3-25 16,6-9-20-16,0-7-26 0,6-6-24 15,8-5-37-15,-8-9-54 0,7-14-72 0,1-2-56 16,-2-10-14-16,8-9 0 0,-7-3 25 16</inkml:trace>
  <inkml:trace contextRef="#ctx0" brushRef="#br3" timeOffset="74076.52">1895 3509 90 0,'-19'15'347'0,"-1"7"41"0,-6 7 35 0,0 12-37 15,7 3-90 1,-7 6-53-16,6 6-30 0,1 6-20 0,-1 5-25 0,8-2-27 16,-2 5-36-16,8-5-35 15,-1 2-29-15,7-8-19 0,0-9-14 16,13-2-20-16,1-11-17 0,-2-8-23 16,8-7-26-16,-1-8-34 0,1-6-34 0,6-12-30 15,-7-7-18-15,7-11-36 0,-6-3-59 0,0-9-71 0,-7-6-23 16,6 0 9-1,-6-4 18-15,-7-3 48 0</inkml:trace>
  <inkml:trace contextRef="#ctx0" brushRef="#br3" timeOffset="74277.39">1863 3770 60 0,'-13'-11'328'0,"-7"7"36"0,8 11 37 16,-2 7-42-16,1 12-95 0,-7 7-67 0,8 4-40 16,-1 7-23-16,0 7-26 0,0 4-19 15,6 0-18-15,7 7-13 0,0 1-15 0,7-5-13 16,6-2-11-1,-7-5-12-15,14-11-24 0,0-4-12 0,-1-10-15 16,7-3-20-16,0-9-25 0,0-11-25 16,0-6-13-16,-7-8-23 0,8-4-28 0,-7-7-36 0,-2-7-44 0,-4 0-53 15,-1-4-17 1,0-4 11-16,-6 0 25 0</inkml:trace>
  <inkml:trace contextRef="#ctx0" brushRef="#br3" timeOffset="74444.1">1948 3945 51 0,'-13'-3'303'0,"-1"3"33"0,2 11 27 16,-2 3-52-16,8 4-85 0,0 13-60 0,-1-2-36 0,1 3-34 0,-1 5-20 16,14-1-23-16,-7 5-20 0,13-5-13 0,-7-3-9 15,7-4-8 1,6-2-18-16,-5-6-14 0,5-6-14 0,-5 0-15 0,4-8-15 0,-4-7-12 16,-1-7-5-1,0-1-11-15,0-6-19 0,0-6-33 0,-6 3-41 0,-1-9-49 0,0 1-32 0,1-5-4 16,-7 5 16-1</inkml:trace>
  <inkml:trace contextRef="#ctx0" brushRef="#br3" timeOffset="74808.75">2026 3956 8 0,'-6'0'309'0,"-1"4"30"0,7 3 29 0,-7 7-37 0,7 9-78 0,0-2-70 0,0 6-47 32,0 2-17-32,0 0-16 0,0 4-24 0,7-1-18 15,-7 6-12-15,7-5-13 0,-1 0-11 0,7-1-13 0,-7 2 3 0,8-8-6 0,-2-1-5 0,2-4-9 31,-1-6-7-31,0-1-14 0,0-6-14 0,-1-4-7 16,2-4-13-16,-1-7-10 0,0-1-8 0,-7-6-2 16,1-1-7-16,6-7-6 0,-6 4 1 0,-1-8 4 0,-6 3 0 0,0-2-5 0,0 4-3 15,0-5-2 1,-6 4-1-16,-1 4 9 0,0-4 28 0,-6 6 47 16,7 3 47-16,-7-3 43 0,6 9 37 0,1 5 20 15,-8 4 8-15,14 5-11 0,-6 5-9 16,0 5-5-16,6 6-9 0,0 3-1 0,0 3-5 0,6 4-9 15,-6 0-13-15,6 0-13 0,8 3-9 16,-1-7-14-16,0 0-14 0,0-6-10 0,0 0-2 16,6-6-6-16,-5-2-9 0,5-3 2 0,1-10-2 15,-8 2-6-15,8-8-8 0,-7-3-9 0,0-3-12 16,0-9-18-16,-7 5-18 0,2-8-16 0,-8-1-17 16,0 1-18-16,0-3-18 0,-8 3-32 0,-4-4-50 15,5 3-67-15,-13 6-40 0,8-5-4 0,-8 3 14 16,-6 2 42-16</inkml:trace>
  <inkml:trace contextRef="#ctx0" brushRef="#br3" timeOffset="77130.28">6235 3092 103 0,'-6'-8'294'0,"6"1"28"0,0-1-8 0,0 1-73 0,0 7-73 16,0-3-55-16,6-4-36 0,1 7-21 15,6 0-14-15,-1 0-4 0,8 7-2 0,0 3-1 16,-1 5-5-16,1-1-1 15,0 9-1-15,-1 2-5 0,7 0-2 0,-6 6-3 0,-1-2-4 0,1 0-5 16,-7 3-9-16,0-1-18 16,0-2-30-16,0-4-51 0,-7-3-88 15,-6-3-107-15,0-1-51 0,-6-7-14 0,6 1 13 0,-6-9 40 0</inkml:trace>
  <inkml:trace contextRef="#ctx0" brushRef="#br3" timeOffset="77337.73">6248 3260 162 0,'0'-7'349'0,"0"0"36"0,7-1 14 0,-7 4-87 15,0 1-92-15,6 3-70 0,0 0-44 0,8 3-22 16,-1 5-13-16,7 3-7 0,-1 3-11 16,0 5-6-16,8-1-7 0,-1 8-15 0,-6-1-8 15,5 4-11-15,-5 0-2 0,0 1-10 0,-1 3-25 16,0-7-38-16,-12 0-52 0,6-4-78 15,-6-4-133-15,-7-4-70 0,0 1-17 0,0-7 17 16,0-8 40-16</inkml:trace>
  <inkml:trace contextRef="#ctx0" brushRef="#br3" timeOffset="77539.56">6210 3272 91 0,'-14'-30'335'0,"1"5"40"15,0 2 31-15,7 9-64 0,6-1-91 0,-7 4-72 16,14 3-53-1,-1 8-34-15,0 0-24 0,14 8-20 0,0 3-16 16,-1 0-9-16,7 11-4 0,0-1 2 0,7 13-8 16,-7-1-4-16,0 7-2 0,0 1-1 0,1 5-4 0,-8 0-17 0,-6 0-19 15,0-1-35-15,-7-2-44 16,1-2-76-16,0-8-114 0,-14 0-76 16,0-3-22-16,1-9 10 0,-1-2 34 0</inkml:trace>
  <inkml:trace contextRef="#ctx0" brushRef="#br3" timeOffset="77738.67">6261 3355 246 0,'6'-3'300'0,"8"-1"17"0,-1 8-34 16,7 3-90-16,-1 4-58 0,0 7-31 0,1 4-9 15,0 4 2-15,5 0-2 0,-5 7-2 0,-7 0-6 0,7 3-7 0,-7 1-14 0,0 3-16 31,-7 0-18-31,1 1-12 0,-7-4-12 0,7-1-15 16,-14 0-35-16,7-3-42 0,-7-6-55 0,1-2-78 16,0-7-113-16,-1-3-51 0,-6-4-1 0,0-7 23 15,6-1 45-15</inkml:trace>
  <inkml:trace contextRef="#ctx0" brushRef="#br3" timeOffset="77940.03">6411 3553 195 0,'14'4'330'0,"-2"3"30"0,1 4 3 0,0 7-86 16,0 5-77-16,1 6-50 0,5-4-33 15,-6 8-21-15,0 1-18 0,0 3-18 0,0-1-16 16,-7 0-12-16,8 1-9 0,-14 0-10 0,6-4-7 16,0-5-12-16,-6 1-24 0,0-2-33 0,7-5-42 15,-7-4-55-15,-7-3-77 0,7-7-94 16,0-8-37-16,0 0-2 0,-12-5 24 0,6 2 47 15</inkml:trace>
  <inkml:trace contextRef="#ctx0" brushRef="#br3" timeOffset="78099.67">6548 3718 103 0,'13'0'321'0,"1"7"33"16,-8 5 25-16,6 2-68 0,-5 5-89 15,0 2-60-15,-1 5-40 0,1 0-29 0,-1-1-23 0,0 2-22 0,-6 2-20 16,8 0-27-1,-8-3-2-15,-8-1-1 0,8 1-15 0,-6-4-29 16,0 0-39-16,6-4-49 0,-7-7-99 16,-6 3-98-16,6-6-44 0,-5-4 0 0,-2-1 26 0</inkml:trace>
  <inkml:trace contextRef="#ctx0" brushRef="#br3" timeOffset="78286.96">6581 3835 59 0,'6'8'316'0,"0"3"29"0,1 3 20 0,-7 1-56 0,7 7-100 0,-7-3-78 0,-7 2-42 16,7 1-26-1,-7 4-20-15,7-9-19 0,-6 3-16 16,0-5-19-16,0 3-34 0,-2-7-42 0,2 0-69 0,-7-1-96 0,6-2-66 0,-6-5-24 16,13-3 4-16,-12-3 30 0</inkml:trace>
  <inkml:trace contextRef="#ctx0" brushRef="#br3" timeOffset="78441.98">6496 3839 47 0,'13'0'343'0,"-6"4"45"0,5 7 37 0,-5-1-29 16,-7 9-105-16,6-1-81 0,1 5-60 0,0 2-41 16,-7 5-36-16,0-1-29 0,6 0-35 0,-12 4-58 0,6 0-75 0,-7 1-128 0,-6-3-116 15,-6-1-62 1,5 3-14-16,-5-4 28 0,6 0 57 15</inkml:trace>
  <inkml:trace contextRef="#ctx0" brushRef="#br3" timeOffset="82037.89">5310 5620 122 0,'0'-8'416'0,"6"1"83"0,-6 2 84 0,7 3 17 0,-7-2-48 0,0 4-56 16,0-3-40-16,0 3-50 0,0 0-64 0,0 3-70 15,0 1-80-15,0 6-58 0,0 2-46 16,0 2-25-16,7 4-7 0,-7 8 7 0,6 0 19 16,1 3 21-16,-1 8 17 0,0-4 9 0,-6 6 5 15,8 2-3-15,-2 0-7 16,-6-4-13-16,6-1-19 0,0-3-11 0,-6 0-18 0,8-8-15 0,-8 0-22 16,6-2-15-16,-6-9-8 15,6 2-11-15,-6-10 3 0,0 6-2 16,7-10 3-16,-7-2 0 0,6 0 4 0,1-2 3 15,0-2 0-15,-1-4-1 0,0 2-1 0,8-3 6 16,-8-1-5-16,7-1 14 0,0 0-8 0,0 4-7 0,0-4-5 16,0 3-23-16,0 5-49 15,0-1-100-15,-6 0-88 0,6 4-111 0,-7 0-111 0,1 0-91 0,-1 4-50 16,0-4-30-16,-6 0-43 0,0 0 14 0,0 0 63 16,0 0 81-16,0 0 87 0</inkml:trace>
  <inkml:trace contextRef="#ctx0" brushRef="#br3" timeOffset="82370.02">5754 5846 125 0,'0'-10'385'0,"6"-1"69"0,0-1 74 0,-6 5-4 16,0 0-36-16,0 0-32 0,-6-1-24 0,6 5-12 0,-6-5-29 0,-2 5-53 0,8 0-70 31,-6-1-60-31,0-1-56 0,-1 5-54 0,0 5-39 15,1-1-30-15,-1 2-18 0,1 2-15 0,0 3-1 16,-1 0-7-16,7-1 1 0,-7 5-2 16,7-3 0-16,0 2 8 0,7 4 1 0,-7-7 0 15,7 4-10-15,5 0 7 0,-5-1 6 0,6 5-1 16,6-2-2-16,-5 2 4 0,5-4 2 16,-6-1-3-16,6 1-1 0,-5-5 4 0,-8 6 4 15,1-5 0-15,0 0 5 0,-1 3 3 0,-6-3-5 16,6-3-10-16,-12-2-33 0,6-1-47 0,-6-5-60 0,-1 0-66 0,-6-5-65 15,-1 5-72-15,2-2-49 0,5 2-30 16,-6-4-28-16,0-4-60 0,7 8-48 16,-8-3 16-16,14 3 45 0,0 0 61 0,0 0 74 0</inkml:trace>
  <inkml:trace contextRef="#ctx0" brushRef="#br3" timeOffset="82602.96">5929 5788 196 0,'13'-7'449'0,"0"-1"92"0,-7 5 97 31,2 3-3-31,-8 0-62 0,0 7-67 0,0 0-71 16,-8 5-81-16,8 2-81 0,0 4-85 0,0 0-70 16,8 5-49-16,-8 2-34 0,0 1-12 0,6 0-21 0,0-1-43 0,-6 1-77 0,0-1-87 31,0-2-95-31,0-1-95 0,-6-5-86 0,6-2-68 15,0-3-76-15,0-12 5 0,0 0 52 0,0 0 70 16,0 0 82-16</inkml:trace>
  <inkml:trace contextRef="#ctx0" brushRef="#br3" timeOffset="83007.53">5929 5846 65 0,'0'-6'350'15,"7"-6"51"-15,-1 5 42 0,-6-4-42 0,0 4-102 31,7 0-78-31,-1-1-66 0,0-3-49 0,2 4-42 16,-2 0-26-16,6-1-16 0,-5 1-11 0,6 0-5 16,0 2-3-16,-6 2 2 0,0-1-3 15,-1 4 1-15,6 0 4 0,-4 0 11 0,-2 7 16 16,-6 1 18-16,6 3 25 0,-6 4 20 0,0-4 14 16,0 4 2-16,-6 2-4 0,6-2-14 15,-6-1-18-15,6 1-17 0,-8 4-16 0,8-4-5 16,0-4-5-16,-6 0 4 0,6-7 11 0,-6 3 8 15,6-4 5-15,0-3-3 0,0 4-5 0,0-4-6 16,0 0-12-16,0 0-10 0,6-4-8 0,-6 4-7 16,6 0 2-16,2-3 1 0,4-1-6 15,-5 1-3-15,6-1-3 0,-6 0-2 0,5 0 1 16,2 4-4-16,5 0 0 0,-6 0 4 0,0 0 16 16,0 4 33-16,0 4 42 0,-7-1 56 0,2 7 63 15,4-3 54-15,-12 3 37 0,7 1 9 16,-14 0-13-16,7-1-33 0,-6 5-45 0,0-4-48 15,-8-4-48-15,1 4-40 0,0-5-29 0,0-3-28 16,0 5-38-16,0-5-58 0,-7 1-93 16,1-1-122-16,6-4-149 0,-6 1-142 0,5-1-121 15,-5 1-151-15,6 0-39 0,6-4 52 0,-6 4 109 16,6-1 127-16,1 4 131 0</inkml:trace>
  <inkml:trace contextRef="#ctx0" brushRef="#br3" timeOffset="84679.97">6691 5755 135 0,'7'8'470'0,"-7"-4"119"0,0-1 115 0,0 0 68 0,7-3-43 0,-7 4-60 0,0-4-67 0,6 0-94 0,-6 4-96 0,0-4-117 0,6 0-98 0,0-4-77 0,2 4-46 16,4-4-10-16,8 1-8 0,-1 0 4 0,1-1-5 15,0-1-1-15,-1 2-12 0,7 0-19 16,0-1-3 0,1 0-7-16,-1 1-6 0,-7-5-2 0,7 4-3 15,-6 1 5-15,6 3-8 0,-7-5-4 0,-6 5-20 16,7-2-60-16,-7 2-82 0,-7 0-125 0,1 0-143 16,0 0-132-16,-1-4-103 0,0 4-92 15,-6 0-79-15,0 0 38 0,0 0 99 0,0 0 110 16,0 0 113-16</inkml:trace>
  <inkml:trace contextRef="#ctx0" brushRef="#br3" timeOffset="84864.35">7023 5569 260 0,'8'-8'478'0,"-8"8"102"0,0 0 97 0,0 0-14 15,0 3-47-15,0 4-47 0,-8 5-56 0,2 3-71 0,6 3-77 0,0 0-86 0,0 8-84 16,0 3-72-1,0 1-53-15,0 3-46 0,0-1-81 0,-6 1-127 16,6 0-163-16,-7 0-167 0,1 1-208 16,6-5-143-16,-7 0-25 0,1-4 71 0,6 1 133 15,0-4 154-15</inkml:trace>
  <inkml:trace contextRef="#ctx0" brushRef="#br3" timeOffset="85610.93">2671 4143 225 0,'0'19'260'0,"-6"-1"-22"0,6 4-46 0,0-3-63 0,6 2-44 0,-6-3-38 15,6-3-28-15,-6-4-18 0,7-1-24 0,0-2-19 16,-1-4-47 0,-6-4-65-16,0 0-56 0,7-8-26 0,-7-6 0 0</inkml:trace>
  <inkml:trace contextRef="#ctx0" brushRef="#br3" timeOffset="85927.6">2600 3663 112 0,'0'-8'317'0,"0"-2"40"0,-8 3 12 0,8 3-47 0,0 0-68 16,0 0-52-16,-6 2-42 0,6-4-35 0,0 4-33 15,0-2-28-15,0 1-23 0,0-1-22 16,6-4-10-16,-6 0-8 0,0 1-8 0,8-4-12 16,-8 0-16-1,6 1-16-15,0-6-14 0,-6 2-13 0,7-4-10 16,-7 4 2-16,6-6 8 0,-6 7 8 0,7-3 11 15,-7 2 16-15,0-1 10 0,0 4 11 0,0 4 4 16,0-1 10-16,0 1 8 0,0 0 8 0,0 7 7 16,0-3 5-16,0 6 3 0,0 1-2 0,0 3-1 15,0 4-6-15,0 4-5 0,0 3-5 0,0 4 0 0,0 7-12 0,0 4 2 0,0 4 3 16,7 4-4-16,-7 6-10 16,6 0-19-16,0 5-14 0,1-1-71 15,0 8-122-15,-1-7-59 0,-6 2-24 16,0-3-2-16,6 1 19 0</inkml:trace>
  <inkml:trace contextRef="#ctx0" brushRef="#br3" timeOffset="86068.62">2795 4463 152 0,'6'6'325'0,"-6"-2"30"0,6-4-3 0,-6 4-81 16,0-4-90-16,0 0-67 0,0 0-51 0,0 0-43 15,0-4-38-15,0 0-39 0,8-2-56 0,-8-6-92 16,-8 1-82-16,8-4-37 0,0-3-4 0,-6-1 14 15</inkml:trace>
  <inkml:trace contextRef="#ctx0" brushRef="#br3" timeOffset="86244.96">2795 3517 8 0,'-7'-4'356'0,"7"0"51"0,0 0 35 15,0 4-17-15,-6 4-115 0,-1-4-111 0,7 4-76 16,-6-4-53-16,6 4-53 0,0-4-49 0,-7 3-51 0,7-3-59 16,-6 8-96-16,6-8-109 0,0 6-44 0,-6 6-3 15,-2 2 24-15,8 6 45 0</inkml:trace>
  <inkml:trace contextRef="#ctx0" brushRef="#br3" timeOffset="86386.63">2984 4235 11 0,'13'36'308'0,"-7"-7"33"0,1 1 19 0,-1-8-41 16,1-3-98-16,-7-5-77 0,0-3-52 0,7-7-35 16,-7-1-29-16,6-6-34 0,-6-5-36 0,6-6-52 15,1-5-83-15,0-3-102 0,-1-4-46 0,0-6-13 16,1-1 9-16</inkml:trace>
  <inkml:trace contextRef="#ctx0" brushRef="#br3" timeOffset="86548.93">3225 3355 191 0,'0'12'395'0,"6"-5"47"15,-6 3 32-15,0 5-74 0,0-1-121 0,-6 3-93 16,6 0-63-16,0-2-46 0,0 3-30 0,0 0-32 0,0-3-40 0,0 0-52 16,0 3-61-16,6 0-96 0,-6 0-136 0,0 5-64 15,7 2-8-15,-7 0 25 0,0-2 47 0</inkml:trace>
  <inkml:trace contextRef="#ctx0" brushRef="#br3" timeOffset="86703.89">3388 4378 261 0,'0'29'337'0,"7"-7"17"0,-7-5-22 0,0 0-100 16,0-7-85-1,6-3-63-15,-6-7-43 0,0 0-37 0,0-11-45 16,6 0-71-16,-6-7-102 0,6-5-82 15,-6-2-33-15,8-8-3 0,-8-1 19 0</inkml:trace>
  <inkml:trace contextRef="#ctx0" brushRef="#br3" timeOffset="86898.96">3538 3476 105 0,'6'8'352'0,"1"-4"33"0,-7 3 20 15,0-4-70-15,0 8-117 0,0 0-88 0,6 0-52 0,-6 4-38 0,0-4-20 0,6 7-12 32,2 4-16-32,-8 5-35 0,6 1-34 0,7 5-47 0,-7 0-81 0,-6 4-102 0,7 3-42 0,-7 0 1 31,6 0 15-31</inkml:trace>
  <inkml:trace contextRef="#ctx0" brushRef="#br3" timeOffset="87172.04">3863 3392 296 0,'6'15'340'0,"2"3"31"0,-2 4-26 0,0 4-82 16,1 6-60-16,0 2-35 0,-7 2-25 0,6 5-20 16,-6 3-18-16,0-1-22 0,0 1-25 15,0 0-20-15,0 0-14 0,0-4-19 0,0 5-25 16,0-9-37-16,7 1-41 0,-7-5-43 0,0-2-55 16,-7-8-63-16,7-4-90 0,0 1-31 0,0-8 6 15,0-11 28-15,0 0 45 0</inkml:trace>
  <inkml:trace contextRef="#ctx0" brushRef="#br3" timeOffset="87356.5">4183 3480 180 0,'0'15'379'0,"0"3"37"0,0 3 23 15,0 5-84-15,-6 3-124 0,6 0-88 0,-8 5-65 16,8 3-32-16,-6 4-23 0,6-1-27 15,-6 3-38-15,6 2-57 0,0 2-88 0,-7 4-131 16,-6 1-68-16,7-5-22 0,-1 1 13 0,7-1 42 16</inkml:trace>
  <inkml:trace contextRef="#ctx0" brushRef="#br3" timeOffset="87494.86">4280 4296 95 0,'0'-7'371'0,"0"4"60"0,0-1 42 0,0 1-40 15,0-1-100-15,-6 0-90 0,0 4-71 16,6-4-61-16,-7 1-61 0,0-1-66 16,7-6-67-16,-6 2-77 0,6-3-117 0,-6 1-122 0,-2-2-49 15,2-2-2-15,0-6 26 0,-1-1 57 0</inkml:trace>
  <inkml:trace contextRef="#ctx0" brushRef="#br3" timeOffset="87685.43">4365 3135 230 0,'13'4'365'15,"-13"-1"17"-15,6 6 17 0,2-3-120 0,-8 6-110 16,6 2-76-16,-6 1-40 0,0 4-18 16,6 2-33-16,1 1-37 0,0 4-36 0,-1 7-74 15,-6-4-128-15,6 7-68 0,-6 2-20 16,7 2 9-16,-7 7 21 0</inkml:trace>
  <inkml:trace contextRef="#ctx0" brushRef="#br3" timeOffset="87858.12">4457 4333 232 0,'0'26'390'0,"0"-7"53"0,0-5 31 0,0-3-62 16,0 0-77-16,0-4-62 0,0 1-52 15,0-5-44-15,6-3-43 16,-6-3-48-16,6 3-51 0,-6-8-51 0,7-3-54 15,0 1-62-15,-1-9-67 0,0-3-77 0,8 0-105 0,-8-4-80 0,1-3-16 16,5-3 23-16,2-5 49 16,-2-3 70-16</inkml:trace>
  <inkml:trace contextRef="#ctx0" brushRef="#br3" timeOffset="88042.27">4848 3425 185 0,'0'-12'410'0,"6"6"65"15,-6-2 55-15,0 5-55 0,6 3-102 0,-6 3-90 16,-6 5-74-16,6 3-59 0,-6 3-53 0,-2 9-41 16,8-2-26-16,-6 8-17 0,6 5-14 0,0 2-31 15,-6 5-44-15,-1 6-54 0,1 0-62 0,-1 5-75 16,1 7-111-16,-7-5-87 0,-1 5-19 0,2 0 20 16,5 3 48-16,0-7 67 15</inkml:trace>
  <inkml:trace contextRef="#ctx0" brushRef="#br3" timeOffset="88159.32">4802 4513 187 0,'0'8'320'0,"6"-8"25"0,-6 0-25 16,7-4-69-1,-7-4-81-15,0-2-57 0,6-9-42 0,1 2-26 16,-1-10-23-16,-6-2-26 0,14-7-36 0,-8-5-67 0,0 0-110 0,1-6-81 16,0-4-38-16,-1-3-9 0,-6-9 16 0</inkml:trace>
  <inkml:trace contextRef="#ctx0" brushRef="#br3" timeOffset="88360.03">5004 3169 258 0,'6'0'312'0,"1"2"18"0,6-2-45 16,-7 5-100-16,1-1-79 0,-1 4-49 0,8-5-25 31,-2 8-17-31,2 0-6 0,-8 3-4 0,7 5-9 15,0 2-10-15,0 1-10 0,1 8-18 0,-2-1-24 16,-6 7-28-16,8 2-28 0,-8 2-35 0,1 3-31 16,-1 2-29-16,0 6-16 0,2 0 6 15,-8 4 24-15</inkml:trace>
  <inkml:trace contextRef="#ctx0" brushRef="#br3" timeOffset="88585.89">5389 4323 222 0,'0'10'323'0,"0"5"25"15,0-4-26-15,0 4-82 0,0-8-82 16,0-3-60-16,-8-1-40 0,8 1-39 0,0-4-32 15,0-7-37-15,0 0-55 0,0-8-81 0,0-3-90 16,0-4-36-16,0-5-10 0,8-2 13 16</inkml:trace>
  <inkml:trace contextRef="#ctx0" brushRef="#br3" timeOffset="88761.41">5538 3191 248 0,'0'11'294'16,"-7"6"-1"-16,1-2-65 0,0 4-142 15,-1 3-175-15,0 0-108 0,-5 4-57 0,5 3-18 16,-6 7-3-16</inkml:trace>
  <inkml:trace contextRef="#ctx0" brushRef="#br3" timeOffset="88928.69">5414 4521 120 0,'0'0'396'0,"0"3"46"0,-6-3 23 0,6-3-51 16,0-1-141-16,-7 0-131 0,1-3-110 0,6 0-102 16,-6 0-123-16,6-5-139 0,-8 5-70 0,2 3-20 15,6 4 15-15,-12-6 47 0</inkml:trace>
  <inkml:trace contextRef="#ctx0" brushRef="#br3" timeOffset="90188.24">7538 5620 356 0,'0'-4'449'0,"7"-4"78"0,0 8 49 0,-7 0-54 0,6-3-42 15,-6 3-35-15,0 0-42 0,0 3-40 16,0-3-31-16,0 8-57 16,0 3-47-16,0 4-52 0,6 3-24 0,-6 0-23 15,0 4-34-15,7 4 3 0,-7 0-3 0,0 3 9 16,0-4-9-16,0 1-9 0,0-1-11 15,0 1-17-15,0-4-21 0,0-3-20 0,7-1-9 16,-7-4-5-16,6-3-6 0,1 4-1 0,5-7 3 0,-5-1 2 0,6-4 1 16,7 1-1-1,-1-4 3-15,1 0 0 0,0 0-7 0,-1-4-3 0,0 1-33 0,1-1-61 0,-7 1-92 16,7-5-120 0,-7 1-119-16,0-5-113 0,0 2-73 0,-1-5-57 0,-4 4-57 15,4 1 32-15,-5-5 77 16,-7 4 91-16,7-1 93 0</inkml:trace>
  <inkml:trace contextRef="#ctx0" brushRef="#br3" timeOffset="90501.02">7994 5700 112 0,'0'-8'380'0,"0"-2"67"15,0 3 67-15,0-1-4 0,0 1-43 0,-6-1-30 0,6 5-20 0,0 0-20 16,0-1-20-16,-6-1-53 0,-1 5-64 0,1 5-69 15,-1-1-58-15,0-1-47 0,7 8-47 0,-6 0-20 16,6 0-18 0,0 3 1-16,0 1-5 0,6 3-1 15,1 1-1-15,0 0-6 0,6-2 6 0,-1 2-1 16,2-1 6-16,5 1-5 0,1-2 6 0,-7-2 5 16,0-1-4-16,-1 2 0 0,2-1 1 15,-1-5 3-15,-7 1-2 0,1 0 1 0,0-4 8 16,-1 4 0-16,-6-3-2 0,-6-1 5 0,-1 1 3 0,0-1-4 0,-6-4-10 0,1 1-25 15,-2-1-35 1,2-3-58-16,-2 4-79 0,1-4-83 0,-7 0-82 0,8 0-65 0,6 0-61 0,-8 0-51 16,14 0-67-16,-6-4 11 0,6 4 48 15,0 0 67 1,0 0 84-16</inkml:trace>
  <inkml:trace contextRef="#ctx0" brushRef="#br3" timeOffset="91886.9">4483 7236 218 0,'6'6'575'0,"0"-2"159"0,-6 3 159 0,0-3 92 0,0 0-55 0,7 0-83 0,-7-2-107 15,0-2-122-15,0 5-138 0,7-5-135 0,-7 3-112 16,0-3-91-16,0 0-62 0,6-3-36 15,-6 3-23-15,7-5-9 0,-1 3-12 0,0 2-20 16,2-4-42-16,-2 4-72 0,-6-4-105 0,0 4-140 16,0 0-154-16,0-4-130 0,0 4-92 15,0-3-55-15,0 3-42 0,0 0-3 0,0 0 80 16,0 0 109-16,0 0 112 0,-6 3 116 0</inkml:trace>
  <inkml:trace contextRef="#ctx0" brushRef="#br3" timeOffset="92039.12">4509 7400 34 0,'0'15'401'15,"6"-8"103"-15,-6 3 100 0,0-1 64 16,0-6-14-16,7 0-8 0,-7 2-2 0,6-5-16 16,-6 3-41-16,6-3-65 0,2 0-98 0,-2 0-101 0,0 0-99 15,0-3-83-15,8-2-65 0,-8 2-66 16,7 0-100-16,-6 3-161 0,0-5-207 16,-7 5-204-16,0 0-247 0,0 0-139 0,-7 5-10 0,0 1 101 15,7-6 173-15,-6 8 190 0</inkml:trace>
  <inkml:trace contextRef="#ctx0" brushRef="#br3" timeOffset="127994.96">5623 6898 3 0,'0'-8'297'0,"6"1"42"0,-6 3 42 0,7 0-31 0,-1-2-60 0,-6 2-45 16,7 4-25 0,-1-4-10-16,-6 1-9 0,0 3-7 0,0 0-2 0,0 0-1 0,0-4-1 0,0 4-2 31,0 0 3-31,-6 0 10 0,6 4 6 0,-7-1-16 0,7 5-15 0,-6-2-30 0,-1 6-31 16,1 3-33-16,-7 7-36 0,-1 0-13 0,2-1-16 15,-8 8 4-15,7 0-6 0,-7-2-5 0,8 2-6 31,-8 0-4-31,7-3 8 0,0-1-5 0,0 2-5 16,-1-9 0-16,2 4 0 0,6-4 1 16,-1-3-11-16,0-4 1 0,1-1 3 0,6-2-2 0,0-4 3 0,-7 4 2 0,7-6 0 0,0 2 2 31,0-1-4-31,0-3 0 0,0 4 0 0,7-4-1 16,-7 5 1-16,6-2-1 0,1 1 6 0,0 0 1 15,-1-1-3-15,6-3-13 0,2 0-19 16,-8-3-28-16,8-1-39 0,-1 4-45 0,-1 0-50 15,-5-4-39-15,6 4-32 0,0 0-20 0,0-3-12 16,-6-2-1-16,6 1 7 0,-7 1 11 16,1-1-3-16,-1 2-19 0,-6 2-39 0,0 0-17 15,0 0 10-15,0 0 23 0,0 0 46 0</inkml:trace>
  <inkml:trace contextRef="#ctx0" brushRef="#br3" timeOffset="128293.27">5610 6994 176 0,'0'-5'311'0,"0"2"37"0,6-1-14 0,-6 1-45 0,0-1-54 0,0 0-37 16,7 4-23-16,-7 0-18 0,0 0-20 0,0 4-16 15,0-4-16-15,0 7-18 0,6 0-12 0,-6 4-7 16,0 4-4-16,0 3-3 0,7 8 3 0,-7 0 6 15,0 6-2-15,0 3-1 0,6-4-6 0,-6 6-7 16,0 0-12-16,0 3-11 0,0-3-15 16,0 3-9-16,0-3-5 0,0-1-2 0,0-2-3 15,0-1-12-15,7-8-17 0,-7 1-36 16,0-9-42-16,0 3-47 0,0-6-53 16,0-2-42-16,0-5-42 0,0-4-51 0,0-3-68 15,0 0-11-15,0 0 23 0,0 0 35 0,6-14 56 16</inkml:trace>
  <inkml:trace contextRef="#ctx0" brushRef="#br3" timeOffset="128593.35">5772 6890 258 0,'7'-7'346'0,"-7"-1"42"0,7 6-19 16,-7-2-62-16,6 0-61 0,-6 4-49 0,0 0-41 15,7 4-31-15,-7 2-27 0,6 2-20 0,0 7-17 16,-6 7-11-16,8 0-7 0,-2 3-7 0,-6 4-8 16,6 0-9-16,-6 5-6 15,7-1-6-15,-7 0-5 0,7 0-13 0,-7-3-24 0,6-5-29 0,-6-2-39 16,6-6-48-16,-6 2-57 0,0-9-78 15,0-10-96-15,0 0-34 16,0 0 8-16,0 0 30 0,0-7 48 0</inkml:trace>
  <inkml:trace contextRef="#ctx0" brushRef="#br3" timeOffset="128852.31">5936 6887 111 0,'6'0'356'0,"-6"3"54"15,0 2 46-15,7 6-50 0,-7 3-81 16,0 4-62-16,0 1-44 0,0 6-33 0,0 1-25 16,0-1-20-16,0 4-15 15,0 1-19-15,6-1-15 0,0 2-21 0,2-6-16 16,-8 0-22-16,6 1-12 0,0-4-10 0,0-5-10 0,1 2 1 0,6-3-4 16,-6-7 1-16,6 3-4 0,0-8 2 0,-1 0-2 15,2-8-14-15,-1 0-23 0,0-4-41 16,0 1-46-16,0-7-57 0,-6-5-57 15,5 1-61-15,-5-3-89 0,-7-2-70 16,0 0-9-16,0 6 25 0,0-4 46 0,-7-2 64 16</inkml:trace>
  <inkml:trace contextRef="#ctx0" brushRef="#br3" timeOffset="129404.24">5714 7031 273 0,'0'-6'338'0,"6"0"33"0,1 2-30 16,0-3-66-16,5 3-60 0,2-4-40 0,-2 1-31 15,15-3-24-15,-7-2-25 0,6 2-25 0,-1-1-17 0,8 0-15 0,-7 0-11 16,6-1-10-16,-6 6-4 16,1-2-13-16,-1 5-22 0,-6-2-27 15,-1 2-29-15,1 3-34 0,-1 3-29 0,-6-3-19 16,0 5-19-16,0-2-19 0,0 1-17 0,-7 0-11 15,1-1-7-15,6-3 9 0,-13 0 29 0,6 3 47 16,2-3 62-16,-8 0 82 0,0-3 79 0,6 3 66 0,-6 0 51 0,0 0 31 16,6 0 16-1,-6 3-7-15,7-3-12 0,-7 4-18 0,6-4-7 0,-6 4 1 0,7 3 3 16,-7 1-1 0,6 3-2-16,-6 3-7 0,0 1-11 0,7 4-18 15,-7 2-15-15,6 1-11 0,0 3-14 0,2-2-16 16,-2-1-16-16,-6 3-14 0,6-3-19 15,1 5-15-15,0-6-10 0,-1 1-12 0,1-8-11 16,-1 1 0-16,-6-3-3 0,0-5-3 0,0 0-3 16,0-4 2-16,0-3 3 0,0 0 1 0,0-3-3 15,0-4 0-15,0 0-3 0,-6-8 1 0,6 1-1 0,-7-5-2 0,7-3 0 16,-6 0 1 0,6-5 4-16,-7 6 0 0,7-4 0 0,0-1 3 15,-7 4 2-15,7 1-1 0,0 1-1 0,0 3 0 16,0 2 3-16,0 3-6 0,7 2 1 0,-7-1-1 0,7 0-1 0,-1 3 1 15,1 1 1 1,5-1 5-16,-5 5-3 0,6 0 2 0,0-1-3 16,-6 0 2-16,6 1-5 0,0-2-13 0,0 5-36 0,-1 0-52 0,-4 0-69 15,4 0-81-15,-5-3-84 0,-1-1-103 16,-6 4-118-16,0 0-31 16,7-4 28-16,-7 4 56 0,6-10 73 0</inkml:trace>
  <inkml:trace contextRef="#ctx0" brushRef="#br3" timeOffset="129721.81">6425 6664 203 0,'0'-4'412'0,"0"-3"59"0,0 3 54 0,0 0-63 0,0-3-96 0,6 3-80 0,-6 1-70 0,6-1-39 0,1-3-43 0,-1-1-34 0,1 5-24 31,6-4-11-31,-7 0 2 0,14 2-8 0,-7 2 3 15,0 3 8-15,0 0 19 0,0 0 56 0,-6 3 18 16,-1 2 27-16,0-3 31 0,2 5 20 16,-2 1 2-16,-6 4-44 0,0-2-11 0,0 5-30 15,0-4-39-15,0 8-35 0,0-5-28 0,-6 1-23 16,6-1-16-16,-8 1-6 0,8-4-8 0,0 0-3 16,-6 0 0-16,6-4-3 0,6 1-6 0,-6-5-3 15,0 0-1-15,8-3-9 0,-2 0-24 16,0 0-50-16,0 0-71 0,8-3-91 0,-1 3-106 15,-1-3-104-15,8 3-87 0,0-4-94 0,6 4-73 16,-1 0 15-16,2 0 68 0,13 4 92 0,-2-4 100 16</inkml:trace>
  <inkml:trace contextRef="#ctx0" brushRef="#br3" timeOffset="130056.41">7181 7129 205 0,'-14'3'456'0,"14"-3"97"15,-6 4 100-15,6-4 11 0,0 4-48 16,0-4-54-16,0 0-64 0,6 0-64 0,-6 0-65 15,6 0-62-15,2 0-61 0,4-4-56 0,8 4-32 16,-1-4-41-16,1 1-28 0,6-5-31 0,-7 2-26 16,7 1-15-16,0-2-9 0,1 4 3 15,-1-1-46-15,-7 0-80 0,1 0-101 0,-7 4-118 16,0 0-114-16,-1-3-101 0,2 3-61 0,-8-4-39 16,-6 4-50-16,0 0 20 0,0 0 65 15,0 0 80-15,0 0 84 0</inkml:trace>
  <inkml:trace contextRef="#ctx0" brushRef="#br3" timeOffset="130214.63">7323 6879 283 0,'0'-4'477'0,"0"4"99"16,0 4 102-16,0 4-23 0,0 0-48 0,0 6-58 16,7 1-66-16,-7 3-79 0,0 7-90 0,7 4-90 15,-7 6-84-15,0-4-58 0,6 10-52 0,-6 0-81 16,6-2-118-16,1 2-136 15,-7 2-140-15,7-2-140 0,-7-4-182 0,6 4-43 16,-6-9 49-16,7 2 102 0,-7-5 117 0</inkml:trace>
  <inkml:trace contextRef="#ctx0" brushRef="#br3" timeOffset="140776.96">8190 5660 204 0,'0'7'391'0,"0"-3"72"0,0 0 60 0,0-1-25 15,0-3-32-15,0 4-25 0,0-1-10 0,0 1-8 16,7-1-25-16,-7-3-28 0,0 4-40 16,0-4-33-16,0 0-50 0,6 0-53 0,-6-4-42 15,0 4-52-15,6 0-31 0,-6-3-28 0,7 3-14 16,0-4-15-16,-1 4-1 0,0-3 4 0,8-1-1 16,-1 4-10-16,0-3-2 0,0-1 6 15,7 4-4-15,-1-4 0 0,-6 4-5 0,6 0 9 16,-5-4-4-16,5 4 2 0,-6 0-3 0,0 0-3 15,0 0 3-15,0 0-9 0,-7 4 4 0,2-4-2 16,-2 4-18-16,0 0-40 0,1-4-68 0,-7 3-76 16,0-3-92-16,0 0-94 0,0 4-81 15,0-4-43-15,-7 3-10 0,7-3 7 0,-6 4-2 16,6-4-11-16,0 0 13 0,-6-4 42 0,-8 1 55 16,8-1 62-16</inkml:trace>
  <inkml:trace contextRef="#ctx0" brushRef="#br3" timeOffset="140942.97">8366 5660 211 0,'0'0'347'0,"-7"0"54"0,7 0 5 0,0 0-28 16,0 0-40-16,-6 0-28 0,6 3-14 16,0 1-3-16,0 4-9 0,0-1-8 0,6 3-17 15,-6 2-22-15,0 3-29 0,0 2-43 0,7 2-42 16,-7 3-39-16,7 0-31 0,-7 4-25 0,6-5-17 16,0 9-43-16,1-4-83 15,-7-1-113-15,7 1-130 0,-1-4-156 0,-6 0-161 0,0-4-52 16,0 3 33-16,0-2 86 0,0-4 113 0</inkml:trace>
  <inkml:trace contextRef="#ctx0" brushRef="#br3" timeOffset="141980.96">8197 6887 83 0,'-7'3'485'16,"7"-3"119"-16,-6 5 117 0,6-5 95 0,-7 0-48 0,0 0-72 0,7 0-82 15,-6-5-80-15,0 5-93 0,6-3-104 0,-8 3-100 16,8-4-83-16,0-4-62 0,0 6-35 0,8-2-22 16,-8-4-20-16,6 1-14 0,0-1-4 15,-6 5-1-15,7-4-2 0,6 3-3 0,-6 0 2 16,5 1 5-16,-5 3 0 0,6 0 0 0,-7 0 2 16,8 3 4-16,-8 5-3 0,1-1 2 0,6 0 3 15,-6 4 2-15,-7 3 2 0,6 6-5 0,-6-3 5 16,0 6 2-16,-6-1-5 0,-1 7-5 0,0-4 2 15,1 4-1-15,-1 1-6 0,-5-4-2 16,-2 3 4-16,1-2 2 0,6-6-1 0,-5 1 2 16,5-4 14-16,1-7-5 0,-1 1-5 0,0-6-5 15,7 2-2-15,-6-5-6 0,6 1-13 16,0 0-3-16,0-4 5 0,6 0 2 0,-6 4 1 16,7-4 3-16,6 0 5 0,-6-4 9 0,5 4 3 15,2-4 2-15,-2 4-4 0,8-4-4 0,-7 1-34 16,1 3-63-16,-2-4-97 0,2 0-119 0,-2 0-122 15,2 2-126-15,-8-3-73 0,7-2-51 0,-7 0-55 16,1 3-2-16,0-3 63 0,-1 0 96 16,0-4 90-16,1 0 102 0</inkml:trace>
  <inkml:trace contextRef="#ctx0" brushRef="#br3" timeOffset="142206.14">8458 6843 289 0,'0'-4'471'0,"6"1"86"0,-6 3 79 0,6 0-44 16,-6 3-62-16,0 4-47 0,7 1-47 0,-7 7-59 15,0-1-63-15,6 1-70 0,-6 7-68 0,7 4-65 16,-7-5-47-16,6 8-23 0,1-2-19 16,-1 2-11-16,-6-3-13 0,7-1-40 0,0-3-70 0,-1-3-85 0,-6-5-91 15,6 1-85 1,1-7-74-16,-7-1-32 0,7-5 4 0,-1-2 4 0,0 0-6 0,-6-7-10 15,7-3 30-15,-1-9 41 0,-6 5 50 16</inkml:trace>
  <inkml:trace contextRef="#ctx0" brushRef="#br3" timeOffset="142424.64">8600 6909 249 0,'8'-11'402'16,"-8"8"70"-16,0-2 35 0,0 2-25 16,6 3-34-16,-6 3-18 0,0 5-8 0,0 3-7 15,6 0-15-15,-6 4-32 0,6 3-34 0,-6 4-46 16,0-1-51-16,7 2-52 0,0 6-46 0,-1-3-36 15,1 0-29-15,-1-1-32 0,8-4-19 0,-8-2-10 16,6-1-4 0,-4 1-2-16,4-8-10 0,1 0 2 15,1 1 3-15,-8-10 0 0,7 2-11 0,0-8-31 0,-7 2-54 0,8-6-70 0,-1-3-90 16,-7-4-103 0,0-4-94-16,2 1-65 0,-8-3-40 0,6-2-39 0,-6 2-47 0,-6-1 14 0,6 3 56 15,-14-3 72-15,8 4 79 0</inkml:trace>
  <inkml:trace contextRef="#ctx0" brushRef="#br3" timeOffset="142633.79">8509 6949 155 0,'0'-3'382'0,"-6"-5"56"0,6 5 48 0,0-5-57 0,6 1-92 15,-6-1-77-15,7 2-63 0,0-2-52 16,-1-3-46-16,7-1-38 0,-6 6-28 15,12-5-20-15,-6 3-19 0,14 1-29 0,-9 3-27 16,2 1-39-16,7 3-41 0,-9 0-38 0,2 0-31 0,0 3-29 0,-1 1-39 0,7-1-30 31,-6 1-29-31,-7 0-9 0,7 0 16 0,-8-4 39 16</inkml:trace>
  <inkml:trace contextRef="#ctx0" brushRef="#br3" timeOffset="142918.44">8920 6873 177 0,'6'2'302'15,"1"-2"24"-15,-1 4-4 0,1 0-19 0,-7 3-26 16,7-2-24-16,-7 2-16 0,6 3-7 0,0 5-2 15,-6 0 0-15,7 0-9 0,0 7-10 16,-1-1-7-16,0 4-7 0,1 2-9 0,0-1-17 16,-1-1-21-16,1-3-26 0,-1-1-29 0,0 2-21 15,1-4-23-15,0-5-21 0,-7-3-10 0,6 0-3 16,-6-4 8-16,0-2 3 0,6-5 4 0,-6 0-3 16,-6 0-2-16,6-8-5 0,0-3-4 15,-6-4-6-15,-1 1-8 0,7-9 2 0,-7 4-4 16,1-6 6-16,6 0-8 0,-6-4-3 0,-1 2 0 15,7-2-5-15,-6 4 1 0,6-1-4 0,6 4 1 16,-6 0-1-16,7 8 5 16,-7-1 2-16,6 7-3 0,7 2 2 0,-6-2-5 0,5 8-12 0,2 0-33 15,-1 4-34-15,0 0-44 0,6-2-57 16,-5 6-51-16,-2-1-47 0,2-2-38 0,-2 2-28 16,-5-7-38-16,6 4-59 0,-13-4-41 0,0 0 9 15,7 0 38-15,-7 0 50 0</inkml:trace>
  <inkml:trace contextRef="#ctx0" brushRef="#br3" timeOffset="143190.79">9356 6565 114 0,'14'-16'361'16,"-8"6"67"-16,0 3 59 0,1-1 8 16,0 8 7-16,-7 0 29 0,6 8 37 0,1 3 38 15,-7 4 23-15,6-1-5 0,-6 9-39 0,6 2-58 16,-6 4-63-16,8 7-63 15,-8 4-63-15,6 1-69 0,-6 3-61 0,6-4-154 0,0 5-54 0,1-5 0 16,6-4 0-16,-6-3 0 0,6-4 0 0,0-3 0 16,7-4 0-16,-8-3 0 0,1-9 0 15,1 1 0-15,-2-3 0 16,2-8 0-16,-2-4 0 0,2-4-3 0,-1 1-279 0,-7-3-151 0,0-5-165 16,1-3-141-16,0-1-98 0,-7 2-88 0,0-6-77 15,0 4 53 1,0 1 124-16,-7 0 142 0,7 0 134 0</inkml:trace>
  <inkml:trace contextRef="#ctx0" brushRef="#br3" timeOffset="143365.85">9305 6924 187 0,'-14'3'451'0,"14"-3"92"15,-6 0 90-15,6 0 3 0,6-3-62 16,1-5-70-16,0 1-62 0,5-4-72 0,1 3-73 15,7-3-84-15,0 1-76 0,6-1-57 0,-7-4-62 0,1 8-86 0,6-4-115 0,-13 3-126 32,7 1-139-32,-14 3-202 0,6 1-110 0,-12 3-7 15,0 0 63-15,0 0 103 0,0 0 126 0</inkml:trace>
  <inkml:trace contextRef="#ctx0" brushRef="#br3" timeOffset="150809.87">4580 8704 179 0,'7'7'513'0,"-7"-3"115"0,0 0 107 0,0-1 61 0,6 1-69 0,-6-4-72 0,0 4-59 15,0-4-70-15,0 4-83 0,0-4-95 0,0 0-95 16,0 0-87-16,7 0-71 0,-7 0-44 0,7 0-26 16,5 0-13-16,-6 0-5 0,8-4-3 0,-1 0-1 15,-7 4 0-15,8-4 3 0,-2 1 1 0,2-1-6 16,-2 4-19-16,2-4-73 0,-8 4-125 0,1 0-163 16,5-4-161-16,-12 4-147 0,7 0-150 15,-7 0-93-15,0 0 37 0,0 0 114 0,0 0 137 16,7 8 136-16</inkml:trace>
  <inkml:trace contextRef="#ctx0" brushRef="#br3" timeOffset="150963.24">4658 8942 345 0,'-6'4'494'16,"6"-1"76"-16,0-3 63 0,0 4-77 16,0 0-120-16,0-4-105 0,0 0-81 0,0 0-70 15,6 0-60-15,1-4-53 0,0 4-29 0,5-4-20 16,8 4-44-16,-7-3-67 0,7 3-91 0,-1 0-101 15,0 0-147-15,1 3-149 0,0 1-46 0,-7 0 18 16,7 0 66-16,-1-4 88 0</inkml:trace>
  <inkml:trace contextRef="#ctx0" brushRef="#br3" timeOffset="153896.7">5558 7536 229 0,'0'7'441'0,"0"-4"72"0,6 4 53 0,-6-3-41 15,0 0-84-15,7 0-66 0,-7-1-53 16,0 1-56-16,0 0-40 0,6-4-36 0,-6 3-39 15,7 0-31-15,-1 2-18 16,8-5-9-16,-2 0-5 0,8 0-18 0,-1-5-26 0,1 2-16 0,0 0-8 16,5-5-8-16,-5 1-37 0,0-1-73 0,-1 1-101 15,1 4-128-15,-8-4-137 0,-4 3-198 0,-8 4-76 16,0 0 13-16,0 0 80 0,12 4 109 16</inkml:trace>
  <inkml:trace contextRef="#ctx0" brushRef="#br3" timeOffset="154575.94">8177 7484 338 0,'0'4'457'0,"0"3"81"0,0-3 65 0,0 0-31 15,0 0-39-15,0-1-31 16,0 1-33-16,7-4-43 0,-7 0-53 0,0 0-62 0,6 0-47 0,-6 0-37 16,7 0-15-16,5-4-8 0,2 4-22 15,-2-3-23-15,8 3-32 0,0 0-32 0,-1-4-31 16,1 4-35-16,0 0-9 0,-7 0-8 0,6 0-32 16,-6 0-81-16,0 0-127 0,0 0-156 0,-13-4-174 15,7 4-185-15,-7 0-190 0,0 0-34 0,-13 4 63 16,6-4 130-16,7 0 154 0,0 0 173 15</inkml:trace>
  <inkml:trace contextRef="#ctx0" brushRef="#br3" timeOffset="157248.97">5349 8601 364 0,'6'0'438'0,"-6"0"63"0,0 0 35 0,0 5-55 31,0-2-41-31,0 1-10 0,0-4 2 0,0 2 7 16,0-2-5-16,0 0-9 0,0 5-20 0,0-5-30 15,-6 0-32-15,6 0-38 0,0 0-27 0,0 0-32 16,6 0-30-16,-6-5-33 0,0 5-20 0,0 0-24 15,0-2-28-15,0-2-31 0,0 1-24 0,0-5-17 16,0 4-23-16,8-4-10 0,-2 1-5 16,-6 0-1-16,12 0-2 0,-4-1-3 0,-2 1 1 15,7 0 1-15,0-5 0 0,0 6 0 0,-1-2 1 16,2 2-2-16,-1 1-1 0,0 1 2 0,0 1-1 16,0 3-1-16,0 3 1 0,-7 1 5 0,8 1 2 15,-8 5 0-15,1 0 1 0,-1 6 9 0,-6-2-4 16,0 1-2-16,0 7 0 0,-6 0 1 15,-1 4-3-15,1-5-8 0,-8 5 3 0,2-4 0 16,-2 4 3-16,2 0-3 0,-1-1 4 0,-1 1-1 16,-6-4-1-16,8-5-1 0,-1 2-1 15,0-4 3-15,0 0-4 0,7-4 2 0,-2-4 0 16,-4 1 0-16,12-5-3 0,-6 1-2 0,-2-1-1 16,8 1-3-16,0-1-2 0,0-3 3 0,8 0-1 15,-2 0 1-15,0 0 1 0,0 0 3 0,8 0 2 16,-1 0-2-16,0 0 3 0,0-3-1 0,-1 3 1 15,8-4-10-15,-6 4-44 0,-1 0-80 16,-1 0-136-16,2 0-175 0,-8 0-194 0,0 0-170 16,1 0-170-16,-7 0-83 0,7-7 45 0,-1 0 128 15,1-1 172-15,-1-3 166 0</inkml:trace>
  <inkml:trace contextRef="#ctx0" brushRef="#br3" timeOffset="157997.1">6034 7338 168 0,'0'-4'289'0,"0"4"14"0,0-3-36 0,0 3-79 0,0-4-86 16,0 4-65-16,0 0-61 0,0 0-76 0,0 0-104 15,0 0-52-15,0 0-21 0,0 0-5 0</inkml:trace>
  <inkml:trace contextRef="#ctx0" brushRef="#br3" timeOffset="159758.97">5969 8561 27 0,'0'-7'326'0,"6"0"56"0,-6 0 56 0,6 3-8 0,-6-1-44 15,0 2-25-15,6 3-5 0,-6-3-5 0,0 3-9 16,0 3-20-16,0 0-30 0,0 2-45 16,7-1-46-16,-7 6-31 0,7 1-28 0,-7 4-22 0,6 3-18 0,1 1-10 0,-7 3-13 0,6 4-12 31,-6 3-17-31,7 0-13 0,-7 0-15 15,0-4-9-15,0 5-10 0,7-5-7 0,-7 2-14 16,0-6-43-16,6-3-68 0,-6-3-84 0,0-4-93 16,6-3-88-16,-6-1-74 0,0-7-42 0,6-3-36 15,-6 3-50-15,8-8 19 0,-8-3 50 0,6-4 65 16,0 1 71-16</inkml:trace>
  <inkml:trace contextRef="#ctx0" brushRef="#br3" timeOffset="159995.04">6157 8565 137 0,'7'-8'402'0,"-1"-2"74"0,-6 6 77 0,6 1-6 0,-6 3-52 16,0 0-62-16,0 0-57 0,0 3-55 0,-6 8-59 15,6 0-58-15,0 0-55 0,-6 7-36 16,6 1-29-16,0 3-6 0,0 0-5 0,0-1-7 16,6 5 0-16,0-4-11 0,-6 3-6 0,7-3-13 15,0 1-16-15,-1-5-10 0,0-4-16 16,2 1 2-16,4-3 3 0,-5-2-13 0,6-6-21 15,0-4-47-15,-7 0-66 0,8-8-79 16,-14 2-87-16,6-9-73 0,0 0-65 0,-6 1-68 0,0-5-80 16,0 5 4-16,0-5 45 0,-6 4 67 0,6-3 75 15</inkml:trace>
  <inkml:trace contextRef="#ctx0" brushRef="#br3" timeOffset="160473.94">5949 8590 57 0,'0'-4'343'16,"-7"-3"50"-16,7 0 43 0,7 4-30 0,-7-5-90 16,6 4-73-16,8-3-60 15,-8 0-44-15,6 4-41 0,2-6-34 0,-1 3-28 16,7-5-19-16,-8 8-5 0,8-6-7 0,6 2-1 0,-7 4-1 0,1-1 1 16,0 1-3-16,-1 3 1 0,-6 3-1 15,6 1 6-15,-5-1 6 0,-1 4 12 0,0 2 16 16,0-3 9-16,-1 5 12 0,-4 1 5 0,-2 2 8 15,7 1 2-15,-6 2 8 0,-1-2 12 16,1 7 19-16,-1 1-1 0,0-2-6 16,8 2-9-16,-8-2-10 0,0 2-10 0,1-6-22 0,0 2-9 15,-7-1-7-15,6-3-6 0,1 0-7 0,-1-5-10 16,-6 2 1-16,7-9 9 0,-7 1 15 0,0 0 12 16,0-4 9-16,0-4 2 0,0-3-8 15,0-5-10-15,0 2-19 0,0-9-15 0,0 2-7 16,0-2-5-16,0 0 0 0,-7-3-3 0,7 4 7 15,0-4-6-15,0 4-3 0,-6 0-1 0,6-1 0 16,0 5-2-16,0-5-7 16,6 9 7-16,-6-5-2 0,7 3 0 0,-7 2 1 15,13-1 2-15,-7 0 4 0,0 3-2 16,8 2 2-16,-1-3 3 0,0 6-6 0,0-1-3 16,0 1-13-16,0-1-25 0,0 1-34 0,0 3-43 15,0-4-48-15,-7 4-60 0,8 0-53 16,-8 4-44-16,8-4-38 0,-8 0-65 0,-6 0-84 15,0 0-14-15,0 0 27 0,12 0 47 0,2 0 62 16</inkml:trace>
  <inkml:trace contextRef="#ctx0" brushRef="#br3" timeOffset="160739.54">7043 8335 128 0,'7'-12'390'0,"-7"4"75"0,0-1 82 0,0 1 9 16,-7 4-22-16,1 0 2 0,0 0 10 0,6 1 3 16,-8 3-16-1,2 0-45-15,0 7-62 0,-7 1-78 0,6 6-64 16,-6 5-61-16,0-1-49 0,6 11-40 0,-5 0-34 16,5 4-13-16,0 4-15 0,7 3-14 0,0 4-8 0,0-4-8 0,7 5 0 15,6 2-16 1,0-6-13-16,0-2-6 0,7 2-5 0,-1-8-2 0,1-8-15 0,6 1-42 0,-7-4-77 15,1-7-109 1,0-1-137-16,-1-6-152 0,1-8-134 0,0 0-94 0,-8-8-97 0,1 1-37 16,-6-7 57-1,6 3 113-15,-7-3 124 0,0-1 127 0</inkml:trace>
  <inkml:trace contextRef="#ctx0" brushRef="#br3" timeOffset="162052.07">7473 8407 220 0,'6'4'347'0,"-6"-4"48"0,0 0 7 0,0 0-33 0,0 4-32 0,-6-4-4 0,6 0 14 31,0 4 24-31,0-1 23 0,-6 1 24 16,6-4 18-16,0 0 8 0,0 0 0 0,-6 0-13 15,6 0-20-15,0 0-31 0,0 0-38 0,-7 0-47 16,7 0-48-16,0 0-47 0,-7 0-45 0,7-4-43 16,0 1-38-16,0-1-26 0,0 0-24 0,0-3-14 15,0 3-7-15,0-3-4 0,7 4-3 16,0-5-1-16,-1 4 3 0,0-3-3 0,0 3 0 16,2 1 1-16,-2-1 0 0,7 4 0 0,-7 0 3 15,1 0-1-15,0 4 0 0,5-1 1 0,-5 4-1 16,0 1 1-16,-1 0 0 0,0 2 3 0,1 1 1 15,0 0 1-15,-7 3 2 0,6 1 1 0,-6 4 0 16,-6-1-1-16,6 0-2 0,-7 1-1 16,7 3-2-16,-7 0-2 0,1-1 1 0,-7 2 6 15,6-5-4-15,1 0-1 0,0-3 3 0,-8-1-1 16,8-2-1-16,-1-2-6 0,1 1 4 0,0-7-4 16,-2 0-5-16,2-1-7 0,0-3-6 0,6-3-5 15,0-1-3-15,-6 0 3 0,6-3 5 0,0 0 4 16,0 0 4-16,6-1 5 0,0 1 4 15,0 3-1-15,2 4 2 0,-2 0 1 0,7 4 3 16,0-4-1-16,0 3 6 0,0-3-2 0,0 0-3 16,0 4 0-16,0-4-7 0,6 4-14 15,-5 0-43-15,-8-4-52 0,8 0-74 0,-8 3-96 16,0-3-109-16,1-3-102 0,-1 3-82 0,1-8-56 16,-1 8-24-16,1-7 4 0,-1-1 4 15,-6 2-22-15,0 6 32 0,0 0 64 0,0-9 77 0,6-1 81 16</inkml:trace>
  <inkml:trace contextRef="#ctx0" brushRef="#br3" timeOffset="162570.56">7773 8451 19 0,'0'-7'334'0,"6"3"64"0,-6-3 59 0,0 0 0 0,0 3-32 0,8 1-17 0,-8-1-5 16,6 4-1-1,-6 0-1-15,0 0-18 0,0 4-37 0,6-4-39 0,-6 7-32 0,0-4-27 16,0 4-22-16,7 1-17 0,-7 4-12 0,6 2-10 16,1 4-18-16,-1 0-16 0,-6 1-17 0,13 3-17 15,-7 3-18-15,2 1-21 0,-2-1-19 0,0 1-18 16,-6 0-19-16,7-1-9 0,0-3-6 0,-1 0-4 15,0-3-2-15,1-4-2 0,-1-1 0 16,-6-3 0-16,7-3 1 0,-7-1 0 0,0-4 2 16,0-3 2-1,0 0-1-15,0 0 0 0,0-7-2 0,0 0-3 16,0-4-3-16,0-3-6 0,0-1-11 0,-7-1-16 0,7-1-20 0,0-2-17 0,-6-3-19 16,-1 0-17-16,7 0-2 0,-6-4 8 0,0 4 14 15,-1-3 14-15,7 3 18 0,0-1 19 16,-7 6 14-1,7-2 9-15,0 5 5 0,0-2 7 0,0 2 1 16,0 3 3-16,7 4 1 0,-7-4-3 0,7 4-1 0,-1 3-5 0,7-3 0 0,0 3 0 31,-6 0-1-31,5 4 2 0,2 0 0 0,-2 0 6 16,8 4 0-16,-7-4 0 0,1 4-4 0,-2-1-20 16,-6 1-45-16,8 0-69 0,-1 0-84 0,-7-4-101 0,8 3-96 0,-8 1-82 0,0-4-49 31,0 0-48-31,-6 0-71 0,0 0 6 0,0 0 54 15,0 0 76-15,14 3 79 0</inkml:trace>
  <inkml:trace contextRef="#ctx0" brushRef="#br3" timeOffset="162854.89">8216 8511 177 0,'0'3'391'0,"-7"0"61"0,7-3 53 0,0 4-42 0,0-4-60 0,-6 0-42 16,12 0-26-16,-6-4-19 0,7 4-25 15,6 0-25-15,-7 0-40 0,8-3-39 0,-1 3-32 16,0-3-36-16,0 3-31 0,7-5-31 0,-1 5-21 16,1 0-14-16,-1 5-13 0,7-5-6 15,-6 0 1-15,-1 0-4 0,8 3 2 0,-8-3-1 0,0 0-18 16,-6 3-41-16,7-3-54 0,-7 0-62 15,-6 0-76-15,-1 0-78 0,0 0-58 0,-6 0-38 16,7 0-50-16,-7 0-73 0,0 0-6 0,0 0 38 16,-7-6 54-16,1-3 68 0</inkml:trace>
  <inkml:trace contextRef="#ctx0" brushRef="#br3" timeOffset="163078.96">8412 8323 338 0,'-7'-8'427'0,"7"1"65"0,-6 5 28 0,6-3-50 16,0 5-53-16,0 0-45 0,0 5-36 16,0-3-27-16,6 5-30 0,-6 1-35 0,0 0-34 15,7 6-26-15,-7 1-19 0,6 3-26 0,-6 0-31 16,7 1-32-16,-7 6-19 0,0-2-24 0,0 2-18 16,0-2-15-16,6 2-2 0,-6-4-45 0,0 1-66 15,0 0-75-15,0-8-87 0,0 2-83 16,0-1-83-16,0-9-33 0,0 3-36 15,0-9-49-15,0 0-4 0,0 0 35 0,0 0 56 0,0 0 66 16</inkml:trace>
  <inkml:trace contextRef="#ctx0" brushRef="#br3" timeOffset="163406.5">8738 8243 37 0,'6'-11'383'0,"-6"-5"83"0,6 6 87 16,-6 3 34-16,7 3-43 0,-7 0-47 0,0 4-38 16,0 0-37-16,0 8-32 0,7-1-32 0,-7 3-42 15,0 2-36-15,6 3-25 0,-6 3-16 0,6 4-25 16,-6 1-21-16,0 6-11 0,7 0-10 0,-7 3-14 16,7-2-12-1,-1 2-18-15,1-2-21 0,5-1-17 0,2 1-27 0,-2-1-18 0,-5-7-16 16,13 0-11-16,-7-4-9 0,0 1-10 0,7-9 5 15,-8-2 1 1,8-1-8-16,-1-7-3 0,1 0-17 0,-7-7-34 0,7-1-58 16,-14-2-75-16,7-1-94 0,0-4-122 0,-7-3-119 0,2-1-89 15,-2 1-62-15,0 3-53 0,1 1-66 0,-7-5 19 16,0 5 84-16,0-1 94 0,0 1 104 0</inkml:trace>
  <inkml:trace contextRef="#ctx0" brushRef="#br3" timeOffset="163615.95">8724 8481 79 0,'-13'4'401'0,"7"-1"72"0,-8-3 63 0,8 0 1 32,0 4-74-32,6-4-63 0,0 0-46 0,0 3-27 15,0-3-31-15,12-3-41 0,-4 3-51 0,4-4-52 16,1 1-49-16,1-1-47 0,5 0-28 0,0 0-14 15,1-4-43-15,-1 1-67 0,1 0-81 0,0 4-89 16,-7-5-96-16,7 1-104 0,-8 0-97 16,2 3-59-16,5 1 15 0,1-5 55 0,6 1 77 0,0-7 91 0</inkml:trace>
  <inkml:trace contextRef="#ctx0" brushRef="#br3" timeOffset="163867.6">9148 8008 52 0,'0'-15'338'15,"0"1"62"-15,7-1 56 0,-1 8-15 0,0-1-41 16,7 2-12-16,1 6 25 0,-2 0 17 0,2 6 23 16,-1 5 19-16,6 4 12 0,0 7-6 0,1 8-17 15,0 1-17-15,-1 4-21 0,-5 4-37 16,5 6-54-16,-12-1-54 0,5 4-70 0,-5-2-61 15,-7 3-55-15,0 2-45 0,0-3-57 0,-7 0-79 16,-5-2-113-16,5 3-149 0,-12-9-189 0,5 4-178 16,-5-8-154-16,-1 1-176 0,-6-4-24 0,0-4 79 15,1 1 150-15,5-5 165 0,-7 1 174 0</inkml:trace>
  <inkml:trace contextRef="#ctx0" brushRef="#br3" timeOffset="174122.51">4554 10401 138 0,'0'2'464'0,"-6"-2"99"0,6 5 93 0,-6-5 37 0,6 0-55 0,0 3-56 16,0-3-57-16,0 4-62 0,0-4-72 16,0 3-81-16,0-3-89 0,0 4-77 0,6-4-64 15,-6 0-37-15,6 0-19 0,0-4-16 0,1 1 0 16,0 3-4-16,6-4-1 0,-7 4-2 0,8-3-3 15,-2 3-4-15,2 0-23 0,-2-5-63 0,1 5-86 16,-6-2-102-16,6 2-107 0,-7-4-100 0,1 4-86 16,0 0-60-1,-7 0-74-15,0 0 14 0,0 0 65 0,0 0 82 0,0 0 90 0</inkml:trace>
  <inkml:trace contextRef="#ctx0" brushRef="#br3" timeOffset="174311.98">4633 10620 330 0,'0'4'445'16,"0"0"62"-16,-8-1 36 16,8-3-83-16,0 4-91 0,0-4-80 0,0-4-67 15,8 1-55-15,-8-1-51 0,6-3-44 0,7-4-34 0,-7 2-20 16,8 3-24-16,-2-2-43 0,2 1-60 0,5 3-70 16,-6-3-84-16,0 3-135 0,-7 1-117 0,8 3-31 15,-8-4 19-15,8 1 52 0,5-1 73 16</inkml:trace>
  <inkml:trace contextRef="#ctx0" brushRef="#br3" timeOffset="175046.96">5395 10203 14 0,'-6'3'417'0,"-2"1"111"0,2 0 104 0,0-1 91 0,0 1-20 0,-2-4-28 0,-4 3-34 16,5-3-49-16,1 0-63 0,-1-3-87 16,0 3-105-16,1-7-99 0,6 3-83 0,0-8-61 15,0 6-40-15,0-10-28 0,6 6-16 0,-6-5-5 16,7 0-3-16,6 1-2 0,-6-1 8 0,5 4-6 16,2-3-2-16,-2 3-4 0,2 0 0 0,-8 3-3 15,7 4-9-15,1 1 13 0,-2 6 2 0,-6 1 2 16,8 0-1-16,-1 7 3 0,-6 0-1 15,6 7-7-15,-13 1 0 0,6 2 1 0,-6 4 2 16,-6 6 2-16,6-6 1 0,-7 4 1 0,1 1 3 16,-8-1 9-16,2 1-6 0,4-1-3 0,-4-4-1 15,-1 1 0-15,0-4-3 0,-6-3-8 16,11-5 6-16,-4 1 0 0,-2-7 3 0,2-2-1 0,5-2-1 16,-6 0-1-16,6-8-6 0,7 0 1 15,0 0-2-15,0 2 0 0,0-6 1 0,0 4 0 16,7-3 1-16,0 3 1 0,-1 1 2 0,1-5 0 15,-1 8-1-15,0-3 4 0,8 3-10 16,-2 0 3-16,-4 0 5 0,4 3 1 0,1-3 1 16,1 8-5-16,-2-5 9 0,-6 3-25 0,2-1-47 15,4 2-72-15,-12-2-104 0,7-3-126 0,0-2-131 16,-1 4-104-16,-6-4-79 0,0 0-83 0,0 0-35 16,0 0 55-16,0 0 94 0,0 0 105 0,0 0 109 15</inkml:trace>
  <inkml:trace contextRef="#ctx0" brushRef="#br3" timeOffset="175208.72">5681 10335 286 0,'7'-5'548'0,"-7"5"134"0,7 0 128 0,-7 0 37 0,0 5-39 0,6-2-57 0,-6-3-81 0,0 4-95 16,0-4-110-1,6 0-125-15,-6 0-115 0,0 0-95 0,0 0-83 0,0 3-97 0,0-3-126 16,0 4-163-16,0-4-182 0,0-4-177 0,0 1-176 15,0 3-125-15,0 0 10 0,0 0 101 0,0 0 156 16,0 0 161 0</inkml:trace>
  <inkml:trace contextRef="#ctx0" brushRef="#br3" timeOffset="175934.13">6079 10004 185 0,'-7'7'404'0,"1"-3"72"0,0 0 76 0,-2 3-1 0,-4-2-22 0,6-2-5 0,-1 1 2 0,-6-4-6 15,13 0-29-15,-7 0-53 0,1-4-71 16,-1 1-78-16,0-2-73 0,7-2-65 0,0-1-51 15,0 1-44-15,7 0-24 0,0-4-14 0,-1 0-11 16,7 4-4-16,1-4-5 0,-2 4-5 16,2-1 1-16,-2 5-4 0,8 0 2 0,-7-2 0 15,0 10 4-15,0-2 4 0,0 0 6 0,-6 5-1 16,-1-1 3-16,1 4 5 0,-1 0-2 0,-6 4-3 16,0 2-9-16,-6 3 4 0,-1 1-4 0,1 1 0 15,-1 4 0-15,-6-4 4 0,7-4 3 0,-8 3 11 16,8-1-6-16,0-3 6 0,-1-1-6 15,7-6-3-15,0 1-2 0,0 0-10 16,0-6 9-16,0 1 0 0,7-2 10 0,-1-4 7 0,0 0 3 16,8-4-3-16,-2 4 1 0,2-6-10 0,-1 1-7 15,6 2-5-15,0-1-3 0,1-3-25 0,0 3-55 16,-1 0-85-16,-5 1-117 16,5-1-133-16,-6 1-127 0,0-1-99 0,-7-3-78 0,8-1-81 15,-8 1 14-15,-6 7 82 0,6-4 100 0,8-4 104 16</inkml:trace>
  <inkml:trace contextRef="#ctx0" brushRef="#br3" timeOffset="176297.37">6379 10009 42 0,'0'-5'380'16,"0"-2"71"-16,-7 4 57 0,1-1 6 0,6-4-83 15,0 1-82-15,-7 0-74 0,7 4-60 0,7-5-54 16,-7 1-50-16,6 3-42 0,1-3-27 15,-1 4-10-15,7-2-6 0,-6 5-2 0,-1 0 1 16,0 0 10-16,2 0 15 0,4 5 20 0,-5-2 21 16,-7 4 26-1,6 0 17-15,-6 5 8 0,0 2-5 0,0 4-13 0,-6-4-14 0,-1 6-20 0,1 1-13 16,0 1 0-16,6 4-1 0,-8-4 3 16,2-4 6-1,0 3 13-15,6-1 4 0,-7-6 3 0,7 1 3 0,0-1-5 0,0-6-2 0,0-1 1 16,7 0 4-16,-7-2 2 0,6-3-3 15,0-2 4-15,8 0-9 0,-1 0-12 0,0-2-17 16,6-3-23-16,-5-2-12 0,5 0-16 0,0-1-10 16,8 1-3-16,-7 0-9 0,-8 0-2 0,8-1-24 15,-7 5-50-15,7-1-84 0,-8 0-105 0,2 1-118 16,-8 3-121-16,0-5-101 0,1 2-72 0,-7 3-86 16,0 0-22-16,6-7 60 0,-6 7 85 15,0 0 106-15,0 0 114 0</inkml:trace>
  <inkml:trace contextRef="#ctx0" brushRef="#br3" timeOffset="176586.43">6176 10474 190 0,'-12'7'407'0,"5"5"62"0,-6-6 60 0,6 2-39 0,1-1-69 15,0-3-59-15,6 0-32 0,0-2-17 0,0 3-13 16,6-5-14 0,7 3-12-16,0-3-12 0,6 0-25 15,1 0-15-15,0-3-19 0,6 3-38 0,7-5-33 0,-1-1-28 0,1 2-15 0,-1-3-33 32,1-5-24-32,6 5-11 0,-7 0-15 0,1 0-7 15,-1 0-17-15,-6-1-43 0,0 0-74 0,1 4-99 16,-1-3-107-16,-6 4-108 0,-8-4-92 0,1 3-73 0,1 0-81 0,-14 4-10 0,0 0 52 31,0 0 78-31,0 0 90 0,0 0 109 0</inkml:trace>
  <inkml:trace contextRef="#ctx0" brushRef="#br3" timeOffset="176905.56">6444 10657 22 0,'-7'7'403'0,"-5"-3"96"0,4 3 86 15,-4-3 48-15,5-1-60 0,1 1-63 0,6-4-58 16,0 0-58-16,0 0-64 0,0-4-65 16,6-3-65-16,1 4-56 0,5-5-54 0,2-3-33 15,-1 3-19-15,6-2-16 0,-6 3-8 0,7-1-10 16,0 5 2-16,-1-2-3 0,-6 2 5 0,0 6 18 16,7 2 24-16,-8-2 31 0,-5 8 19 0,6 1 27 15,-6 5 13-15,-1 5 8 0,0 4-16 0,-6 3-18 16,0 1-16-16,0 6-27 0,0-3-22 15,0 8-22-15,-6-4-13 0,6-1-8 0,-6 0-8 16,6-3-18-16,0-4-35 0,0 1-62 0,0-4-85 16,-7-8-106-16,7 0-107 0,0-7-93 15,0-4-71-15,0 0-54 0,-6-3-49 0,6-4-18 16,0 0 43-16,0 0 73 0,0 0 90 0,0-6 102 16</inkml:trace>
  <inkml:trace contextRef="#ctx0" brushRef="#br3" timeOffset="177102.96">6417 11071 293 0,'0'-4'498'0,"-6"1"106"15,6 3 114-15,6-4 6 0,-6 0-39 0,8 0-40 16,4-6-52-16,1 3-65 0,0-5-89 0,0-3-107 16,7 1-100-16,0-5-81 0,5 1-61 0,-5 4-40 15,6-5-26-15,-6 1-38 16,-1 3-65-16,1 1-104 0,0-1-134 0,-8 4-143 0,1-1-136 15,1 6-119-15,-8-2-134 0,0 1-16 0,0 3 70 16,2-3 109-16,4 0 121 0,-5 0 136 0</inkml:trace>
  <inkml:trace contextRef="#ctx0" brushRef="#br3" timeOffset="177300.96">6972 10415 155 0,'6'-7'589'16,"1"-4"197"-16,-7 3 187 0,6 1 137 0,-6 3-47 16,0 0-91-16,0 2-125 0,0 2-161 15,0-5-166-15,0 5-155 0,0-3-240 0,0 3-125 16,0 0 0-16,0-4 0 0,0 4 0 0,0-5-332 16,0 5-287-16,0 0-225 0,-6-2-218 0,6 2-133 15,0 0 6-15,0 0 130 0,0 0 205 0,0 0 213 16</inkml:trace>
  <inkml:trace contextRef="#ctx0" brushRef="#br3" timeOffset="178702.93">9962 3000 316 0,'0'4'549'0,"7"-1"115"0,-7 2 102 0,0-2-17 16,0 3-85-16,7-2-134 0,-7 4-43 0,0-1-52 16,6 1-61-16,0 3-68 0,1-3-54 0,-1 2 8 15,8-3-70-15,-8 1-48 0,0-2-16 0,2 2-3 16,-2-4 0-16,0-1-7 0,14-3-10 0,-7-3-9 16,-1-1-19-16,2-6-24 0,-2-5-34 15,2 1-78-15,-1-5-134 16,-7-4-143-16,14 2-183 0,-6-8-186 0,4 0-226 0,-4-1-125 0,5 4 25 15,-5 4 86-15,-2 0 150 0,2 3 175 16</inkml:trace>
  <inkml:trace contextRef="#ctx0" brushRef="#br3" timeOffset="179844.99">7297 9884 107 0,'0'6'523'0,"-6"2"165"0,-1-4 168 0,7 0 126 15,-6 0-18-15,6-1-63 0,0 1-92 0,0-4-117 0,-6 0-135 16,6 0-137-16,0 0-130 0,0 0-102 0,0-4-71 16,6 1-48-16,-6-1-41 0,6-4-28 0,7 4 0 15,1 0 0-15,-2-2 0 0,2 3 0 0,5-2 0 16,1 2 0-16,0 3 0 0,-2 0 0 0,-4 8 0 15,5-5-1-15,-5 7 0 0,-2 2 3 0,2 3-2 16,-8 3 0-16,0 0 0 0,1 7 0 0,-7 2 0 16,0-2 0-16,6 8 0 0,-12 0 0 15,6-1 0-15,0 2 0 0,0-2 0 0,-7 2 0 16,7-1 0-16,0-1 0 0,7-5 0 0,-7-6 0 16,0-2 0-1,0-1-143-15,0-7-134 0,0-1-130 0,0-2-135 0,0-1-122 0,0-7-84 16,0-3-49-16,6-4-22 0,-6-4-16 0,0-4 41 15,7 0 98-15,-7 1 106 16,0-1 104-16,7-4 114 0</inkml:trace>
  <inkml:trace contextRef="#ctx0" brushRef="#br3" timeOffset="180048.79">7396 10144 278 0,'-8'0'502'0,"2"0"109"15,0-4 99 1,-1 4-16-16,7 0-55 0,-6 0-61 0,6 4-66 0,0-4-72 0,6-4-59 0,-6 4-62 15,7 0-70-15,5-8-55 0,2 6-46 0,-2-3-34 32,2 2-41-32,5-4-31 0,1-1-3 0,0 4-43 15,-1-3-74-15,-6 4-113 0,6-1-148 0,1 1-146 16,-7-1-157-16,0 0-125 0,0 4-114 16,0-4 16-16,-13 4 95 0,13 0 124 0,1-3 124 0</inkml:trace>
  <inkml:trace contextRef="#ctx0" brushRef="#br3" timeOffset="180289.85">7994 9675 188 0,'0'-7'491'15,"0"-1"131"-15,-6 4 123 0,6 1 76 0,-6 3-13 16,6 3-38-16,-7 5-61 0,1-1-76 15,-8 4-77-15,8 7-116 0,-7 5-109 0,6 2-84 16,1 8-62-16,-7 1-49 0,6 5-38 0,-6 5-35 16,7 4-28-16,6-4-12 0,0 4-9 0,6-4-6 15,1 4-7-15,-1-5-5 0,14-6-11 0,-7-1-40 16,6-6-67-16,8-1-62 0,-7-8-168 0,-2-5-183 16,9-3-158-16,-7-4-124 0,6-9-121 15,-7 0-96-15,1-9 82 0,-8 3 141 0,14-5 150 16,-6-1 148-16</inkml:trace>
  <inkml:trace contextRef="#ctx0" brushRef="#br3" timeOffset="180817.95">8308 9821 158 0,'0'-3'457'16,"0"3"114"-16,0 0 127 0,0 0 57 0,-8 0-16 15,8 0-32-15,0 0-56 0,0-3-76 0,0-1-110 16,0-1-115-16,0 2-113 0,0 0-82 15,0-5-64-15,8-3-36 0,-2 4-19 0,0-4-19 16,1 4-11-16,6-1-11 0,-6 0 4 0,5 5-6 16,2-1 10-16,-2 2 1 15,-5 2-3-15,6 0 1 0,-6 2-4 0,6 5 0 0,-7 1-1 0,1 0 2 16,-1 5 9-16,-6 3 11 0,0 2 7 0,0 0 2 16,0 1 1-16,-6 2 3 0,-1 2-8 15,1-1-8-15,-7 3-6 0,6-3-2 0,-6 4-4 16,6-1 0-16,-5 2-1 0,5-6 2 0,-6 1 0 15,7-3 1 1,-1-1 2-16,1-7 5 0,6 3 15 0,0-3 12 16,0-3 20-16,0-2 17 0,6-1 9 0,1 2 4 0,-1-4-7 0,0-3-13 0,8 0-19 15,-2 0-16-15,2-3-15 0,-1-1-13 16,6 1-19 0,-6-2-45-16,1 3-77 0,-2-2-116 0,-5 4-143 15,6-4-165-15,-7 0-143 0,7-3-112 0,-6 3-111 0,6 0-20 0,-7 2 71 16,-6 2 128-16,7-5 140 0,6 5 141 0</inkml:trace>
  <inkml:trace contextRef="#ctx0" brushRef="#br3" timeOffset="180977.03">8699 10071 395 0,'6'0'519'0,"-6"3"97"0,6-3 69 0,-6 0-88 16,0 0-109-16,0 0-97 0,0 0-103 0,0-3-101 0,0 3-110 0,0 0-129 0,0-4-134 31,7 4-134-31,-1-4-165 0,-6 4-147 0,0 0-46 16,0 0 30-16,0 0 77 0,0 0 104 15</inkml:trace>
  <inkml:trace contextRef="#ctx0" brushRef="#br3" timeOffset="181340.96">8953 9781 167 0,'-7'-7'476'0,"7"0"94"0,-7 0 81 0,1-1 12 16,6 0-85-16,0-3-80 0,6 1-77 0,1-2-63 16,-7 1-58-16,7 1-60 0,-1-1-57 0,0 0-54 15,8-1-43-15,-2 5-26 0,2-3-8 0,-1 2 1 16,-1 1 9-16,8 0 16 0,-6 7 27 0,5 0 23 15,0 2 18-15,-6 3 23 0,7-2 18 0,-7 5 12 16,-6 3 9-16,-1-1 1 0,0 9-1 16,1-4-9-16,-1 3-9 0,1 5-22 0,-7 2-18 15,7 8-22-15,-7-1-26 0,-7 5-32 0,7-1-70 16,0 1 0-16,-7 4 0 0,1-2 0 0,6-2 0 16,-7-3 0-16,7-1 0 0,-6-1 0 15,6-6 0-15,0-1 0 0,-6-2 0 0,6-5-111 16,0-4-64-16,0 1-72 0,0-7-94 0,-7-2-105 15,7-1-103-15,0-10-91 0,7 3-70 0,-7-6-36 16,0-3-26-16,0-4-30 0,0 1 55 0,0-4 90 16,0-1 101-16,0-3 102 0</inkml:trace>
  <inkml:trace contextRef="#ctx0" brushRef="#br3" timeOffset="181582">9030 9890 62 0,'0'0'453'15,"-6"0"132"-15,0 0 142 0,6 4 112 0,0-4-2 16,0 4-37-16,6-4-60 0,0 0-76 0,1 4-101 16,6-4-121-16,-7 0-120 0,8 0-90 15,-1 0-74-15,6 0-57 0,-6 0-40 0,1-4-38 16,5 4-20-16,-6 0-50 0,0 0-70 0,0 4-116 16,0-4-145-16,-7 0-160 0,8 0-151 15,-8 0-111-15,7 0-97 0,-13 0-43 0,0 0 64 16,0 0 122-16,0 0 133 15,7 0 133-15</inkml:trace>
  <inkml:trace contextRef="#ctx0" brushRef="#br3" timeOffset="181898.03">9376 9854 235 0,'6'4'427'0,"1"-1"68"0,0 1 64 0,-7-4-47 0,6 0-76 16,1 0-72-16,5 4-62 0,-4 0-52 16,4-4-60-1,1 0-58-15,0 0-50 0,0-4-32 0,1 4-20 16,4-4-12-16,-4 4-1 0,5-4-5 15,1 1 0-15,6-1-9 0,-6 4-8 0,-1-3-26 16,-6 3-43-16,0 3-53 0,1-3-58 0,-2 0-50 16,-5 0-46-16,-1 0-32 0,1-3-22 15,0-1-23-15,-1 4-34 0,-6 0-35 0,0 0 6 16,0 0 31-16,0 0 45 0</inkml:trace>
  <inkml:trace contextRef="#ctx0" brushRef="#br3" timeOffset="182105.82">9630 9711 362 0,'-6'-7'451'0,"6"3"85"0,-7 4 47 16,7 0-19-16,-6 0-33 0,6 4-59 0,-7 0-10 16,7 3-25-16,-7 9-43 0,7-3-57 0,0 6-56 15,0 3-22-15,0-1-67 0,0 9-51 0,7-5-42 16,-7 8-37-16,0-3-50 0,0-1-84 15,0 0-117-15,7-2-148 0,-7-2-150 0,6-3-143 16,-6 0-157-16,0-7-79 0,0-1 35 0,0 1 101 16,7-5 126-16,-7 2 130 0</inkml:trace>
  <inkml:trace contextRef="#ctx0" brushRef="#br3" timeOffset="183534.97">10262 9679 70 0,'-6'0'353'0,"-8"0"64"0,8 0 62 0,-7 0-7 16,7 0-42-16,-8 0-15 0,8 0 1 16,0 0 19-16,-8 0 14 0,8 0 0 0,0 0-10 15,-1 0-34-15,0-4-43 0,1 4-62 0,-1 0-65 16,7-4-58-16,-6 1-56 0,6-1-40 0,-6 4-31 16,6-4-20-16,0 0-14 0,0 1-4 0,6-1-7 15,-6 1-3-15,6 3-7 0,7-4 4 16,-6 4 0-16,0-3-2 0,5 6-2 0,2-3 0 15,-2 7 8-15,2 0-3 0,-8 1-2 0,7 3 1 16,-7 4 18-16,2-1-5 0,-2 5-5 0,-6 2-3 16,0-2-1-16,-14 7-3 0,8-4 1 0,-7 3-1 15,0-3-2-15,-6 1 4 0,-1-2-4 0,0-2 2 16,1 2-11-16,-1-6 10 0,0-4-5 16,1 0-1-16,6 0 5 0,-6-4-1 0,5 0-9 15,2-2 0-15,5-3 10 0,0-2-11 0,7 0-1 16,-6 0 16-16,12-2 3 0,-6 2 0 0,7-5 0 15,6 2 8 1,-7 3 0-16,8-4-19 0,5 4 4 0,-6 0 1 0,6 0-5 0,1 0 3 0,0 4 1 16,-1-1 1-16,1 2-2 0,-6 1-18 15,4 2-42 1,-4 0-74-16,-1-1-99 0,-1-5-119 0,-4 6-122 0,4-4-102 0,-6 0-63 0,2-4-47 16,-8 0-51-16,0 0 26 0,6-8 74 0,7 0 90 15,-7-1 97-15</inkml:trace>
  <inkml:trace contextRef="#ctx0" brushRef="#br3" timeOffset="183836.51">10432 9708 47 0,'0'-8'403'0,"0"2"86"0,-7 2 79 0,0-1 45 0,1 5-45 0,0 0-57 0,-1 9-51 0,0-3-48 0,1 5-44 0,0 4-62 0,-1 3-59 31,0 5-51-31,7-1-57 0,-6 0-25 0,6 3-24 0,0-3-30 0,0 4-20 0,6-4-21 31,1-4-1-31,0 0-9 0,-1 1-7 0,7-8-20 16,0-1 5-16,0-2 11 0,0-4 15 0,0-1-7 15,7-6-3-15,-8-5 18 0,2-3 0 0,-1 1-12 16,-7-5-12-16,1-4 6 0,-1 1 4 0,1-1-2 16,-7-2-10-16,0 2-5 0,0 1-9 0,-7 0-38 15,1 0-45-15,-1-1-51 0,-6 1-58 16,7 7-63-16,-8-1-66 0,2 9-49 0,-2-1-36 15,8 2-31-15,-7 2-41 0,0 0-73 0,13 0-4 16,0 0 35-16,-7 2 58 0,7-2 71 16</inkml:trace>
  <inkml:trace contextRef="#ctx0" brushRef="#br3" timeOffset="184124.05">10633 9407 264 0,'8'-10'490'0,"-2"2"111"16,-6 4 111-16,6 1-9 0,-6-1-55 0,7 4-48 15,-7 4-42-15,6-1-49 0,1 5-61 0,-1 6-53 16,1 5-52-16,5 3-52 0,2 4-47 0,-1 6-37 16,0 6-33-16,0 5-32 0,0 5-28 0,0 2-26 15,-7 2-19-15,1 0-25 0,0-1-14 0,-1-1-9 16,-6 2-8-16,0-4-4 0,-6-4-15 15,-1-4-34-15,7 1-65 0,-13-9-98 0,7 2-138 16,-8-9-161-16,1 1-159 0,1-7-128 0,-2-2-127 16,-6-5-66-16,8-2 51 0,-1-3 120 0,-7 1 144 15,14-1 148-15</inkml:trace>
  <inkml:trace contextRef="#ctx0" brushRef="#br3" timeOffset="185082.03">4658 12155 107 0,'-6'5'444'0,"-1"-5"106"0,7 2 105 0,-6 2 60 0,0 0-34 15,6-1-32-15,-8 1-28 16,8-1-37-16,0 2-50 0,-6-5-66 0,6 4-82 16,0-4-86-16,0 2-79 0,0-2-68 15,0 0-51-15,6 5-44 0,2-5-28 0,-8 2-15 0,6-2-7 0,7 5-3 16,-7-5-1-16,8 0-4 0,-2 0-5 0,2 0-41 16,-2 0-84-16,2 0-127 0,-8 0-156 15,7-5-149-15,-7 3-130 0,1-3-81 0,0 5-54 16,-7 0-31-16,0 0 70 0,0 0 108 0,0 0 111 15,0 0 109-15</inkml:trace>
  <inkml:trace contextRef="#ctx0" brushRef="#br3" timeOffset="185228.97">4658 12323 195 0,'-6'16'431'0,"-7"-7"77"16,7-1 70-16,6 0-29 0,-8-1-80 0,2-3-65 16,6-4-50-16,6 4-46 0,-6 0-50 0,8-4-57 15,-2-4-48 1,7 0-38-16,-7 0-41 0,14-3-33 0,-7-1-20 0,6 0-33 0,8-5-60 0,-8 1-104 15,0-1-117 1,1 1-133-16,0 5-201 0,-1-4-85 16,7 0-1-16,-6 0 64 0,6-4 101 0,7 5 126 15</inkml:trace>
  <inkml:trace contextRef="#ctx0" brushRef="#br3" timeOffset="186286.93">6183 10972 75 0,'-7'11'385'0,"7"0"70"0,0-4 56 0,0 0-5 0,-6 0-71 15,6-3-62-15,-6 0-46 0,6 0-35 0,0-4-30 16,12-4-28-1,-5 4-37-15,6-8-42 0,7-2-39 0,-7-1-29 0,13-4-28 0,0 0-21 0,0-3-21 16,7-4-4-16,-1 0-5 0,1-3-6 16,6-1-4-16,7 0-23 0,-8 1-51 0,9-1-77 15,-9 4-75-15,1 3-67 0,0 1-70 0,1 4-57 16,-8-5-71-16,1 5-51 0,-1-1 10 16,-5 1 34-1,-1 3 57-15,0-5 66 0</inkml:trace>
  <inkml:trace contextRef="#ctx0" brushRef="#br3" timeOffset="186759.57">7317 10261 65 0,'-13'15'437'0,"0"-4"77"0,6-1 55 0,-5-2 25 0,5-4-108 16,7-1-118-16,0-3-94 0,0 0-69 15,7-3-50-15,5-9-49 0,1 2-47 0,7-5-31 16,0 0-13-16,6-3-12 0,-7-4-3 0,13 0-6 16,-5 0-19-16,-1 4-33 0,0-1-51 0,0 5-54 15,0-1-69-15,0 4-74 0,-6-3-95 0,-8 6-107 16,2 1-24-16,-8 0 18 0,-6 7 46 0,0 0 67 16</inkml:trace>
  <inkml:trace contextRef="#ctx0" brushRef="#br3" timeOffset="187584.96">5831 11797 326 0,'20'-15'391'0,"-7"0"57"0,0 4 18 0,-6-3-46 0,5 2-19 0,-5 1 3 15,-7 0 31-15,7 8 33 0,-7-5 23 0,0 4 14 16,0 4-8 0,0 4-35-16,-7 0-61 0,7-4-73 0,-13 4-76 0,7 3-77 0,-1 0-70 0,-6 4-41 31,0 4-27-31,0 3-19 0,0 1-10 0,-1-1-6 15,-5 4 0-15,6-1-2 0,0 2 0 0,1-2 1 0,-2-2-2 0,8-1-2 16,-8-3-3-16,14-4-1 0,-6-4-5 0,6 0-1 0,0 5-2 16,6-9 3-1,-6 5 2-15,7-4 2 0,6-4 2 0,-7 0-7 16,8 0-10-16,-2 0-26 0,2 0-40 0,-1 0-53 0,-1 0-73 0,2 0-78 0,-1 0-87 31,-6 0-77-31,5 0-59 0,1 0-31 0,-6 0 1 16,0 0 14-16,5-4 20 0,-5 0 14 15,-7 4-6-15,0-7 21 0,0 7 38 0,0 0 55 16,0-12 70-16</inkml:trace>
  <inkml:trace contextRef="#ctx0" brushRef="#br3" timeOffset="187792.58">5884 11785 201 0,'0'-7'327'0,"0"0"37"0,6 3-11 0,-6 0-49 15,6 0-37-15,-6 8-16 0,7 0-7 0,-7 3 0 16,0 4-3-16,0 4-7 0,0 3-20 0,0 0-20 15,0 1-21-15,0 6-22 0,0 1-28 16,0 0-17-16,0 6-21 0,0-3-25 0,0 5-21 16,-7-5-16-16,7 0-6 0,0 0-10 0,0-2-14 15,0-6-31-15,7 2-53 0,-7-10-61 0,0 3-66 16,0-5-71-16,0-3-67 0,7-2-60 0,-7-6-73 16,0 0-33-16,6-6 16 0,0-2 43 0,1-3 61 15</inkml:trace>
  <inkml:trace contextRef="#ctx0" brushRef="#br3" timeOffset="188123.2">6242 11726 300 0,'6'-11'413'0,"1"1"62"0,-1 2 39 0,0 4-41 15,-6 1-35-15,0-1-11 0,8 4 13 0,-8 0 12 16,0 4 0-16,-8-4-27 0,8 7-47 0,-6 1-58 15,0 2-76-15,-1 5-73 0,-6 0-61 16,7-1-46-16,-7 5-34 0,7 0-17 0,-8 2-5 16,1-3-23-16,0 1 4 0,0-2 1 0,0 2 7 15,6-4 2-15,-5 0-1 0,-2-4 16 0,8 0 7 16,0-4-16-16,6 0-16 0,-7-3-9 0,7-1-6 16,0-3-3-16,7 0-18 0,-1 0 18 15,0-7 5-15,8 4 7 0,-2-1 6 0,2 1 6 16,-1-1-5-16,-1-4-17 0,2 5-23 0,6-1-44 15,-8 0-50-15,-5 1-59 0,6 3-67 0,-7-3-72 16,7 3-57-16,-13-5-36 0,6 5-26 16,2 0-24-16,-8-4-27 0,0 4-42 0,0 0 16 15,0 0 44-15,0-6 57 16,0-6 71-16</inkml:trace>
  <inkml:trace contextRef="#ctx0" brushRef="#br3" timeOffset="188336.93">6261 11708 22 0,'6'-7'330'0,"-6"3"52"16,8-3 52-16,-8 7-5 0,6 3-46 0,-6 5-35 16,0-1-22-16,0 4-17 0,0 4-18 0,6 2-29 15,-6 3-31-15,7 2-44 0,-7 3-68 0,7-3-13 16,-7 4-21-16,6 3-20 0,-6-3-25 0,7 3-15 16,-7-3 23-1,6-1-26-15,-6-3-37 0,6 0-53 0,1-3-66 0,0 2-71 0,-7-6-72 16,6-1-74-1,0 1-50-15,-6-7-60 0,0-8-72 0,0 0-2 0,0 0 35 0,0 0 54 0,14-4 63 16</inkml:trace>
  <inkml:trace contextRef="#ctx0" brushRef="#br3" timeOffset="188648.96">6900 11426 324 0,'0'-7'483'0,"-7"-1"92"0,7 4 76 0,-12 4-27 16,12 0-50-16,-14 8-43 0,8 3-44 15,-7 5-41-15,0 1-51 0,6 4-55 0,-5 6-57 0,-2 6-55 0,8 3-46 0,0 5-39 16,-2-1-34-1,2 4-29-15,6 0-24 0,0 0-15 0,6-4-14 0,-6 3-1 0,14-6-13 0,-2 1-9 32,2-9-6-32,5 0-5 0,1-7-43 0,0-1-80 15,6-5-103-15,-7-5-129 0,1-4-136 16,-1-4-137-16,1-6-115 0,-1-1-107 0,-6-3 13 16,7-4 82-16,-7-4 115 0,6 0 126 0</inkml:trace>
  <inkml:trace contextRef="#ctx0" brushRef="#br3" timeOffset="189441.19">7181 11613 150 0,'0'-12'395'0,"6"5"70"0,-6 7 64 15,0 0-28 1,0 4-65-16,0 3-68 0,0 1-47 0,0 7-46 16,0 3-42-16,0 0-48 0,0 4-43 15,6 7-26-15,0-2-32 0,1 5-19 0,0-3-21 0,-7 1-18 0,6-1-14 0,1-4-10 0,-1 1-18 32,0 0-44-32,-6-4-61 0,8-4-70 0,-2-4-69 15,-6-2-73-15,6-5-60 0,1-3-54 16,-7-4-61-16,0 0-13 0,7-11 28 0,-1 3 54 0,7-6 60 0</inkml:trace>
  <inkml:trace contextRef="#ctx0" brushRef="#br3" timeOffset="189715.92">7499 11639 274 0,'0'-9'437'16,"7"3"87"-1,-7 3 77-15,0-1-11 0,0 4-44 0,0 0-38 16,-7 0-34-16,7 0-45 0,-6 4-61 15,6 3-75-15,-6 0-57 0,-2 4-56 0,-4 4-45 16,-1 0-39-16,0 2-29 0,0 2-20 0,-1 3-17 16,2 0-13-16,6-4-8 0,-8 1-5 15,14-5-10-15,-6 5-3 0,6-9-2 0,0 1 3 16,0-3-2-16,0-1 3 0,0 0 2 0,6-7 5 16,0 3-1-16,8-3-3 0,-8 0-9 0,0 0-31 15,8-3-52-15,-1 0-74 0,-7-1-81 0,8 0-82 16,-8-3-75-16,0-1-53 0,0 1-25 0,2 0-6 15,-2 0-8-15,0-1-30 0,1 1 1 16,-1 0 39-16,-6 7 55 0,0-11 63 0</inkml:trace>
  <inkml:trace contextRef="#ctx0" brushRef="#br3" timeOffset="189932.48">7512 11598 164 0,'0'-6'368'0,"0"6"61"0,7 0 43 16,0 0-26-16,-7 2-47 0,6 5-35 0,-6 1-12 15,0 4-16-15,0 2-18 0,0 1-17 0,0 3-21 16,0 4-21-16,0-4-29 0,0 8-28 16,0-4-29-16,0 7-39 0,0-3-39 0,0 3-32 15,0 0-24-15,6 0-21 0,-6-3-16 0,0 0-38 16,0 0-59-16,7-9-80 0,0 2-90 16,-7-8-87-16,0 0-82 0,6 0-49 0,-6-8-31 15,6 2-40-15,-6-5-32 0,0 0 26 0,0 0 51 16,0 0 64-16,7-5 81 0</inkml:trace>
  <inkml:trace contextRef="#ctx0" brushRef="#br3" timeOffset="190267.79">7838 11742 108 0,'-6'3'396'0,"-1"-3"75"0,1 3 66 15,-1 0-11-15,7 2-65 0,-6-2-70 16,6 1-64-16,-7 0-60 0,7 0-60 0,7-1-45 0,-7 1-36 16,6 0-19-16,1-1-8 0,-1-3-6 0,7 0-5 15,1 0-14-15,-2-7-22 16,8 3-18-16,-1-3-60 0,1 3-29 0,-7 0-15 0,6 1-10 15,1-2-4-15,-1 2-3 0,1-3 32 0,0 1-9 16,-7 2-40-16,0-5-57 0,0 4-71 16,-1 1-81-16,2-1-84 15,-8 1-89-15,-6 3-52 0,0 0 9 0,0 0 43 0,0 0 66 0,0 0 83 16</inkml:trace>
  <inkml:trace contextRef="#ctx0" brushRef="#br3" timeOffset="190460.46">8008 11510 164 0,'-6'0'418'16,"6"-3"73"-1,-8 6 77-15,8 1-18 0,-6 8-52 0,6-2-46 0,0 5-55 0,0 3-41 0,0 5-99 16,0 2-84-16,0 0-78 0,6 5-64 0,-6-1-43 16,0 4-33-16,0 0 19 0,8 0-13 0,-8-4-50 31,6 0-78-31,-6-3-90 0,6-1-96 15,0-2-122-15,1-1-128 0,0-4-26 0,-1-3 39 0,-6-9 70 0,13 2 85 0</inkml:trace>
  <inkml:trace contextRef="#ctx0" brushRef="#br3" timeOffset="190968.96">8392 11529 126 0,'0'-3'393'0,"0"-2"59"0,0 2 43 16,0-1-39-16,0 0-94 0,0 1-88 0,0-4-71 15,0 3-50-15,7-3-41 0,-1-4-40 0,1 4-30 16,6-1-18-16,-7-4-10 0,7 5-8 0,1 5-1 16,-8-6 0-16,7 4 1 0,0 4-1 0,-7 0-1 15,7 0-1-15,-6 4 15 0,0 4 15 16,-1 1 15-16,-6 3 20 0,6 3 25 0,1 3 19 16,-7 0 8-16,0 4 4 0,0 0-5 0,0 4-16 15,0-1-24-15,-7 1-9 0,1 3-21 16,-7 0-18-16,0-3-11 0,6 0-4 0,-6-8-3 0,0 1-4 15,7-4-2-15,-8-5 5 0,8 5 3 16,0-8 6-16,-1 0 0 0,1-3-4 0,6-4-6 16,-7 0-19-16,7-4 8 0,7 1 2 0,-7-1 0 15,6 1 1-15,1-1 5 0,-1 0 16 16,0 0-13-16,8 1-9 0,-1 3-1 0,0 0-2 0,-7 0 0 16,14 3 4-16,-7-3 4 0,0 4-4 0,0 0-11 15,6 0-26-15,-12-1-55 0,6 1-80 16,1-1-82-16,-8 1-79 0,6-1-71 0,-5-3-69 15,-7 0-70-15,0 0-17 16,0 0 30-16,7-3 57 0,6-1 68 0</inkml:trace>
  <inkml:trace contextRef="#ctx0" brushRef="#br3" timeOffset="191285.27">8809 11521 117 0,'0'-11'385'0,"0"4"73"0,0 0 71 0,-6 3-8 0,6 4-41 16,-7 0-30-16,1 8-23 0,6-1-21 0,-7 4-29 16,0 3-42-16,1 1-42 0,6 3-38 0,-6 4-37 15,6 4-24 1,0 0-24-16,-7 3-22 0,7 0-31 0,7-4-27 0,-1 1-29 0,0 0-13 0,1-3-24 16,6-6-11-16,0-5-4 0,1-2-2 15,4-3 0 1,-4-3-13-16,-1-4 7 0,0-4-1 0,0-3 0 0,-1-3-2 0,2-5-2 0,-8-3 3 15,7-1-3-15,-6-7 2 0,0 4 1 0,-7 1-14 16,0-5-15-16,0 4-28 0,-7 0-34 16,0 0-50-16,1 3-65 0,-1 1-70 0,-5 0-72 15,4 0-63-15,-4 7-48 0,6 0-41 0,-1 0-41 16,-6 4-63-16,6 3-5 0,-6-3 37 0,13 7 60 16,0 0 73-16</inkml:trace>
  <inkml:trace contextRef="#ctx0" brushRef="#br3" timeOffset="191604.18">9050 11202 104 0,'0'-8'469'0,"6"6"104"0,2-5 101 0,-8 2 71 15,6 5-34-15,0 0-50 0,1 0-40 16,6 5-36-16,0 2-43 0,7 3-62 0,-1 2-69 0,-6 5-58 0,6 6-47 0,1-1-35 0,0 3-26 31,-1 4-24-31,1 1-32 0,0 3-159 16,-8 4-30-16,2 0 0 0,-8 3 0 0,0 0 0 16,-6 0 0-16,0 1 0 0,0-1 0 0,-6 0 0 0,0 0 0 0,-8-3 0 0,2 0 0 0,-2-4 0 15,1-4-166 1,0 0-236-16,-6-7-148 0,-1 4-160 15,0-4-135-15,-5-4-143 0,5-3-76 0,-6 3 48 16,0 1 126-16,7-4 167 0,-1-1 169 0</inkml:trace>
  <inkml:trace contextRef="#ctx0" brushRef="#br3" timeOffset="192395.95">4698 13247 75 0,'0'0'400'0,"-7"0"78"0,7 0 74 0,0 4 18 0,0-4-74 0,-7 0-62 0,7 0-58 16,0 0-43-16,7 3-44 0,-7-3-53 0,7 0-47 15,-1 4-50-15,0-4-36 0,1 0-34 0,6 0-10 16,-6 0-27-16,5 0-16 0,2-4-5 0,-2 1-11 16,2-1-9-16,-1 4-64 0,-7 0-67 15,7-4-93-15,0 8-100 0,-7-4-91 0,2-4-110 16,-8 4-114-16,0 0-8 0,0 0 51 0,0 0 78 16,0 0 86-16</inkml:trace>
  <inkml:trace contextRef="#ctx0" brushRef="#br3" timeOffset="192559.6">4749 13375 113 0,'-6'12'394'0,"0"-6"64"0,-1 5 56 0,7-3-28 16,0-4-84-16,0-2-77 0,0 3-53 0,0-5-37 15,7 3-36-15,-7-3-30 0,12 0-37 0,-5-3-29 16,6 3-26-16,1-5-31 0,5 3-40 0,-6 2-83 16,6 0-113-16,-5-4-151 0,5 8-191 0,-6-2-97 15,6 3-30-15,1 2 42 0,-7-4 90 16</inkml:trace>
  <inkml:trace contextRef="#ctx0" brushRef="#br3" timeOffset="193210.93">5936 13005 74 0,'6'-15'361'0,"1"1"61"0,-1 3 56 0,0 0-9 0,2-1-55 0,-8 6-39 0,0 2-15 0,0 0-11 0,0 4-5 15,0 0-12-15,0 4-33 0,0 0-38 0,0 6-50 16,-8 5-39-16,8 0-44 0,-12 6-41 0,5 1-31 0,-6 0-21 0,-6 4-12 15,5-4-8 1,2 7-8-16,-8-7-5 0,7 4-2 0,-7-4 3 0,0 0 0 0,8-3 0 0,5-5-1 31,-6-3-4-31,6 1-4 0,1-6-8 0,6-2-6 0,0-4-2 0,0 4 6 0,6-8-2 0,1 0 6 32,6 0 7-32,-6 2 5 0,13-6-13 15,-8-3-30-15,2 3-36 0,5 1-57 0,1 0-68 16,-1 4-70-16,-6-1-60 0,7-1-45 0,-7 2-31 0,-1 0-19 0,-4-5-35 0,4 5-56 0,-12 3 3 31,0 0 38-31,6-3 53 0,-6-6 63 0</inkml:trace>
  <inkml:trace contextRef="#ctx0" brushRef="#br3" timeOffset="193418.96">5975 12957 76 0,'6'0'368'16,"-6"0"56"-16,0 4 47 0,6 3-20 0,-6 8-83 15,0-1-73-15,0 13-56 0,0-2-44 0,0 8-34 16,0 0-35-16,0-1-34 0,7 5-28 16,0 1-19-16,-7 1-13 0,6 2-13 0,1 0-10 15,-7-2-4-15,6 2-4 0,1-5-15 0,0-6-36 16,-1-5-48-16,0 0-60 0,0-10-62 16,2 4-62-16,-2-9-73 0,0-2-84 0,-6-8-28 15,0 0 18-15,13-8 41 0,-6-2 53 0</inkml:trace>
  <inkml:trace contextRef="#ctx0" brushRef="#br3" timeOffset="193725.46">6425 12939 328 0,'6'-11'462'0,"0"4"82"16,1-1 66-16,-7 4-49 0,6 0-51 0,-6 2-40 15,0 4-34-15,0 2-41 0,-6 0-51 0,6 8-62 16,-7-1-70-16,1 4-61 0,-8 2-49 0,2-2-37 15,-1 7-28-15,0-3-18 0,0-2-6 0,-7 2-5 16,0 3-7-16,8-3 3 0,-8-2 0 16,1 2-2-16,5-9-4 0,-5 5-2 0,12-7-3 15,1-2-20-15,-7 2-27 16,13-4-19-16,-6 1-12 0,6-5-8 0,6-5-2 0,0 1 17 0,1 1 23 16,6-2 13-16,-7 3 3 0,13-2-15 0,-5 0-27 15,6 0-35-15,-1 1-41 0,-6-1-47 16,6 0-46-16,-5 0-34 15,-1 4-26-15,0 0-19 0,0 0-8 0,-7 0-5 0,8-2-9 0,-8-6-16 16,-6 8-30-16,0 0 1 0,0-7 26 16,6-1 43-16</inkml:trace>
  <inkml:trace contextRef="#ctx0" brushRef="#br3" timeOffset="193928.93">6431 12913 246 0,'6'-8'385'0,"-6"2"56"0,0 6 17 0,0 0-40 16,0 10-60-16,0 6-39 0,7-2-23 0,-7 8-23 15,0 4-17-15,0-1 1 0,0 4-38 16,6 2-40 0,-6 1-39-16,7 1-30 0,-1 4-32 0,-6-4-55 0,0-1-8 0,0 1-8 0,7-3-7 15,-7-1-31-15,6-7-53 0,1 4-67 0,0-8-74 16,-1-3-72-16,0-4-73 0,1-1-43 0,0-6-47 31,-7-4-46-31,0 0-7 0,12-7 34 0,-5 0 54 0,6-4 59 0</inkml:trace>
  <inkml:trace contextRef="#ctx0" brushRef="#br3" timeOffset="194114.91">6855 13236 306 0,'6'-4'475'0,"6"4"91"0,-4 0 94 16,-8 0-28-16,6 0-47 0,0 4-42 15,-6-4-41-15,7 3-58 0,-7 1-77 0,0-4-88 16,0 4-90-16,0-4-78 0,0 0-70 0,0 0-91 15,0-4-112-15,7 4-124 0,-7-4-123 16,0 1-117-16,6-4-105 0,1 3-116 0,-1-8-5 16,7 9 62-16,-6-4 91 0,5 0 103 0</inkml:trace>
  <inkml:trace contextRef="#ctx0" brushRef="#br3" timeOffset="201105.62">7506 12925 54 0,'0'-4'307'0,"0"0"50"0,0 4 22 0,0-4-21 0,0 4-42 0,0 0-33 0,-7-4-12 15,7 4-5-15,0 0 2 0,0-4 11 16,0 4 8-16,0 0 10 0,0 0 6 0,0-2 12 15,0 2 7-15,0 0-4 0,0-4-7 0,0 4-17 16,7 0-26-16,-7-3-33 0,0-2-40 0,0-2-46 0,0 3-40 0,0 0-34 0,6-3-29 31,-6 0-20-31,7 0-16 0,-7-1 1 0,7-3-6 16,-1 5-6-16,7-6 1 0,-6 1-2 0,-1 4 0 16,7-4-6-16,-6 4 0 0,6 3 3 15,-1-3-1-15,-5 7 3 0,0 0 3 0,5 0-26 16,-4 4 15-16,-2-1 6 0,0 3 7 0,1 2 3 15,-7 4 0-15,0-1 33 0,0 4-14 0,0-5-6 16,-7 9-8-16,1-5-2 0,0 4-3 0,-2 0-4 16,2-2 0-16,0 1 1 0,-1-2 2 0,0 4-4 15,1-5 2-15,-7 1 1 0,13-4-2 16,-6-1-2-16,-1-2-1 0,7-1-1 0,-7 1-3 16,7-4 0-16,0-2-1 0,0-2 1 0,0 0-3 15,0 5 2-15,7-5 0 0,0-5 0 0,-7 5 2 16,6 0-1-16,1 0 4 0,5-2-2 0,2 2 0 15,-8-4 2-15,8 4 1 0,-2 0 1 16,1 0 1-16,0 0 5 0,0 4-2 0,-7-2 1 16,8 3 1-16,-14 2-1 0,6-2 1 0,1 1-3 15,-7 5 1-15,-7 1 4 0,7-2-2 0,-6 1-1 16,0 4 1-16,-8-5-1 0,8 2 0 0,-7 3-2 16,0-5-2-16,0 5-14 15,-1-4 1-15,2 1-11 0,-2-5-24 0,-5-4-43 0,6 4-55 16,0-7-62-16,0 4-90 0,0-4-90 0,7 0-82 15,-1 0-56-15,0-4-31 0,7 4-7 0,0-7 2 16,0 4 1-16,0 3-5 0,7-11 39 16,-7 3 59-16,7-3 65 0,-1 0 76 0</inkml:trace>
  <inkml:trace contextRef="#ctx0" brushRef="#br3" timeOffset="201554.03">7773 12830 45 0,'6'-12'360'0,"2"-2"69"0,4 2 63 0,-12 4 12 0,7 2-47 0,-1 3-34 16,-6-1-22-16,7 4-16 0,-7 0-14 0,0 0-33 15,0 4-42-15,0 3-50 0,6 0-50 16,-6 4-50-16,0 4-42 0,7 0-37 0,-1-1-26 0,-6 4-30 16,6 0-8-16,2 1 7 0,-2-1 4 0,0 1 0 15,1-1-13-15,6 0 24 0,-7-7 1 16,7 3-14-16,-6-6-5 0,0 3-5 0,-1-8 7 15,0 2-12-15,8-3-17 0,-8-2-25 0,0 0-57 16,1-2-55-16,0-6-59 0,6-3-61 16,-1 3-48-16,-4-6-29 0,-2 3 1 0,0-4 10 15,0 0 19-15,1-2 29 0,0 1 36 0,-7 3 29 16,6-7 37-16,-6 6 39 0,0-4 33 0,0 0 19 16,0 3 24-16,0-4 30 0,0 2 20 0,-6 1 18 15,6-2 17-15,0 7 32 0,0-4 24 16,0 9 19-16,0-6 12 0,0 9 26 0,0-1 25 15,0 4 17-15,0 0 14 0,6 7 12 0,-6 1 13 16,0 2-2-16,0 1-7 0,7 9-8 16,-1 1-5-16,-6 1-8 0,7 7-17 0,0 0-19 0,-1 4-20 15,0 0-25-15,0 5-29 0,8-6-29 16,-8 4-42-16,1 0-64 0,-1-2-81 0,1-5-81 16,0 0-90-1,-1-2-105-15,0-5-131 0,0-5-35 0,2-1 25 0,-2-2 57 0,0-3 75 0</inkml:trace>
  <inkml:trace contextRef="#ctx0" brushRef="#br3" timeOffset="202357.88">4984 14451 337 0,'-6'6'488'0,"-7"0"88"0,6-3 92 0,1 1-39 0,-1 0-48 15,1 0-34-15,6 0-34 0,-7-4-46 0,7 0-65 16,0 0-78-16,-7 0-90 0,14 0-76 0,-7 0-60 16,7 0-43-16,-1 0-25 0,1 0-17 0,6 0-4 15,-7 0-5-15,7 0-2 16,1-4-2-16,-2 0-15 0,1 4-46 0,0-4-91 0,-6 0-119 15,6 1-130-15,-6-1-119 0,5 2-94 0,-5 2-75 16,-7 0-67-16,0 0 30 0,0 0 80 0,0 0 96 16,0 0 95-16</inkml:trace>
  <inkml:trace contextRef="#ctx0" brushRef="#br3" timeOffset="202510.93">4952 14643 67 0,'0'11'365'0,"0"-4"57"0,0 0 51 0,6-3-7 16,-6 0-69-16,7-1-60 0,-1 1-50 0,1 0-40 15,5-4-42-15,-4 0-51 0,4 0-53 0,1-4-44 16,0 4-21-16,0-4-34 0,1 4-65 0,-2-3-95 16,-5-1-126-16,-7 4-187 0,0 0-102 0,0 0-39 15,0 0 27-15,13 7 78 0</inkml:trace>
  <inkml:trace contextRef="#ctx0" brushRef="#br3" timeOffset="206458.14">6052 14111 184 0,'8'-6'434'0,"-8"1"89"0,0 1 91 0,0 4 1 0,0 0-47 0,0 0-38 16,0 0-36-16,0 9-52 0,0-6-62 0,0 4-66 16,0 8-68-16,0-1-60 0,6 8-52 15,-6 0-28-15,6 7-25 0,-6 0-22 0,7 5-20 16,-1 2-15-16,1 1-9 0,-7 3-7 0,7-3-4 16,-7-1-17-16,6-2-52 0,0-1-78 15,-6-4-101-15,7-7-116 0,-7-4-119 0,0-4-92 16,7 2-68-16,-7-9-72 0,0-7-3 0,0 0 62 15,0 0 83-15,12-3 96 0,-5-9 108 0</inkml:trace>
  <inkml:trace contextRef="#ctx0" brushRef="#br3" timeOffset="206775.95">6425 14163 148 0,'6'-12'387'16,"7"5"64"-16,-13 0 63 0,6 0-20 0,-6 2-53 15,7 2-26-15,-7 3-6 0,0 0-3 0,0 0-14 16,-7 3-33-16,7 6-54 0,-6-2-61 16,-1 7-65-16,-5-3-36 0,4 7-62 0,-4 1-43 15,-1-1-20 1,0 4-11-16,-7 0-8 0,7 0-21 0,0 0 13 0,0-3 6 0,0-2 0 0,7-1-6 16,-1-2-5-16,0-6-8 0,7 2 2 15,0-6-6-15,0 3-4 16,7-3 8-16,-7 0 7 0,13-4 5 15,-6-4-11-15,5 4-9 0,-5-4-27 0,6 4-43 0,0-3-54 0,0-1-70 0,0 0-70 16,0 4-63-16,0 0-44 0,1-3-28 0,-8 3-34 16,0-4-39-16,-6 4-23 0,7-7 23 15,-1 3 46 1,1-4 57-16</inkml:trace>
  <inkml:trace contextRef="#ctx0" brushRef="#br3" timeOffset="206959.12">6431 14155 22 0,'6'-11'353'15,"-6"4"62"-15,0 4 55 0,0-1 1 0,0 4-63 16,0 0-57 0,0 4-38-16,0 3-26 0,0 3-26 15,7 5-28-15,-7 3-31 0,6 5-37 0,-6-1-28 16,7 3-31-16,-1 5-29 0,-6 2-15 0,0 2-25 0,7-1-14 0,-7-1-18 0,6-2-17 16,-6-1-36-1,0 1-68-15,7-9-67 0,-7 1-75 16,7-7-75-16,-7-5-84 0,0-2-74 0,0-8-68 15,0 0 5-15,0 0 42 0,6-8 60 0,0 2 82 16</inkml:trace>
  <inkml:trace contextRef="#ctx0" brushRef="#br3" timeOffset="207408.07">6763 14173 284 0,'7'-14'400'0,"-1"-1"60"15,-6 5 37-15,0-5-47 0,0 4-49 0,-6-1-23 16,6 2-8-16,-7-1 9 0,1 3-13 16,-1 5-8-16,-6-4-19 0,7 2-24 0,-2 5-26 15,2-2-52-15,0 2-40 0,-7 2-46 16,6 5-38-16,-6 1-36 0,7 7-31 0,-8-1-16 16,8 5-17-16,0 3-10 0,0-4-4 0,-2 5 0 15,8-1-1-15,0-5-4 0,-6 6 2 0,6-5 3 16,6-4-2-16,-6 1-16 0,8-1 6 0,-2-6 3 15,-6-1-2-15,12-3 3 0,-4 0 0 0,-2-4 10 16,0-4-14-16,1-3-8 0,6-1-4 0,-6-3-10 16,-1-3-7-16,0 3-7 0,0-4-4 15,-6 1-5-15,8 3-6 0,-8-4 2 0,6 4 2 16,-6 3 8-16,6-3 16 0,-6 0 54 0,0 4-16 16,7 4-10-16,-7-5 0 0,7 4-4 0,-1 4-10 15,1 4-41-15,-1 0 27 0,0 3 20 0,2 7 6 16,4 1 8-16,-6 4 5 0,2 3 5 0,-8 0 2 15,6 4-1-15,-6 3-4 0,0-4 0 16,0 4-10-16,0 1-25 0,-6-1-29 0,6-4-43 16,-8 2-45-16,2-10-51 15,-6 6-58-15,4-5-50 0,-4-3-44 0,-1-4-30 0,-1-1-21 0,2-2-38 16,-2-4-59-16,8-1-27 0,-7-3 18 16,0 0 43-16,6-3 56 0</inkml:trace>
  <inkml:trace contextRef="#ctx0" brushRef="#br3" timeOffset="207739.35">7069 14115 80 0,'0'-7'387'0,"7"4"73"0,-7-2 62 0,-7 1-9 0,7 8-78 0,-6 4-72 16,-1 3-62-1,1 4-45-15,-1 6-45 0,7 2-34 0,-6 2-27 0,6 4-26 0,0 4-23 16,6 1-17-16,1-3-17 0,-1 3-16 0,7-1-17 16,0-4-13-16,1-4-6 0,5-2-9 15,0-4-3-15,1-8 0 0,-1-1-1 0,7-2 6 16,-6-8 2-16,-7-4 5 0,7-3 8 0,-7-9 2 16,0 3 1-16,-7-6-5 0,1 1-1 0,-1-1-3 15,-6 1-5 1,-6 0-6-16,6 3-4 0,-7 1 4 0,-5 3-5 15,-2 3 1-15,2 8-8 0,-2 3-4 0,1 5-19 0,0 11-47 0,-6 2-76 0,-1 8-97 32,7 0-99-32,-7 5-135 0,-6-1-143 0,7 0-39 15,-1 0 32-15,7-1 70 0,0-3 94 16</inkml:trace>
  <inkml:trace contextRef="#ctx0" brushRef="#br3" timeOffset="208964.28">8118 14089 395 0,'-6'-7'492'0,"-1"0"91"0,-5-1 78 0,-2 5-32 0,8-2-43 15,-7 5-34-15,0 0-55 0,0 5-69 0,-1 2-99 16,2 1-89-16,6 2-85 0,-2 6-70 0,2 1-45 15,0 2-19 1,6 6 1-16,0-3-11 0,0 4-8 0,6-4-5 0,0 4 5 0,8-4-1 0,-2-1-4 16,2-2 0-16,5-5 2 0,1 1 2 0,0-7-2 15,-1-2-15-15,1-6-21 0,-2-3-42 16,2-4-40 0,0 0-49-16,-1-8-42 0,-5 0-23 0,6-6-13 0,-8 2 10 0,-5-3 10 0,-1 0 22 15,1 3 28-15,-7-3 27 0,0 5 28 0,0-2 28 16,0 4 30-1,0 1 34-15,-7 3 38 0,7 3 35 0,0 2 30 16,-6 1 21-16,6 5 9 0,0 5 1 0,0 1-2 0,0 5-23 0,0 4-21 16,0-1-16-1,0 5-8-15,0 3-6 0,6 0-23 0,1-4 1 16,-7 4-2-16,7 0 2 0,-1-7-5 16,0 3-3-16,0-3 0 0,-6-4 1 0,8-4-1 15,-2-4-1-15,0-3 1 0,1 0-2 0,0-7-1 16,-1-1 1-16,-6-2-5 0,7-5-3 15,-1 4-4-15,0 1-7 0,1-2-7 0,-7-2-10 16,7-1-3-16,-1 1-4 0,0 2 3 0,-6-2 5 16,7 3 10-16,0-1 7 0,-1 5 11 0,-6 4 4 15,7-1 1-15,-1 1 6 0,1 3 6 0,-1 0 9 0,1 3 9 0,-1 4 11 0,8 0 13 32,-8 5 5-32,0-1 0 0,7 3-6 0,-6-2-8 15,-1-1-12-15,7 3-8 0,-6-6-7 0,0 2-7 16,5-6-6-16,-5 4 0 0,0-8 3 15,-1 0-2-15,7 0-2 0,-7-8-6 0,1 1-15 16,6-4-14-16,-7-1-11 0,2-2-10 0,-2-1-1 16,0 5 3-16,0-5 15 0,1 3 16 0,0 2 8 15,-1 3 9-15,1 3 7 0,-1 0 21 0,8 4 18 16,-8 0 16-16,0 4 15 0,0 3 12 0,2 0 5 16,-2 0 7-16,0 8-25 0,1-3-21 15,-1-2-29-15,1 5-49 0,0-4-75 0,-7 0-109 16,6 0-89-16,-6-4-98 0,0-7-156 0,0 0-85 15,0 0 1-15,0 0 52 0,0 0 78 0,0 0 94 16</inkml:trace>
  <inkml:trace contextRef="#ctx0" brushRef="#br3" timeOffset="209335.74">8926 13606 416 0,'-12'3'527'0,"-2"0"68"0,8 2 52 0,0-5-115 16,-1 4-129-16,7-4-104 0,0-4-74 0,0-1-54 15,7-1-38-15,-1-2-26 16,6-3-21-16,2 4-17 0,-1-7-21 0,7 2-9 0,-8 5-9 0,8-3-7 16,-7 6 2-16,7-4 2 0,-8 5 14 0,2 3 20 15,-8 0 25-15,8 7 34 0,-14 3 27 16,6 5 19-16,-6 0 5 0,6 3-5 0,-6 4-16 15,-6 0-21-15,6 5-13 0,-6-2-8 0,6 0-3 16,0-3-7-16,0 0-6 0,0 1-10 16,0-9-16-16,6 1-19 0,-6-1-16 0,6-7-13 15,1 5 0-15,-1-9 2 0,1 1 5 0,6 0 5 0,-7-8-3 16,8 0-2-16,-2-3-10 0,2-1-16 16,-2-2-30-16,1-1-47 0,1 3-64 0,-2-3-91 15,2 1-111-15,-8 2-113 0,7 0-95 0,-6 1-75 16,-1 0-68-16,-6 7-67 0,0 0 31 15,0 0 77-15,0 0 94 0,7 3 103 0</inkml:trace>
  <inkml:trace contextRef="#ctx0" brushRef="#br3" timeOffset="209598.93">8503 15371 32 0,'0'27'332'0,"-7"-6"47"0,14-10 40 0,-1-4-31 15,1-7-78 1,6-3-59-16,0-5-41 0,6-6-22 0,1-8-19 16,13 1-13-16,-1-10-11 0,1-2-19 0,6-3-20 0,7-4-19 0,-1-5-19 15,7 2-18-15,-7-5-20 0,8 4-25 0,-7-3-44 16,-1-1-68-1,1 4-81-15,-13 0-94 0,5 4-130 0,-11 3-104 16,5 0-24-16,-12 8 31 0,-1 4 60 16,1-1 85-16</inkml:trace>
  <inkml:trace contextRef="#ctx0" brushRef="#br3" timeOffset="209786.17">8959 15383 63 0,'-13'29'356'0,"13"-7"43"0,-7-8 44 0,14-7-9 16,0-7-79-16,12-10-75 0,0-5-27 0,1-3-21 16,13-11-32-16,-7 0-39 0,6-5-42 15,7 1-39-15,-6-4-35 0,7 0-26 0,-8 1-49 16,1 3-70-16,-1 1-96 0,-13-1-136 0,1 8-151 16,0-2-75-16,-8 5-6 0,-5 4 41 0,0-4 78 15</inkml:trace>
  <inkml:trace contextRef="#ctx0" brushRef="#br3" timeOffset="210506.12">5446 15800 281 0,'20'-30'475'0,"-6"5"93"0,-8 7 104 0,7 3 1 0,-7 1-24 16,-6 6 4-16,7 5 1 0,-7 6-13 0,0 8-44 15,-7 8-73-15,7 6-86 0,-6 8-98 0,-7 8-84 16,7-1-69-16,-8 12-50 0,2-2-38 0,4 9-31 16,-4-1-22-1,-1 5-10-15,6-1-17 0,1 4-13 0,-7-4-7 0,7 1-4 0,-2-5-8 0,-4-2-28 16,12-10-37-16,-6-5-53 0,-2-4-78 0,8-4-102 16,-6-11-114-16,6-4-109 0,0-4-74 0,6-10-38 15,-6-4 6-15,8-7 49 0,-2-11 83 0,0-7 102 16,0-4 94-16,2-8 77 0,-2-4 56 0,0-7 40 15,1 0 27-15,-1-6 23 0,1-1 23 0,0 0 18 32,5-4 25-32,-6 3 38 0,2 2 37 0,4-1 42 0,2 4 50 0,-8 3 58 0,7 8 52 0,-7 3 40 15,1 8 31-15,0 7 18 0,-1 4 20 0,0 7 15 32,1 4-3-32,6 7-5 0,-6 7-17 0,6 8-20 15,-7 3-36-15,7 7-46 0,1 5-41 0,-2 3-44 16,1 7-35-16,7 0-28 0,-7 8-31 0,6 0-29 15,-5 3-16-15,5 0-13 0,-6 0-11 0,6 2-16 0,1-7-24 0,-7-2-56 0,0-3-85 0,0-8-112 32,1-1-123-32,-2-5-118 0,-5-6-87 0,0-6-51 0,-1-1-35 0,0-6-28 0,-6-8 32 15,0 0 74-15,0 0 87 0,0 0 93 0</inkml:trace>
  <inkml:trace contextRef="#ctx0" brushRef="#br3" timeOffset="210700.63">5446 16467 153 0,'-18'-7'505'16,"4"3"106"-16,8-3 86 0,-1 3 23 0,1 4-100 16,0 0-97-16,6 0-88 0,0 0-62 0,6 4-45 15,0-4-27-15,7-4-33 0,7 4-44 0,0-7-41 16,6 0-45-16,6-5-39 0,1-3-39 0,6-2-26 16,6-2-16-16,1-3-20 0,-1-4-42 0,1 1-78 15,-1-1-105-15,8 1-130 0,-1-5-126 0,1 5-111 16,-2-4-80-16,1-1-93 0,-6 4-8 0,0 0 68 15,0-3 96-15,5 7 103 0,-5-3 114 0</inkml:trace>
  <inkml:trace contextRef="#ctx0" brushRef="#br3" timeOffset="211019.36">6522 15605 151 0,'-20'-28'403'0,"1"-9"74"0,-7 4 77 0,-6-4 1 15,-1 1-29-15,-13-8-6 0,-6 4 4 16,0-5 12-16,-14 2 18 0,-5 2 8 0,-7 1-8 15,0 7-24-15,-1 7-28 0,1 4-39 0,0 12-63 16,0 10-80-16,0 7-260 0,-7 11-60 0,7 11 0 16,-1 8 0-16,2 11 0 0,-2 10 0 0,1 9 0 15,6 5 0-15,7 9 0 0,7 7 0 0,5 7 0 16,8 8 0-16,5 7 0 0,15 3 0 0,5 1 0 16,20 0 0-16,6-4 0 0,21-4 0 0,11-7 0 15,15-12 0-15,18-2 0 16,8-12 0-16,12-14 0 0,6-11 0 0,8-15 0 0,13-16 0 0,-2-17 0 15,8-10 0-15,1-17 0 0,-2-9 0 0,-6-12 0 16,0-6 0-16,-18-13 0 0,-8 2 0 0,-13-8 0 16,-20 0 0-16,-5 3 0 0,-21 0-313 0,-13 4-281 15,-5 4-192-15,-21 3-176 0,0 4-168 0,-12 4-29 16,-7 3 89-16,0 1 168 0,-13 7 201 0,6-1 213 16</inkml:trace>
  <inkml:trace contextRef="#ctx0" brushRef="#br0" timeOffset="-191833.77">11898 373 155 0,'6'-18'276'0,"0"0"28"0,2 4-10 0,-8-1-63 16,0 4-43-16,0-1-12 0,0 9-7 0,-8-2-7 16,8 2-6-16,-6 6-7 0,0 2-7 0,-1 7-5 15,1 2-7-15,-7 4-12 0,6 8-18 0,-6-1-11 16,6 8-4-16,1 3-11 0,0 8-6 0,-1 0 50 0,7 8 24 15,-7 2 6-15,7 2-8 0,7 3-4 0,-7-5-8 16,7-3-58-16,-1 1-29 0,0 0-18 0,8-9-11 16,5-3-4-16,-6 1-2 0,6-12-1 0,8 0 0 15,-8-3-1-15,8-4-1 0,-8-4 0 0,7 1-2 16,-6-5 1-16,6 5-1 0,-7-2 25 16,1 6-12-16,0 3-8 0,-1 3 1 0,-6 4-2 15,-7 6-2-15,1 10-26 16,-1 2 13-16,-6 7 7 0,0 5-1 0,-6 4 1 0,6 2 0 0,-7 4 0 15,1 4-1-15,-7 4-4 0,6-1-2 0,1 1 2 16,-8-2 7-16,8 6 4 0,0-8-2 0,-1 0 8 16,1-7 2-16,-1-4 1 0,7-4-5 0,0-8-4 15,7-6-2-15,-1-4-5 0,1-3-4 16,-1-8-13-16,8-1-12 0,-2-5-7 0,2-2-4 16,-2-4-7-16,1 2 0 15,7-5 8-15,-7 4 11 0,0 0-8 0,0 0 16 0,-6 4 10 0,6 8 9 16,-7-3 4-16,0 10 1 0,2 8 17 0,-8 1-3 15,0 4 0-15,-8 1-7 0,2 8-1 16,0 3-1-16,-7 0-1 0,6 1-6 0,-6 2-6 16,0 0 7-16,0 1 3 0,0 2 2 0,0-1 6 15,0 2 3 1,0-3 1-16,13-5 1 0,-7-2-9 0,1-5 3 0,6-2-4 0,0-5-1 16,0-3 2-16,6-4 3 0,1-8 2 0,0-3-4 15,-1 0-2-15,7-8-18 0,-7 2 7 0,8-2 0 16,-8-4 4-1,0 2 1-15,1 2 1 0,0 4 18 0,-1 5-6 0,0 3-1 0,-6 3-3 0,0 7-1 16,0 8-1 0,0 8-1-16,-6 3 4 0,0-1 13 15,-1 8 9-15,-6-3 36 0,7 4-5 0,-8-1 5 16,8 0-6-16,-7-3-22 0,7 3-9 0,-1-3-35 0,0-5 6 0,-5 1-5 0,12 1 3 31,-8-6-3-31,8 2 6 0,-6-5 1 0,6-3 5 16,6-6-1-16,-6-3-6 0,8 0 7 0,-8-7-11 15,6 1-1-15,0-3 0 0,1-3-1 0,6-2-4 0,0 1 0 0,-7 0 8 0,8-1-22 32,-8 2-2-32,7 2 4 0,-6-3 10 0,-7 8 3 0,6-1 5 0,-6 4 19 0,0 3-2 15,0 9-3 1,-6-2-3-16,-1 1-4 0,-6 8-7 0,0-1-5 0,0 0 2 0,-6 4-4 0,-1 0-5 31,0 3 1-31,1 2 8 0,-7 2 4 0,12 4-1 0,2-4 4 0,-2-4 7 0,1-3-6 0,7 1-5 31,0-9-7-31,6-7-8 0,0 1-16 16,0-9-17-16,6-2-20 0,0-4-19 0,1-4-14 16,6-1 14-16,0-2 3 0,-7 0 0 0,8-1 25 15,-2 3 23-15,-5 1 19 0,6 1-1 0,0 5 11 16,-7 9 15-16,2 3 1 0,-8 9 0 0,0-2 4 16,-8 11 5-16,2 0 13 0,0 9 14 15,-7 2 14-15,-7 4 9 0,8 1 24 0,-8 3-9 16,0 4-14-16,1-1-15 0,-1 1-9 0,7-4-11 15,0-4-25-15,0-3 1 0,0-1 0 0,6-7 3 16,7 0-5-16,-6-6-1 0,6-1-4 0,6-8 0 16,-6-3 2-16,7-4-2 0,6 0-1 0,-7-3-1 15,1-4 3-15,6 4-1 0,-6-4-2 16,5 0-3-16,-5 0 2 0,-7 3 2 0,7 1-11 16,-1 0-9-16,-6-1 3 0,0 8-5 0,-6 0 0 15,6 4-3-15,-7 3 10 0,0 0 8 16,1 3 1-16,0 6 4 0,-1-2-37 15,0 2-21-15,7-3-7 0,-6 2 32 0,6 0 19 16,0-7 7-16,0-2 44 0,6-6 28 0,-6-4 4 16,14-10-56-16,-8-5-30 0,0-6-29 0,8-1-23 15,-8-7-24-15,7-1-22 0,-7-2 24 0,8-1 8 16,-2 0 19-16,-4 2 17 0,4-3 18 0,-6 6 27 16,8 2 1-16,-8 2 6 0,1 5 2 15,-1 5 12-15,-6 6 11 0,0 10 13 0,0 5 22 16,0 5 16-16,-6 5 23 0,-1 2 11 15,-6 3 12-15,6 4 4 0,-5 4 28 16,6 3-15-16,-8 0-60 0,8 5-34 0,-1-6-30 16,0 1-25-16,1 1-51 0,-1-5-6 0,7-3 31 0,0-4 14 15,0-6 6-15,7 2 6 0,-1-7 1 0,1-3 1 16,0 1 2-16,5-6 52 0,-4 1 35 16,4-1 9-16,8-2 5 15,-7 3 2-15,7-4 7 0,-8-3-51 0,2 3-34 16,5 1-10-16,-6-4-4 0,0 2-8 0,0 2-3 0,-6-4 2 15,5 2 2-15,-5 2 1 0,0 3 1 0,-7 4 8 16,6 3 4-16,-6 7-31 16,-6 1-14-16,6-1 7 0,0 8 4 0,0-4-2 15,0 0 1-15,0 2 36 0,0-2 8 0,0-4-3 0,0 1 1 0,6-1-3 16,1-3-5-16,-1 3-6 0,0-6 1 0,8-1 56 16,-8 0 24-16,7-3 14 0,7 0 4 15,-7-8 7-15,0-7 7 16,-1-4-60-16,-4-3-35 0,4-8-27 0,1-7-19 0,-6-3-15 0,6-1-11 15,-7-4 0-15,1-3 9 0,0 4 12 0,-7 0 13 16,6-3 9-16,0 5 3 0,1 2 7 0,-7-1 6 16,7 12 9-16,-1-1 9 0,-6 4 16 0,7 3 18 15,-7 8-1 1,6 1-2-16,-6 5-53 0,0 1-30 0,0 5-24 0,0-2-22 0,0 6-7 0,6-2-6 16,-6 5 44-16,7-2 20 0,-7-2 13 15,7 0 0-15,-1-4 1 0,0-1 3 16,-6-2-4-16,8-1 1 0,-2 1-4 15,0-5-2-15,1-3-3 0,-7 0-12 0,6 0-13 16,-6-8-18-16,0 1-16 0,0-4-8 16,0 1-6-16,0 2 0 0,-6-3 8 0,6 4 13 15,-7 3 19-15,7 0 14 0,-6 4 9 16,0 0 16-16,-2 3 9 0,2 4 14 16,0 1 5-16,6 3 0 0,-7 3 19 0,0 1 14 15,1 0 10 1,6-5 0-16,0 1-2 0,0-3-5 15,6-1-16-15,1-6-17 0,-7-6-14 0,7-9-7 0,-1-4-4 0,0-8 2 32,2 0 0-32,-2-3-11 0,0-9-22 0,-6 6-35 15,7-9-55-15,-1 5-80 0,-6-4-95 0,-6-1-95 0,-1 2-87 0,1-5-104 16,0 3-61-16,-8-3 14 0,1 3 63 16,0-3 85-1,0-6 99-15</inkml:trace>
  <inkml:trace contextRef="#ctx0" brushRef="#br1" timeOffset="-182323.31">12745 843 254 0,'-6'-8'478'0,"-2"-3"83"0,2-4 75 0,0 1-19 0,-7-1-131 16,6 0-95-16,1 1-51 0,-1-1-51 0,1 1-49 15,6 10-59-15,-7 1 34 0,7 3 1 0,-7 0-65 16,7-8-62-16,0-3-35 0,7-4-28 0,-7-3-64 0,7-5-38 15,-1 2 17-15,1 3 30 0,-1 7 5 0,1-5 8 16,-1 9 13-16,7-7-3 0,-7 3 0 0,2 0-3 16,-2 4 1-16,7 2 6 0,-7 5-3 0,1 0 3 15,-1 0 4-15,1 5 4 0,-1 2 1 0,-6 4 2 16,7 14 51-16,-7 2 24 0,0 9 14 0,-7-3 5 16,7 0 3-16,-6-4 2 0,-7 1-52 0,6 3-22 15,1-8-18-15,-7 5-7 0,-1-5-5 0,2 1-2 16,5-1 0-16,-6-3 1 0,7-4-1 0,-1 1-24 15,1-1 8-15,6-4 4 0,-7-2-1 0,7-2 1 16,0-2 4-16,0-1 25 16,7-3-10-16,-1 0-6 0,1 0 1 0,6-4-2 0,0 0 8 0,-1-4-5 15,2 0-4-15,5 0-1 0,1 1-20 0,0-1-36 16,-8-4-67-16,8-2-71 16,-7-5-79-16,0 1-84 0,0 6-68 0,1 4-51 0,-2 8-23 0,1 0-27 15,-6 0-54-15,-7-4 10 0,0 0 49 0,13-8 63 16,-1-7 69-16</inkml:trace>
  <inkml:trace contextRef="#ctx0" brushRef="#br1" timeOffset="-181960.91">13057 645 51 0,'0'-11'321'0,"0"0"50"0,-6-1 44 0,6-2-47 0,-6 3-71 0,-2 3-61 16,2 4-50-16,0 4-41 0,0 4-39 0,-1 4-25 15,0 3-22-15,7 3-13 0,-6 1-9 0,-1 7 43 0,7 0 26 16,0 4 7-16,7 3 7 0,-7 1 1 0,6 3 2 16,8-1-53-16,-8-6-31 0,6 4-16 0,2-9-9 15,-1 1-6 1,7-3-5-16,-8-8 2 0,8-1 1 0,-6-2-1 0,5-5 2 0,-6-3-1 0,0-3 2 16,-7 0 0-16,8-9-1 0,-8 5-3 0,0-8-5 15,-6 4 4-15,0-3-2 0,0 3-6 16,0-3 4-1,-6-1 4-15,0-1 0 0,-2 6-2 0,2-1 0 16,0 3 4-16,-7 1-2 0,0 3-1 0,0 1 0 16,-1-1-4-16,2 4-10 0,-2 0-17 0,2 7-25 0,-1 1-36 0,-1 3-43 0,8 4-49 15,-8 2-51 1,2 3-49-16,6-3-73 0,-8 2-92 16,8-9-23-16,-1-2 17 0,7-8 39 0,0 0 56 15</inkml:trace>
  <inkml:trace contextRef="#ctx0" brushRef="#br1" timeOffset="-181477.64">13240 384 157 0,'-6'-15'328'0,"-1"1"45"16,-6-1 21-16,6 1-45 0,-13-1-37 0,8 1-24 15,-1-1-16-15,-7 0-9 0,0 4-16 0,-6 0-22 16,7 0-14-16,-7 0-15 0,0 4-7 0,0 0-13 16,-7 0-10-16,7 3-5 0,-7 0-7 0,1 12-6 15,-1-1-4-15,1 3 3 0,-1 5-7 0,7-1-1 0,-6 1-8 16,6 4-12-16,-7-4-23 0,7 2-26 0,0 2-12 16,-1 3-21-16,2 4-15 0,5 3-12 0,-6 1-7 15,6-1-3-15,1 7-23 0,-1 1 47 0,8 7 26 16,-8 4 19-16,7 3 10 0,6 4 5 0,-6 0 21 15,13-1-43-15,-6 2-28 0,6 3-18 0,6-5-4 16,1 1-5-16,-1-4-1 0,14 1-4 0,0-8 3 16,-1 0-1-16,7-4 4 0,6-3 3 0,8-5 1 15,-7-5 2-15,12-2 1 0,1-7 4 0,5-7 2 16,2-3-6-16,-1-12-1 0,7 0 0 0,-8-7 0 16,8-7-7-16,0-5-10 0,-7-2 4 0,1-5-2 15,-8-2 3-15,1-4-9 0,-7-1-1 16,-1-4-16-16,-5 0-30 0,-13 5-52 0,0 0-35 0,-1-1-35 15,-6-7-39-15,-13-4-82 0,6-2-38 0,-6-2-9 16,-6 8-15-16,0 7-20 0,-1 5-12 0,-6 6 51 16,0 4 14-16,0 7 13 0,0 4-8 0,0 4-8 15,0 3-38-15,-1 4-27 0,2-4 6 0,-8 1 32 16,7-1 41-16</inkml:trace>
  <inkml:trace contextRef="#ctx0" brushRef="#br1" timeOffset="-178900.52">14322 597 205 0,'0'0'287'0,"0"0"15"0,-6 0-37 0,6 4-76 0,0 4-58 0,0 2-39 0,0 1-17 16,0 7 29-16,0 4 9 0,0 4-1 0,6 3-4 16,0 1-4-16,-6 6-6 0,6-3-41 15,-6 3-24-15,7 1-15 0,0-4-8 0,-1 4-5 16,-6-3-19-16,7-5-32 0,-1 0-40 0,1 0-40 0,-7-3-64 15,7-1-83-15,-7-11-71 0,0 1-19 16,0-15 12-16,0 0 30 0</inkml:trace>
  <inkml:trace contextRef="#ctx0" brushRef="#br1" timeOffset="-178632.85">14328 857 143 0,'0'-26'312'0,"0"1"-1"0,0-1-13 0,6 1-72 16,-6-2-77-16,0 6-53 0,7-1-26 0,0 0 14 15,-1 4-2-15,1-1-6 0,-1 4-13 0,8 1-6 0,-8 3-7 16,6 3-8-16,2 2-7 0,5 1-4 0,1 3-4 16,-8-3-4-16,8 5 1 0,0 5 9 0,-1-3 11 15,1 5 11-15,-6 1 9 0,-2 4 11 0,1 3 7 16,-6-1 2-16,0 3 35 0,-1 6 19 0,-6-1 4 16,-6 3-3-16,6 1-10 0,-14-1-11 0,8 5-47 15,-13-1-33-15,5-3-19 0,2 0-8 0,-8-1-6 16,7-3-13-16,-1 0-28 0,-6-4-25 0,8 1-28 15,6-4-40-15,-8 2-39 0,1-5-38 16,7 3-16-16,0-5-24 0,-2 2-3 16,8-2-38-16,0 1-44 0,0-11-34 0,0 0-1 0,0 0 24 0,14-7 24 15</inkml:trace>
  <inkml:trace contextRef="#ctx0" brushRef="#br1" timeOffset="-178449.27">14680 820 199 0,'13'-11'356'0,"-7"0"44"0,1 1 19 0,0-2-59 15,-1 5-67-15,-6-1-46 0,7 8-40 0,-7 4-26 16,0 4-43-16,0 7-28 0,6-1-25 0,-6 4-28 16,7 5-17-16,-7 2-16 15,6 1-5-15,1-1-10 0,-1-3-11 0,0-4-28 0,2 4-45 0,-2 0-56 16,0 5-60-16,1-2-71 0,-7-4-95 0,0-2-86 16,0-8-16-16,0-11 23 0,0 0 42 0,0 0 63 15</inkml:trace>
  <inkml:trace contextRef="#ctx0" brushRef="#br1" timeOffset="-178181.64">14739 677 245 0,'6'-14'318'0,"-6"3"33"0,7-3-35 0,-7 2-61 16,0 1-64-16,0-1-55 15,6 6-35-15,-6-1-34 0,0-1-23 0,6 0-32 16,-6 1-7-16,8 5 1 0,-2-3-5 0,0-2 6 0,-6 7 6 0,7-4 12 15,-1 4 18 1,1-3 18-16,-1 3 20 0,1 0 15 0,-1 3 12 0,1 4 8 0,0 4 1 0,-7 0-7 16,6 5-16-16,0 1-16 0,1 6 26 0,0 2 5 15,-1 4-4-15,0 5-7 16,-6-5 2-16,7 8-1 0,-1-5-64 0,1 5-66 16,0-4-66-16,-7 3-68 0,6 2-68 0,0-1-63 0,2-8-53 0,-2 3-57 15,0-6-51 1,-6-8 0-16,6-3 31 0,-6-15 44 0,0 0 62 15</inkml:trace>
  <inkml:trace contextRef="#ctx0" brushRef="#br1" timeOffset="-178038.11">14908 1073 83 0,'-6'-18'332'0,"6"0"49"0,0-4 33 0,-7-4-33 15,7 1-65 1,7-5-46-16,-7 1-33 0,6-4-64 0,0 4-45 0,2-1-42 0,4 5-38 0,1-4-35 16,0 2-34-16,0 5 17 0,7-3 5 0,-7 3 3 15,6 4-3 1,-6-1-14-16,1 4-23 0,-2 7-39 0,-5 6-49 0,0 2-49 0,-1 2-52 15,-6 6-40-15,6 0-45 16,-6 3-57-16,0-1-6 0,-6-2 22 0,0-1 40 16</inkml:trace>
  <inkml:trace contextRef="#ctx0" brushRef="#br1" timeOffset="-177865.76">15019 773 150 0,'0'7'335'0,"0"-7"47"0,6 0 18 0,1 0-47 0,-1-4-63 15,-6 4-47 1,7 0-41-16,-7 0-37 0,7 4-35 0,-1 0-39 15,0 0-38-15,1 3-23 0,0-4-13 0,5 1-6 16,-5 3-13-16,0 1-27 0,-1 3-39 0,1 0-40 0,-1-1-45 0,0 1-45 0,2 1-42 31,-2-4-29-31,-6-2-17 0,0-6-33 0,0 0-17 16,0 0 13-16,0 0 31 0</inkml:trace>
  <inkml:trace contextRef="#ctx0" brushRef="#br1" timeOffset="-177512.33">15169 795 248 0,'0'-19'303'0,"0"2"16"0,0-2-10 16,0 4-29-16,0 0-40 0,0-3-24 15,0 7 10-15,0 0 0 0,0 4-1 0,0 3-18 16,0 4-19-16,0 0-25 0,0 4-21 0,0 3-27 0,0 4 21 16,0-4 4-16,0 4-10 0,6 0-3 0,1 1-9 15,-1-2-4-15,1 2-50 0,0-5-28 0,-1 1-16 16,6-2-8-16,-4-2-5 0,-2 0 9 16,0-8-5-16,7 0-1 0,-6-2 0 0,0-2-49 0,-1-3-26 15,0-1-26-15,1-1-3 0,-7-3 0 0,7 2 28 16,-7-1 24-16,0-3 6 0,0 4 21 15,-7 2 6-15,7-3 3 0,-7 1-27 0,1 3 25 0,0 3 17 16,-8 2-3-16,8 1-3 0,-1 5-3 0,1 5-7 16,-8-3-1-16,8 6-4 0,0 4-2 0,0-3 1 15,-1 11 6-15,0-5 47 0,1 2 28 0,6 5 17 16,0 0 10-16,0 4 6 0,0 0-3 0,0-1-40 16,6 1-27-16,1-4-15 0,6 0-8 15,-1 0-6-15,-4-8-4 0,11 5-5 0,-6-8-6 0,0 3-25 16,0-2-40-16,0-5-52 0,0 0-53 0,7 0-59 15,-8-2-51-15,2-2-27 0,-2-3-13 0,2 0-9 16,-1-3-16-16,0-5-30 0,-7 1-18 16,1-4 14-16,-1-8 31 0,0-3 48 0</inkml:trace>
  <inkml:trace contextRef="#ctx0" brushRef="#br1" timeOffset="-177345.11">15462 663 144 0,'0'-8'317'0,"0"1"44"0,0-1 12 0,0 8-59 0,0 0-57 0,0 8-42 16,0 7 5-16,0-1-14 0,0 5-21 0,0 3-21 15,7 0-20-15,-7 7-20 0,6 0-56 0,-6 1-29 16,6-1-23-16,1 0-34 0,-1 1-46 0,1-1-52 16,0 4-58-16,-7-8-63 0,6 4-82 15,0-2-101-15,-6-10-35 0,0-2 12 16,0-15 37-16,0 0 49 0</inkml:trace>
  <inkml:trace contextRef="#ctx0" brushRef="#br1" timeOffset="-177194.51">15462 941 122 0,'0'-11'394'0,"7"0"80"0,-1-3 72 16,-6-5-17-16,6 5-73 0,1-5-52 0,-1 1-81 15,1 0-73-15,6-1-68 0,-7 9-63 0,8-5-48 16,-1 3-88-16,0 6-78 0,0 2-39 0,-7 8-74 16,8 6-92-16,-8 5-122 0,0 3-93 0,1-7-18 15,0 0-10-15,-1 0 48 0,0-7 76 0</inkml:trace>
  <inkml:trace contextRef="#ctx0" brushRef="#br1" timeOffset="-177027.38">15820 835 213 0,'0'-7'470'0,"0"-8"79"0,-6-3 64 0,6 3-88 16,0 0-143-16,-6 1-134 0,6 3-107 0,0 3-78 15,-7 1-77-15,7 4-36 0,0-1-18 0,0 8-46 16,0 10-65-16,0 1-73 0,0 3-93 0,0-3-80 15,0 3-50-15,0-7 15 0,0-11 46 0,0 7 66 16</inkml:trace>
  <inkml:trace contextRef="#ctx0" brushRef="#br1" timeOffset="-176910.32">15853 970 91 0,'6'8'381'0,"8"-5"78"16,-14-6 88 0,6-5 18-16,-6 2-28 0,0 1-13 0,0 5-11 15,0 0-24-15,0 8-50 0,-6-5-72 0,6 5-82 0,0-8-97 0,0 7-118 0,0-7-158 16,-7 4-193-1,7 0-188-15,0-4-229 0,-7 10-141 0,7 5-36 16,0-1 63-16,0 1 132 0,0 0 158 0</inkml:trace>
  <inkml:trace contextRef="#ctx0" brushRef="#br1" timeOffset="-175873.08">16414 1974 81 0,'0'0'295'0,"0"0"25"0,-8 4 0 0,8 0-61 0,-6-1-81 0,0 4-61 15,6 1-35-15,-7-1-20 0,7 5-12 0,-6-2-12 16,6 1-3-16,-7 4-1 0,0 0 0 15,7 3 5-15,-6 0 2 0,0 0 4 0,0 5 1 0,-2-1 3 16,2 0 1-16,-7 3 6 0,6 1-7 0,1 0-1 16,-7 3-1-16,7 4-6 0,-1 3-5 0,0 1-8 15,-5-5 0-15,-2 5-5 0,1-3-4 0,0-1-2 16,0-1-3-16,-7 2-4 16,8-2-6-16,-1 5 1 0,0-1-3 0,0-3 0 0,-7 1-2 15,0-1 6-15,8-1-2 0,-8 1-1 0,7 4-2 16,-1-3 1-16,2 2 1 0,-1 3-7 0,0-1 2 15,0 1 2-15,-1 2 0 0,2 0 0 0,-2-2 1 16,8 2 1-16,-7 3 1 0,0 0-1 16,0-4-1-16,7 4 0 15,-8-3 1-15,2-1 1 0,-2 0-4 0,8 0 2 0,-7 1-1 0,-1-5-3 16,8 4-1-16,-6-3 2 0,5-4 2 0,-6 4-1 16,6-4 0-16,-6 4 1 0,6-4 0 15,-5 3-3-15,6 1-1 0,-8 0 0 0,1-1 4 16,7 1 0-16,-8-1-5 0,2 0 4 15,5 2 1-15,-6-1-1 0,7 2 0 16,-1-3 3-16,0-2 4 0,1 3-4 0,-1-1 1 16,-5 1 3-16,5 0-2 0,0-5 0 0,-5 5-1 15,4 1 2-15,-4-2-1 0,5 1 0 0,-6-1-3 0,7 1 3 16,-7 3 6-16,7-3 6 0,-8 3 9 0,8-3 5 16,-8 3 6-16,8 0 3 15,-7-4-2-15,7 5 0 0,-8-1-6 16,8-3 1-16,-8 3-5 0,8-3-3 0,-7-1-1 0,7-3-9 0,-1-4-4 15,1 1-6-15,-1-7-1 16,1-6-5-16,0 2-21 0,6-9-26 0,-8 2-42 16,8-4-62-16,-6-6-83 0,6-2-160 15,0 0-71-15,0 0-18 0,-6-7 18 0,12-4 49 16</inkml:trace>
  <inkml:trace contextRef="#ctx0" brushRef="#br1" timeOffset="-174435.17">15378 5363 26 0,'6'-4'318'0,"-6"4"40"0,0 0 31 0,6 4-42 15,-6-4-93-15,0 0-76 0,0 0-56 16,7 0-38-16,-7 0-30 0,6-4-15 0,-6 4-7 15,7 0-4-15,-1-3 3 0,1 3 5 0,5-4 5 0,2 4-3 0,-1 0-6 0,0 0-6 16,0-3-4-16,0 3-8 0,6 0-6 0,1 0-2 31,0 0-1-31,-1 0-3 0,7 0 0 16,0 0-2-16,1 3 1 0,-1-3-2 0,0 0-2 0,7 0 2 16,-1 0 0-16,1 0 0 0,-7-3-1 0,6 3 4 15,1-4 0-15,-1 0 0 0,1 4-1 16,-1-7 1-16,1 2 2 0,-1 3-2 0,1-3 1 15,-7 3 4-15,7 2 1 0,-1-4-1 0,-6 0-3 16,7 0 0-16,-1 0-1 0,1-3-4 16,-7 1-1-16,6 1 2 0,-5-2 0 0,5-1 2 15,-6-3 0-15,7 5 0 0,-7-6 1 0,7 5-2 16,-1 0 0-16,-6-1-2 0,7 1 0 16,-7 3 0-16,0-4 7 0,0 6-2 0,7-2-1 15,-8 0 11-15,9 0 3 0,-9 1 1 0,7-5-3 16,-5 4 5-16,5-3 6 0,-6 4-3 0,7-1-2 15,-7 0-3-15,0 0 1 0,0 1-3 0,7 3-6 16,-7-4-4-16,0 4 3 0,7 0 1 16,-7-4 0-16,0 1 1 0,-1 3 6 0,2 0 4 15,-1-3-4-15,0 3 1 0,0 0 5 0,0 0 5 16,1 0-9-16,-2 0-4 0,1 0 0 0,7 0-1 16,-7 3-8-16,0-3-6 0,0 0 3 0,0 3-3 15,1-3 0-15,-2 4 0 0,1-4 1 0,0 0-2 16,0 0-3-16,1 0 1 15,5 0 1-15,-6 0 0 0,1-4 5 0,5 4 12 16,-6-3 11-16,1 3 11 0,5-3 4 0,-7 3 1 0,1 0 2 16,1 0-10-16,-1 0-8 0,0 3-9 0,0-3-3 15,0 0 4-15,0 0 4 16,0 0 10-16,0 0 10 0,0 0 5 0,7 0 1 16,-7 0-6-16,0-3-8 0,7 3-8 0,-1-5-12 15,1 2-8-15,-1 3 2 0,1 0-3 16,-1 0-1-16,1 0 0 0,-7 0 2 0,0 0-1 15,7 0-3-15,-7 0 1 0,6 0 8 0,-5 0 10 16,5 3 8-16,-6-3 8 0,7 0 8 0,-7 0 5 0,6 0-8 16,-5-3-3-16,-1 3-7 15,-1 0-4-15,8-4-2 0,-7 4-4 0,0 0 0 16,7 0-6-16,-7 0-3 0,0 0-4 0,0 4-2 0,-7-4-2 16,7 3 0-16,0-3-20 0,1 5 8 15,-7-5 2-15,6 0 0 0,-1 3 4 0,-5-3-1 0,6-3 9 16,-6 3-4-16,5-5 0 0,1 5 0 0,-6-3-3 15,7-1-3-15,-9 4 14 0,9 0-4 16,-7 0 40-16,6 0 41 0,0 0 21 0,0 0 17 16,7 0 4-16,-8 0 14 15,8 0-38-15,-7 0-43 0,0 0-20 0,6 0-20 16,1 4-8-16,-1-4-7 0,2 0-6 0,-2 3 6 16,1-3 1-16,-1 0 7 0,1 5-5 0,-1-5-1 15,-5 3 1-15,-1 0-3 0,-1 1-1 16,1 0-3-16,-6-1 2 0,0 1-6 0,-1 0-2 15,1 0-6-15,0-1 5 0,-8-3 12 0,1 5 8 0,0-3 5 16,0-2 7-16,-7 0 8 16,8 0-3-16,-8 0-12 0,1 0-7 0,0 0-6 15,-7-2-12-15,6 2-6 0,-6-5-5 0,0-2-9 0,0 3-52 0,-6-7-83 16,6 4-88-16,-7-1-97 0,0 5-93 16,1-5-79-16,-8 5-89 15,8-1-49-15,0 1 24 0,6 3 61 0,-7-4 77 0,7 4 82 0</inkml:trace>
  <inkml:trace contextRef="#ctx0" brushRef="#br1" timeOffset="-172779.07">16479 1867 125 0,'0'0'292'0,"-7"4"27"0,7-4-17 0,-7 0-55 15,7 0-68-15,0 0-44 0,-6 0-31 0,-1 0-20 0,7 0-12 0,-6 0-10 16,6 0-5-16,0 0-9 0,0 0-4 0,0 5-4 16,0-5-6-16,0 0-2 0,0 0 2 0,0 0 8 15,0 0 12-15,0 0 10 0,6-5 9 0,-6 5-2 16,7 0-2-16,-1 0-6 0,1 0-9 0,0-4-9 15,-1 4-5-15,8-3-5 0,-8 0-4 0,6 3-7 16,2-8-5-16,-1 5-6 0,-1-5-6 0,8 4-3 16,0 1-1-16,-1-4 0 0,1 3-1 0,0 1 0 15,-1-1-1-15,7 0 3 0,-6 4-1 0,6 0-2 16,-7-4 0-16,7 4 0 0,-6 0 10 0,6-3-5 16,-1-1-4-16,-5 4-2 0,6-4 0 0,1 0 0 15,-1 4-7-15,0-2 3 0,-1-2 3 0,-5 4 4 16,6-4-3-1,-6 4 0-15,6-4-3 0,-7 4 1 0,1 0-1 16,7-3 1-16,-9 3 5 0,2 0-2 0,-7 0 1 16,7 0-1-16,0-4-1 0,-1 4-1 0,1 0-4 15,-1-4 2-15,0 4 2 0,1-4 1 0,-1 1-3 16,1-1 10-16,0 1-7 0,-1-1 0 0,1 1-4 16,0-1 3-16,-1 0 1 0,1 4-10 0,-8-7 2 0,8 3 2 15,0 4 4-15,-7-4-3 0,6 8 0 16,-6 0 1-16,7-4 2 0,-7 3 2 15,6-3-2-15,-6 4 0 0,7-4 1 0,-7 4 2 0,6-4-1 0,1 0 0 16,-7 4-1-16,1-4 1 16,4 3 1-16,-4-3 1 0,-1 0-1 0,7 0-1 15,-8 0 0-15,8-3 0 0,-1-1 3 16,-5 4-3-16,6-4 0 0,-8 0 1 0,8 1 1 0,-7-1 0 0,7 0-3 0,-2 0 1 16,-4 4-2-16,5-2 2 0,-5 2-1 0,4 0 0 15,-4-5-1 1,-1 5 2-16,7 0 0 0,-8 0-2 0,-5 0 1 15,6 5 1-15,0-5 0 0,-6 0 0 0,6 2 2 16,0-2 1-16,-7 4-1 0,7 0 4 0,1-4 0 16,-2 4-1-16,1-4-2 0,7 0-1 0,-7 0 1 15,-6 0-3-15,5 3-1 0,2-3 1 0,-2 4 3 16,-5-4-2-16,6-4-1 0,0 4 2 0,1-3-1 0,-2 3-1 16,1-4-2-16,0 0 2 0,0 4 0 15,1 0-1-15,-8 0 1 0,7 0-2 0,-6 0 1 16,-1 0 2-16,7 0 1 0,-7 0 1 0,1 4-1 0,0-4 2 0,-1 0 3 15,0 4-5 1,1-4 0-16,6 0-2 0,0 0 3 0,0-4-1 16,0 0-3-16,1 4 2 0,-2-4 3 0,8-3-1 15,-7 3 2-15,0-3-3 0,0 7 0 0,-1-7 0 16,2 3-4-16,-8 4-12 0,7-4 4 0,1 4 5 16,-8-3 1-16,7 3-1 0,-6 0 3 0,5-4 13 15,-5 4-6-15,0 0-1 0,-7 0 0 0,13 0 1 16,-7 0-3-16,0 0 1 0,1-3 0 0,6 3 0 15,-7-5-3-15,8 3 1 0,5 2 0 0,-6-4 1 0,0 0-1 0,1 0 2 16,-2-3 0-16,2 7-1 16,-8-4-2-16,7 4 0 0,-7 0-1 15,8 0-1-15,-8 0 0 0,0 0 2 0,-6 4 0 0,7-4 0 0,0 0 0 16,-1 0-2-16,1 4 1 0,-1-4 0 0,1 3-5 16,-1-3 3-16,1 0 1 0,-1 4 2 0,0-4-1 15,2 4-1-15,-2-4-3 16,-6 4-21-16,6-4-21 0,-6 2-27 0,7-2-34 15,-7 5-42-15,0-2-40 0,0 4-53 0,-7-3-83 16,7 0-66-16,0-4-15 0,0 0 15 0,0 0 35 16</inkml:trace>
  <inkml:trace contextRef="#ctx0" brushRef="#br1" timeOffset="-171591.48">19059 1710 112 0,'0'0'321'0,"-6"-3"26"0,6-1 8 0,0 1-38 0,0-1-70 16,-8-4-51-16,8 5-29 0,0-4-9 0,0 2-9 15,0 3-28-15,0-6-16 0,0 4-15 0,-6 1-8 16,6-1-11-16,0 4-8 0,0-4-9 0,0 0-12 16,0 4-7-16,0-2-5 15,0 2-9-15,0 0-6 16,0 0-4-16,0 0-3 0,0 0-4 0,0 0-3 15,0 0 3-15,0 0-3 0,0 2 4 0,-6 2 2 16,6 0 4-16,0 3 2 0,0-3 2 0,6 4 2 16,-6-1-10-16,0 0 1 0,6 4 0 0,-6-4-3 15,8 4-3-15,-8 4-1 0,6-4 8 0,0 4-3 16,1 3-4-16,-1-3 1 0,1 3 0 0,-1 0 3 16,1 0-1-16,6 1-5 0,-6 3 0 0,5-4-3 0,-5 4-1 0,6-3-6 0,-7-2 5 15,1 6 2 1,6-2-2-16,-6 2 0 0,5-5 3 0,-4 8-1 15,4-4-3-15,-6-1 1 0,8 1 2 0,-8 0-1 16,7 5 1-16,1-2-1 0,-8 0 3 16,6 0-7-16,-4 1 2 0,4 1 2 0,-5-2 0 15,6 1 2-15,-6 0-5 0,5-5 8 0,-6 2 0 16,2-1-1-16,-2-1-1 0,7 1 0 0,-6-3 7 16,-1 3 0-16,1-5-4 0,-1 6 0 0,0-1 5 15,2-4-1-15,4 4-6 0,-6 0-1 16,8 0 2-16,-14-1 0 0,6 2-6 0,1-2 1 15,-1 2 4-15,-6-5 0 0,7 4-1 0,0-4 12 16,-7 5-1-16,6-9-6 0,0 5-1 16,0-6 1-16,-6 6 0 0,8-4-13 0,-2 3-8 15,0 1 9-15,1-5 3 0,0 1 4 0,-1 4 1 16,1-5 0-16,-1 1 13 0,0-1-6 16,1 5-1-16,0-4-2 0,-1-1-2 0,0 4 1 0,1 0 0 0,0 1 0 0,-1-1 0 15,1-3-2-15,-1 4 1 0,1-2 2 0,6 5-2 16,-7-3 0-1,0-2-1-15,8 3-29 0,-8-2 12 16,1 0 8-16,-1 1 5 0,1-2 3 0,-1 2-2 0,1 0 28 0,6-2-8 0,-13 3-10 16,7-3-5-1,-1-2-2-15,0-1 2 0,1 5 2 0,0-4-5 16,-7 3 0-16,6-4 0 0,0 4 0 16,1-2-2-16,-1 3-6 0,1-5 3 0,0 3 2 15,-1 2-2-15,0-1 2 0,-6-3 4 0,14 3 7 16,-8 0-4-16,0-2-3 0,1-1 3 15,0 2-4-15,-1-2-1 0,-6 3-1 0,7-3 2 16,-1 0 5-16,0-1 5 0,2 1 11 0,-2 3 5 16,0-7 2-16,1 4 2 0,0 0 6 0,-1-4 1 15,0 3 1-15,1-2-1 0,6 2 1 16,-6 1 5-16,-1-1 2 0,0-3-1 0,8 3 1 0,-8 2 0 16,0-2 3-16,1 1-10 0,0-1-9 15,-1 1-3-15,1 1-9 0,-1-3-2 0,0 3 0 16,2-2 4-16,-2 1 5 0,0-1-6 0,0 1-4 15,1-1 0-15,0 1 2 0,-7-1-1 16,0 1 2-16,6-1 0 0,-6 1 4 0,7-1 2 16,6 3 2-16,-6 0-2 0,-1-2-4 0,0 3-1 15,0-3 0-15,2 3-4 0,-2-3-4 0,0 3-3 0,-6-3-2 0,7 0 1 16,-1-1 1 0,-6 1-1-16,7-1-4 0,-7 1 4 0,0 0 12 15,7-1 9-15,-1-3 7 0,-6 4 12 16,6 0 12-16,-6-4 9 0,7 4 2 0,-7 0 6 15,7-5 4-15,-1 1-1 0,-6 4-7 0,6-1-8 16,-6-3-4-16,7 7-14 0,0-3 3 0,-7 4-1 16,6-5 4-16,-6 5-2 0,7-9 5 0,-1 5-1 15,0 0-13-15,-6-1-11 0,7 1 9 16,-7-1 12-16,7-2 12 0,-1 3 15 0,-6-4 13 16,6 3 17-16,2-3-2 0,-2 0-12 0,-6 0 9 15,6 0-21-15,1 0-14 0,-1 0-18 16,1-3-11-16,-1-2-7 0,1 5-30 0,-7-3 13 15,6-1-9-15,0 0 1 0,-6 1-3 0,8-1 0 16,-2 1 2-16,-6-2-10 0,6 2 3 0,-6-1-3 16,7-3 1-16,-7 0-6 0,0 0-18 15,0-1-43-15,0-3-72 0,0 0-88 0,0 0-128 16,0-3-129-16,-7-5-116 0,1 4-97 0,-8-3-109 16,8-1-5-16,-7-2 77 0,0 3 108 0,7-7 117 0</inkml:trace>
  <inkml:trace contextRef="#ctx0" brushRef="#br1" timeOffset="-169199.75">15911 3652 163 0,'-6'3'292'0,"6"2"24"0,-6-2-31 0,-1 1-55 0,0-1-59 0,1 1-35 0,6 0-21 16,-6-4-9-16,6 3 0 16,-7-3-3-16,7 4-5 0,-7-4-2 0,7 0 2 0,0 0 7 15,-6 4 5-15,6-4 5 0,0 0 15 16,0 0 13-16,-7 3 11 0,7-3 7 0,0 0 1 15,-6 4-7-15,6-4-21 0,0 0-22 0,0 4-19 16,-6-4-22-16,6 0-21 0,0 3-10 16,0-3-5-16,0 0-7 0,-8 0-1 0,8 0-11 0,0 0 1 15,8 0-3-15,-8 0 0 0,0 0 0 0,0 0-6 16,0 0 1-16,0 0-2 16,6-3-2-16,0 3-3 0,1 0-1 0,-1 0 0 0,-6 0-11 15,14 0 6-15,-8-4 3 0,7 4 1 0,-6 0 1 16,5 0-1-16,2 0 13 0,5 0-6 0,-6 0-3 15,6-4-1-15,-5 4 0 0,5 0 5 0,1-3-3 16,-8 3 1-16,8-4-2 0,-6 4-2 16,5 0 5-16,-6 0-4 15,6-4-2-15,-5 4 1 0,5-3 0 0,-6 3-1 0,0 0-3 16,7 0 2-16,-7 0 2 0,0 3-2 16,6-3 0-16,-5-3 2 0,5 3 2 15,-6 0 1-15,0-4-1 0,7 4 4 0,-8 0-5 16,8-4 3-16,-7 1-2 0,7 3-3 0,0-4-3 0,-2 1-2 15,2 3 5-15,0-5-5 0,-1 5-1 16,1-3 2-16,0 3 1 0,-7 0 1 0,7-3 5 16,-2 3 2-16,2 0-2 0,0 0 2 15,-1 0 1-15,1-4-3 0,-1 4-6 0,1 0 3 16,0-4 3-16,-1 4 8 0,1 0-1 0,-1-3-6 16,0-1-1-16,1 4-6 0,6-4-2 15,-7 0-8-15,1 4 3 0,0 0 4 0,-1 0 4 0,1 0 2 0,0 0 3 16,-1 4-3-16,1-4-3 0,0 4 1 15,-1-4 0-15,-6 0 2 0,6 0-4 0,-5 0 0 16,5 4 3-16,0-4-1 0,1 0 3 16,-1 0 3-16,-5 0-1 0,5 0 0 15,1 0-3-15,-7 0 0 0,6 0-5 0,-5 0-3 16,5 0 1-16,-6 0 1 0,0 0 4 16,7 0 5-16,-8-4 0 0,2 4-2 0,-1-4-1 0,-1 0 0 15,2 4 2-15,6-2-5 0,-1-4-1 16,-6 6 0-16,6-2 2 0,-5-2-2 0,5 4 1 15,-6-3-2-15,6-1 2 0,1 8-1 0,0-4-1 0,-7 0 3 16,6 3-2-16,0-6 3 0,1-1-1 0,0 4 4 16,-7 0 2-16,7 0 0 0,-1 0-5 0,0 0 0 15,-6 0-1 1,7 0 6-16,0 0-5 0,-8-4-6 0,8 0 4 0,-1 4 1 0,-5-4 4 16,6 0-4-16,-8 2-1 0,1-3 9 0,7 3-3 15,-6-3-1 1,4 1-3-16,2 1-4 0,-7 3 2 0,7-4 1 0,-8 0 3 0,8 4-1 0,-7 0 1 15,7-3 1-15,-8 3 0 0,2 0 2 16,6 0-3-16,-7 0-2 0,-1 0 1 0,2 0-1 16,-2-4 3-16,2 4 0 0,-1 0 2 0,0 0 0 15,0 0-1-15,-1 0 1 16,2 0-6-16,-8 0-4 0,7 0 0 16,0-3 0-16,0 3 0 0,1 0 2 0,-2 0 6 0,2 0 3 0,-2 0-1 15,1 0-1-15,1 0 2 0,-8 3 0 16,8-3-9-16,-2 0-4 15,1 0 0-15,-6 0 0 0,6 0 0 0,-1 0 5 16,-4 0 5-16,4 0 0 0,-5 0 4 0,6-3-1 0,0 3 0 0,-7 0-4 16,8-4-2-16,-8 4 6 0,7 0 1 0,-6-4 1 15,5 4-5 1,2 0-1-16,-1-3-3 0,-7 3 1 0,8 0 0 16,-8 0 0-16,6 0 5 0,2 0-1 0,-8 0 0 0,7 0-3 0,-6 0 2 15,6 0-3-15,-7 0-7 16,8 0 7-16,-8-5 2 0,7 5-1 15,-7 0-4-15,8 0 6 0,-8 0-1 0,7 0-4 16,-6 0 1-16,5 0-1 0,2 0 5 0,-8 0-6 16,7 0 3-16,-7 0 6 0,8-3 1 15,-2 3-2-15,-4-3-5 0,4 6-1 0,1 0 1 16,-6 2-6-16,6-2 0 0,-1 1 3 0,2-4 1 0,-8 4 3 16,8-4-1-16,-1 3 1 15,-7-3 0-15,7 0 1 0,0 4 3 0,-7-4 0 16,8 0-3-16,-1 0-2 0,0 0-2 0,-7 0-1 15,7-4 0-15,-7 4 1 0,8 0 2 16,-8-3 5-16,7 3 1 0,-6 0 6 0,-1-4-6 0,1 4-6 16,-1 0-1-16,8-4 1 0,-8 4-1 15,0 0-9-15,1 0 10 0,0 0 0 0,-1 0 2 16,0 0-3-16,1-3 0 0,-1 3 3 0,1 0-2 0,0-5 19 0,-1 5 17 16,0-3 25-16,8 0 1 0,-8 3-1 0,0-4-3 15,8 0-14 1,-8 4-15-16,1 0-24 0,-1-3-4 0,0 3 0 15,2 0-2-15,-2-4 1 0,0 4-5 0,0 0 1 0,2-4-4 0,-2 4 2 16,-6 0 8-16,6 0 3 0,1-4-5 0,-1 4 0 16,1 0 3-1,0-3 2-15,-7 3-9 0,6 0-20 0,0 0 21 0,-6 0 3 16,6 0-2-16,2 0 4 16,-2-4 9-16,0 4 13 0,-6 0-14 0,7 0-1 15,0-3 43-15,-1 3 27 0,1-4 15 0,5 4 10 0,-4-3 6 0,4 3-1 0,-6 0-41 16,2 0-60-16,-2 0-1 0,7-4-4 15,-7 4-1 1,1 0 0-16,0 0 5 0,-1 0 22 0,0 0-11 16,-6 0-12-16,6 0-6 0,2 0-2 0,-8 0 2 15,6 4 4-15,0-4 4 0,-6 0 5 16,7 0-2-16,0 3 7 0,-7-6-5 0,6 3-2 16,-6 0-5-16,7-4 1 0,-1 4 7 0,-6 0 6 0,6 0 0 0,1 0 8 0,-7 0 8 31,7 0 5-31,-1 0 2 0,-6 0 2 0,6 0 7 15,-6 0 2-15,7 0-8 0,-7 0-9 0,7-4-5 16,-7 4-7-16,6-4-8 0,-6 4-9 0,0 0 1 16,7 0 0-16,-7-3-5 0,0 3-4 0,0 0-3 15,0 0 0-15,0 0-7 0,0 0-35 16,-7 0-67-16,7 0-113 0,-6 0-134 0,-1 0-137 16,0 0-130-16,7 0-174 0,-12 3-51 0,5-3 45 0,-6 8 103 0,7-1 116 0,-7 0 128 15</inkml:trace>
  <inkml:trace contextRef="#ctx0" brushRef="#br1" timeOffset="-155637.8">14602 5441 69 0,'6'-12'377'0,"0"1"69"0,-6 4 67 0,0-4 12 0,8 0-50 15,-8 3-30-15,0 2-10 0,0-3 17 0,0 6 10 16,0-1-10-16,0 1-17 16,0-1-40-16,0 4-45 0,0 0-57 0,0 4-52 0,0 3-37 0,-8 5-37 15,8 2-19-15,-6 8-16 0,0 0-17 0,0 3-12 16,-1 1-18-16,-6 3-20 0,6 4-9 15,-13 4-15-15,8 0-11 0,-2-1-13 0,2 0-6 16,-1 1-2-16,-1 1-3 0,-6-9-4 0,14 0-1 16,0-8-1-16,-7-2-4 15,6-1-6-15,7-7-6 0,0-3-6 0,0-5-15 0,0-3-14 0,0-3-26 16,7-5-33-16,6-3-39 0,-7-3-49 0,0-5-45 16,8-3-46-1,-1-3-30-15,0-5-22 0,0 5-12 0,-7-4 9 16,8-1 27-16,-8 1 38 0,0 0 44 0,8-2 52 15,-8 2 50-15,1 0 46 0,-7 0 31 16,6 0 25-16,1 7 18 0,-7-4 31 0,7 8 9 16,-7 0 16-16,0 7 23 0,0 3 28 0,6 2 27 15,-6 1 3-15,0 5 21 0,0 5 18 0,6 1 12 16,0 5 6-16,2 8 9 0,-2 3 0 0,0 3 3 0,1 4-10 16,0 0-18-16,6 5-22 0,-7-1-32 0,0 0-21 15,1 0-29-15,6 3-19 0,-7-2-19 0,1-5-17 16,6 0-10-16,-6-3-34 0,-1-1-56 0,1-7-89 15,-1-3-105-15,1-4-112 0,-1-4-111 16,-6 0-88-16,6-7-76 16,-6 0-75-16,0 0 22 0,-6-10 68 0,6-1 94 15,0-4 102-15</inkml:trace>
  <inkml:trace contextRef="#ctx0" brushRef="#br1" timeOffset="-155434.52">14491 5726 350 0,'0'-5'505'0,"0"3"96"0,0 2 99 0,7-4-38 0,-1-4-64 0,1 5-74 0,5-5-69 15,2 1-78-15,-2-4-91 16,8 4-96-16,0-4-85 0,-1 0-79 0,1-1-101 0,0 6-136 0,-7-2-147 16,6 1-147-1,-12-1-204-15,-1 5-100 0,-6 3 0 0,0 0 84 16,0 0 119-16,13 0 136 0</inkml:trace>
  <inkml:trace contextRef="#ctx0" brushRef="#br1" timeOffset="-154608.21">20948 5216 369 0,'-6'-3'513'0,"6"3"83"0,0 0 79 0,-6 3-62 0,6 5-64 0,0 3-62 0,-8 3-52 16,8 1-40-16,8 4-53 0,-8 6-59 0,6 1-67 15,-6 3-54-15,6 0-50 0,1 4-39 16,0-4-25-16,6 4-20 16,-7-4-20-16,0 1-3 0,1-1-49 0,0-4-62 0,-1-2-96 0,0-4-120 15,-6-5-117-15,7-3-129 0,-7-3-98 0,0-8-105 16,0 0 6-16,0 0 74 0,0 0 101 0,7-12 109 16</inkml:trace>
  <inkml:trace contextRef="#ctx0" brushRef="#br1" timeOffset="-154163.48">20987 5286 259 0,'0'-15'427'0,"0"-2"56"15,0 1 49 1,0 2-79-16,7-1-92 0,-7 1-84 0,7 3-65 0,-1-3-51 0,7 2-49 16,-6 1-45-16,6 0-33 0,0 3-19 0,0 5-4 15,-1-1-10 1,2 4 2-16,-8 4 5 0,7-1-1 0,-13 8 8 15,7 0 14-15,-7 9 24 0,0-3 16 0,0 2 15 0,0-1 18 0,-7 3 9 0,7-2 1 16,-6 3-12-16,-1-4-4 0,1 0-8 0,0 1-12 31,-2-8-11-31,8 3 0 0,-6-2-4 0,6-5-13 16,-6 3-13-16,6-1-5 0,0-2-2 0,0-7-9 0,6 3-9 0,-6-6 2 0,6 3 7 31,2-4-5-31,-2-3 0 0,7 2-4 0,0-1 4 0,-7 2-7 0,7 0-3 16,1 1 2-16,-2 0-5 15,2 3-5-15,5-5 7 0,-6 5 3 16,-6 0 14-16,5 5 28 0,2 1 45 0,-8 2 61 16,0 3 56-16,1 0 65 0,-7-1 48 0,0 5 13 15,0-1-10-15,0 2-33 0,-7-3-45 0,1-1-50 16,0 3-56-16,-8-5-41 0,2 6-32 16,-2-2-24-16,1-3-20 0,1-4-31 0,-2 0-54 15,-5 1-90-15,-1-4-135 0,7 4-173 0,0-5-185 16,1-3-163-16,-2 4-165 0,1-4-70 0,0 2 52 15,0 3 124-15,13-5 168 0,0 0 165 0</inkml:trace>
  <inkml:trace contextRef="#ctx0" brushRef="#br1" timeOffset="-151855.36">19424 967 34 0,'6'3'396'0,"-6"-9"95"0,6-2 97 0,-6 1 62 0,0-1-11 15,0 5-13-15,-6 3-9 0,6 3-16 0,0-3-34 16,0-3-53-16,0-1-80 0,-6 0-77 0,6 0-78 16,-6 1-67-16,6-1-51 0,-8 1-43 0,2 3-31 15,0 3-23-15,-7-3-11 0,6 11-1 0,-6 0 0 16,7 4 5-16,-8 7 1 0,2 1 2 0,-2 2-1 16,1 4-3-16,7 1-6 0,-8-1-6 0,8 3-7 15,0-2-6-15,6 3-4 0,0-4-6 0,6-3-7 16,0-5-5-16,8 2-6 15,-1-4 0-15,7-9-3 0,-2 0 0 0,2-1-3 0,7-9 0 0,-1-4-4 16,0-1-27-16,0-1-50 0,-7-2-85 0,1 2-133 16,0-3-169-16,-7 1-190 0,-1 6-158 0,2-2-165 15,-14 4-87 1,0 0 46-16,0 0 121 0,0 0 171 0,0 6 170 0</inkml:trace>
  <inkml:trace contextRef="#ctx0" brushRef="#br1" timeOffset="-151118.39">16126 1172 121 0,'0'-14'389'0,"7"-5"71"0,-7 1 68 0,7-1-17 0,-7 5-66 0,0 2-49 16,0 2-34-16,0 3-26 0,6 3-28 0,-6 8-33 16,7 3-41-16,-1 12-38 0,-6 6-38 0,7 8-37 15,-1 7-31-15,1-3-28 0,-1-1-18 0,8 4-13 16,-8-3-7-16,0 3-7 0,7 1-15 0,-6-4-2 15,-1-4-18-15,1-8-56 0,-1-3-85 0,1-1-101 16,0-2-101-16,-7 4-107 0,6-5-107 0,0 0-103 16,-6-11-1-16,0-7 56 0,0 0 83 0,0-7 95 15</inkml:trace>
  <inkml:trace contextRef="#ctx0" brushRef="#br1" timeOffset="-150851.55">16146 1310 11 0,'0'-14'364'0,"0"-3"68"0,0-2 53 16,0 1 11-16,0-1-93 0,0 2-87 0,0-2-71 16,7 0-58-16,6 2-51 0,0 1-29 0,-1-2-22 15,8 3-18-15,6 1-10 0,1 2-3 16,5 2-3-16,-6 3-7 0,1 3 15 0,-2 0 25 16,1 4 35-16,0 4 38 0,-6 10 55 0,-7 5 49 15,0 7 27-15,-6 6 10 0,-7 2-6 0,0 2-28 16,-7 0-50-16,-6 1-53 0,0 1-50 0,-1 1-43 15,-4 1-32-15,-9 2-18 0,7-6-10 0,2 1-26 16,-9-1-56-16,7-10-93 0,1-1-124 0,0-3-133 16,5-4-131-16,1 5-108 15,0-6-149-15,0-2-14 0,7 1 70 0,6-6 103 0,0-10 119 0,6 7 118 16</inkml:trace>
  <inkml:trace contextRef="#ctx0" brushRef="#br1" timeOffset="-148415.77">15332 3219 279 0,'0'8'434'0,"0"3"58"0,-7 4 57 16,7 4-88-16,0 1-82 0,0 7-68 0,0 6-63 0,0-1-46 0,7 2-51 15,-1 3-45-15,0 3-33 0,1-1-26 16,0 2-18-16,5 0-13 0,-4-5-9 0,4-3-19 16,-5 0-46-16,-1-4-64 0,1-6-77 0,-1-2-84 15,1-6-105-15,-1-4-135 0,-6-11-38 0,0 0 21 16,0 0 53-16,6-7 73 15</inkml:trace>
  <inkml:trace contextRef="#ctx0" brushRef="#br1" timeOffset="-148161.8">15332 3462 8 0,'0'-19'311'0,"0"1"52"16,0-4 40-16,6 7-18 0,0-3-87 0,1 0-73 31,0 0-43-31,5 3-41 0,8-3-34 0,-7-1-32 0,7 4-23 15,0 4-20-15,6 1-9 0,-7-2 1 0,1 9 14 0,0-1 26 0,-8 4 46 16,1 4 48-16,-6-1 40 0,6 9 38 0,-13 2 17 16,0 1-2-1,-7 2-22-15,1 10-29 0,-7-5-37 16,0 7-43-16,-1-3-36 0,2 3-28 0,-8-7-22 0,1 4-18 0,5-4-7 0,-6-8-23 16,8 5-31-16,5-8-72 0,-6-4-91 0,7-3-105 15,-1-1-109 1,1-6-124-16,6 3-121 0,0 0-11 15,6-11 47-15,7 0 83 0,7-4 96 0</inkml:trace>
  <inkml:trace contextRef="#ctx0" brushRef="#br1" timeOffset="-147138.97">20134 3272 290 0,'0'-12'410'0,"6"5"70"0,-6-4 43 0,0 3-17 16,0 1-1-16,7-1 15 0,-7 2 25 0,0-2 23 16,0 5 5-1,-7-1-30-15,1 0-51 0,-1 8-64 16,1 0-63-16,0 7-63 0,-2 3-51 0,-4 5-38 16,-1-2-26-16,6 6-18 0,-6 6-21 0,0 1-16 15,0 6-91-15,7 1-41 0,0 0 0 16,-2-1 0-16,2 1 0 0,0-1 0 0,6-3 0 15,6-4 0-15,0-6 0 0,2-2 0 0,4-2 0 16,1-5 0-16,0-7 0 0,0-7 0 0,7 0 0 16,6-10 0-16,0-5 0 0,0-7 0 0,-7-7 0 15,1 0 0-15,6-1 0 0,-7-6 0 0,-5-1 0 16,5-3 0-16,-6 3 0 0,-6-4 0 0,-1 2 0 16,0-2 0-16,-6 9 0 0,0-6-181 15,-6 9-27-15,0 0-25 0,-1 7-36 0,1 3-49 16,-1 5-59-16,-6 3-63 0,-7 4-62 0,8 2-47 15,-2 10-28-15,-5 2 1 0,-1 8 20 16,1-1 28-16,6 4 26 0,-7 5 18 0,7-1 10 16,-7 3 29-16,8 1 45 0,-1-1 59 0</inkml:trace>
  <inkml:trace contextRef="#ctx0" brushRef="#br1" timeOffset="-146971.58">20049 3374 127 0,'0'7'309'0,"7"0"53"0,-7-3 18 16,0-4-14-16,6 4-15 0,-6-4-4 0,7 3 21 15,-1 1 38-15,1 0 42 0,0 7 34 16,5-4 13-16,2 7-4 0,-2 2-23 0,1 2-45 15,-6 7-57-15,6 1-79 0,0 3-69 0,0 5-57 16,-7-5-53-16,8 4-39 0,-1-1-31 0,-1 1-17 16,2-4-57-16,-8-2-94 0,8-2-140 0,-2 1-162 15,-5-4-158-15,6-1-139 0,-7-2-120 0,1-5-85 16,-7-2 45-16,6-1 112 0,0-4 131 16,-6-7 133-16</inkml:trace>
  <inkml:trace contextRef="#ctx0" brushRef="#br1" timeOffset="-118707.77">15918 2755 114 0,'-7'-5'358'0,"1"-2"56"0,6 1 51 0,-6-6-40 0,-1 5-73 16,7-5-49-16,0 2-30 0,0 3-25 15,0-5-26-15,0 2-10 0,0 3-22 0,0-5-16 16,0 5-12-16,0 0-13 0,0 0-5 0,7 2-17 15,-1 2-9-15,0 0-9 0,8 3-10 16,-1 3 3-16,-1 5-10 0,2-1-2 0,-2 4-15 16,2 0-16-16,5 0-6 0,-5-1-11 0,-2 2-14 15,2-1-22-15,-2-1-6 0,2 1-26 0,-8-3-104 16,1 3-145-16,5-8-146 0,-5 4-190 0,-7-7-151 16,0 0-57-16,0 0 56 0,0 0 110 15,0 8 136-15</inkml:trace>
  <inkml:trace contextRef="#ctx0" brushRef="#br1" timeOffset="-118103.7">15534 4392 49 0,'0'8'376'0,"-6"-5"68"0,-2 1 60 0,8-1 13 0,-6 1-62 15,6 3-54-15,0-3-31 0,0 3-13 0,0 1-10 16,6-2-19-16,-6 2-23 0,8 1-24 0,4 1-37 15,1-3-46-15,0 5-46 0,0-5-42 0,7-4-38 16,0 1-32 0,-1-1-14-16,1 1-35 0,-1 0-91 0,-6 0-154 15,0-1-176-15,0 1-219 0,-6-1-172 0,5 2-68 0,-12-5 40 0,8 2 126 16,-2 6 158 0</inkml:trace>
  <inkml:trace contextRef="#ctx0" brushRef="#br1" timeOffset="-117255.75">19489 2341 198 0,'0'-4'358'0,"6"-3"57"0,-6 3 30 0,0 4-33 0,0-7-20 0,0 2-2 0,0 3 3 16,0 2 9-16,0 0 0 0,-6 2-5 0,0 3-21 16,-1 2-19-16,0 4-14 0,1 0-27 0,-7 4-27 15,-1-1-23-15,2 8-46 16,-2 0-49-16,2 4-43 0,-1-1-36 0,-7 4-30 0,0 1-36 0,1-1-7 16,6 1-5-1,-6-1-9-15,-1 0-1 0,6 0-2 0,2-2-1 0,-1-6-4 0,-1-3-7 0,8 1-26 16,0-4-62-16,0-4-92 0,6-1-106 0,-8-2-125 15,16-4-113-15,-8-8-84 0,6 0-39 16,6-3-12-16,-5-4-20 0,6 0 13 0,0 0 60 16,1-8 79-16,-2 5 84 0,2-5 95 0</inkml:trace>
  <inkml:trace contextRef="#ctx0" brushRef="#br1" timeOffset="-117067.95">19521 2458 8 0,'14'-7'345'0,"-8"3"70"15,1-4 70-15,-7 4 23 0,6-3-42 0,-6 5-23 16,6-3-17-16,-6 5-6 0,0 0-6 0,0 5-31 16,-6 4-46-1,0 3-57-15,-1 3-59 0,1-1-59 0,-1 5-56 16,-6 3-40-16,-1 0-25 0,2 3-19 0,-1 4-44 0,-7 0-90 0,0 1-137 0,2-1-145 16,-2 4-152-16,7-4-218 0,-7 1-76 0,0-1 23 15,8-4 100-15,-2 2 125 0,1 2 141 16</inkml:trace>
  <inkml:trace contextRef="#ctx0" brushRef="#br1" timeOffset="-116380.99">20251 4286 253 0,'6'-15'391'0,"2"4"72"0,-2 1 47 0,-6-2-19 0,0 9-4 0,6-5 11 16,-6 5 9-16,0 3-5 0,0-3-29 0,-6 3-50 15,6 3-62-15,-6 4-57 0,-2 0-59 0,-4 8-48 16,5-1-34-16,-6 5-26 0,0 6-28 0,0-3-26 16,0 4-27-16,-7 3-17 0,8 0-13 0,-8 0-11 15,1 2-7-15,-1-2-10 16,7 1 2-16,-7-9-2 0,7 4-1 0,0-3-27 0,1 1-54 15,-2-5-91-15,1 0-128 0,7-3-148 0,-1-5-129 16,7 2-94-16,0-9-73 0,0-3-65 0,0 0 26 16,13-3 96-16,0-4 103 0,1-8 104 0</inkml:trace>
  <inkml:trace contextRef="#ctx0" brushRef="#br1" timeOffset="-116197.77">20356 4345 105 0,'6'-8'443'0,"1"4"95"0,-7 4 95 16,0 4 46-16,-7 4-32 0,1-1-55 0,-1 8-65 16,-6 3-70-16,-1 4-83 0,-5 3-91 0,0 6-101 15,-8-2-76 1,8 3-55-16,-7 1-66 0,6 3-104 0,-6 1-148 0,7-4-150 0,-7-3-157 0,6-1-205 16,1-3-74-16,6-4 32 0,0 3 109 15,6-7 124-15,0 1 147 0</inkml:trace>
  <inkml:trace contextRef="#ctx0" brushRef="#br2" timeOffset="-107080.86">17300 5667 204 0,'6'-7'447'0,"0"7"78"0,-6 0 71 15,0 0-31 1,0 3-89-16,0 1-79 0,-6 4-64 0,6-1-49 15,0 3-49-15,0 2-40 0,0 3-33 16,0 2-32-16,6 2-28 0,-6 3-22 0,7 4-20 16,-7-1-21-16,7 1-19 0,-1-1-4 0,0 1-7 15,1-4-9-15,0 0-34 0,-1 0-68 16,1-3-94-16,-1-5-111 0,-6-3-112 0,6-4-125 16,-6-7-128-16,0 0-19 0,0 0 50 0,7-3 83 15,6-5 100-15</inkml:trace>
  <inkml:trace contextRef="#ctx0" brushRef="#br2" timeOffset="-106669.79">17502 5721 206 0,'0'-10'456'16,"6"-1"86"-16,-6 3 72 0,0-2-31 0,0 3-93 16,0-5-88-16,0 5-83 0,0-3-73 0,7-2-66 15,-1 5-54-15,0-4-49 0,1 3-33 16,6-2-19-16,0 3-13 0,-6-1-6 0,6 4 3 15,-7 0 8-15,1 8 8 0,-1-4 18 0,1 7 23 16,5 1 17-16,-4 3 12 0,-8 0 18 16,6 4 13-16,-6 0-4 0,0 2-4 0,0 2-3 15,-6-1-10-15,6 1-26 0,-8 3-25 0,8-8-10 16,-6 4-11-16,6-3-16 0,0 0-14 16,-6-5-1-16,6 2 3 0,0-1-5 0,6-7-7 15,-6-2 5-15,6-2 12 0,-6 4 2 0,8-4 4 16,-2-4 5-16,7 4 11 0,-7-2-4 0,7-6-11 15,-6 4-2-15,6 1-1 0,0-5-7 0,0 8-11 16,0-4 4-16,0 4 14 0,-7 0 18 0,8 4 32 16,-14 0 40-16,6 3 42 0,-6 1 35 15,0 2 24-15,0 5 12 0,-6 0-13 0,-1 3-24 0,0-3-34 16,-6 3-34-16,7-3-33 0,-7 4-24 0,6-5-25 16,-5 1-17-16,5-1-30 0,-6 1-55 15,6-4-101-15,1 0-165 0,-1-4-196 0,1 0-184 16,-1-3-188-16,7-4-139 0,0 0-3 15,0 0 108-15,0 0 166 0,-6 4 176 0</inkml:trace>
  <inkml:trace contextRef="#ctx0" brushRef="#br2" timeOffset="-104321.89">17547 773 321 0,'-6'3'500'0,"-1"-6"88"0,7-5 79 0,-7 2-94 0,1-6-96 0,0 1-76 15,6-3-65-15,0 2-74 0,0-2-68 0,0 3-24 16,6 0-43-16,7 0-52 0,-6 0-30 0,5-1-22 16,-5 2-9-1,6 3-5-15,0-1-10 0,0 4-4 0,-6-4-7 0,5 8 4 0,2 0 1 0,-1 0-1 0,0 8 7 16,0 0 7-16,0 11 17 0,0 10 68 0,0 3 48 15,-6 13 26-15,-1-1 19 0,0-1 7 0,-6 2-8 32,0-2-66-32,-6 5-46 0,0-5-25 0,-1 2-32 15,0-1-3-15,1-4-9 0,0-3-29 0,-1-4-64 16,0-7-106-16,1-5-115 0,6 2-130 0,-7-1-122 16,7-1-116-16,-6 1-108 0,6-7 12 0,0-15 73 15,0 0 97-15,0 0 112 0</inkml:trace>
  <inkml:trace contextRef="#ctx0" brushRef="#br2" timeOffset="-104164.58">17599 996 376 0,'0'-18'516'0,"7"-1"91"16,-1 1 95-16,0 3-47 0,2 5-67 0,4 6-74 16,1 8-75-1,0 3-72-15,7 0-80 0,-1-3-97 0,7 0-74 0,1-1-54 0,-7 1-8 0,5-8-85 16,-5-3-108-16,0 3-145 0,-8 0-163 0,2 12-193 15,-2 3-183-15,-5 0-21 0,-7-3 47 0,6-5 120 16,1 4 145-16</inkml:trace>
  <inkml:trace contextRef="#ctx0" brushRef="#br2" timeOffset="-102783.14">14283 7340 315 0,'6'-6'436'0,"-6"3"52"0,0-1 39 0,0 4-118 16,0 4-84-16,0 5-71 0,0 3-55 0,0 7-45 16,0 3-25-16,0 3-19 0,7 9-21 15,-1 2-18-15,8 0-15 0,-2 8-6 0,-6 1-11 16,8-1-17-16,-1-1-14 0,0 6-9 0,0-10-29 16,7 1-46-16,-8-3-61 0,1-3-65 0,1-2-67 15,-8-6-80-15,6-4-86 0,-12-8-62 0,8-3 3 16,-2-3 37-16,-6-8 54 15,0 0 74-15</inkml:trace>
  <inkml:trace contextRef="#ctx0" brushRef="#br2" timeOffset="-102559.1">14348 7682 135 0,'-7'-25'352'0,"0"-1"46"0,7 3 38 16,-6 2-64-16,6-1-87 0,6 0-59 0,-6 3-44 15,7 5-34-15,6-4-36 0,0 4-27 0,1-3-14 16,4 3-22-16,2 3-17 15,0 0-8-15,-1 4-4 0,1 4 6 0,0-1 0 0,-7 4 38 0,-1 4 27 16,2-1 31-16,-8 8 31 16,-6 1 22-16,0 2 6 0,-6 4-18 15,0 4-20-15,-8 4-29 0,8-1-28 0,-7 5-28 0,-7-1-22 0,6 1-15 16,2 2-8-16,-8-6-7 0,7 3-14 16,1-6-17-16,4-2-41 15,2 1-64-15,0-7-75 0,0 0-79 0,6-5-68 16,0-2-59-16,0-5-70 0,0-3-60 0,0 0 9 0,18-3 45 0,-4-5 56 15,5-2 66-15</inkml:trace>
  <inkml:trace contextRef="#ctx0" brushRef="#br2" timeOffset="-102080.92">14778 7532 91 0,'6'-8'418'0,"1"1"88"0,-7 0 79 15,-7 7 17-15,1 0-67 0,0 7-65 16,-2 4-59-16,2 4-55 0,-7 3-53 0,7 8-50 0,-7 0-46 0,6 6-52 15,1 1-33-15,-1 4-29 0,0 0-25 0,7-1-16 16,0 4-21-16,0-7-9 0,7 5-11 0,6-9-5 16,-6-8-2-16,6 2 4 0,0-9 6 0,7-3 7 15,-1-8 9 1,0-6 2-16,8-4 1 0,-8-11-8 0,0-5-6 16,8-6-11-16,-7-4 0 0,-8-4-4 0,1 1-2 15,0 0-13-15,-6-2-8 0,-1-2-5 16,-6 4-17-16,0 0-11 0,0-2-9 0,-6 5 3 15,-7 8 2-15,-1 0-4 0,8 2-1 0,-6 9-2 16,-8 5-12-16,6 3-11 0,1 6-22 0,-6 3-20 0,6 5-20 16,-7 7-16-16,7-1-2 0,-6 5 3 0,6 3 19 15,-1-1 26-15,2 1 31 0,5 1 29 0,1-1 25 16,-1-4 14-16,7 4 12 16,0-4 3-16,0 0 3 0,7-3 11 15,-1-1 22-15,1 6 22 0,5-11 19 0,2 7 14 16,5-2 22-16,1 1 5 0,0-4-7 0,-1 3-12 15,7 5-14-15,-6-5-11 0,6 4-19 0,-7 2-22 16,1 1-12-16,0-2-5 0,-8 2-1 16,2 1-31-16,-8-4-62 0,7 2-81 0,-7-7-99 15,1-1-111-15,6-1-136 0,-13-9-121 0,0-2-18 16,0 0 44-16,0 0 74 0,13-6 95 0</inkml:trace>
  <inkml:trace contextRef="#ctx0" brushRef="#br2" timeOffset="-101885.7">15286 7733 314 0,'7'-4'505'0,"-7"4"96"0,0 0 82 0,6 0-52 0,-6 4-96 0,6-4-92 0,1 0-86 0,0-4-83 16,-1 1-78-16,7-5-68 0,0 5-49 15,-6-4-41-15,5 2-46 16,2 2-68-16,-8-4-86 0,7 3-101 0,-6 1-108 15,-1-1-105-15,-6 4-134 0,0 0-59 0,0 0 22 0,0 0 69 16,0 0 88-16,0 0 99 16</inkml:trace>
  <inkml:trace contextRef="#ctx0" brushRef="#br2" timeOffset="-101746.27">15403 7891 130 0,'0'11'517'0,"0"3"145"15,-6-6 140-15,6-1 97 0,6-3-33 0,-6 0-57 0,0 0-85 16,7-4-105-16,-1-4-119 15,1 0-122-15,5 0-123 0,2-3-102 0,-8-1-97 0,8 0-136 0,-8 2-212 16,0 3-261-16,1-5-277 0,-7 8-231 16,0 0-98-16,0 0 33 15,6 8 154-15,1-1 231 0,0 3 261 0</inkml:trace>
  <inkml:trace contextRef="#ctx0" brushRef="#br2" timeOffset="-100358.06">18082 626 146 0,'-8'-17'319'0,"2"-2"41"0,-6-4 22 0,-2 2-61 0,1-6-49 0,1 2-32 0,-8 0-22 31,0 0-13-31,1 2-12 0,-7-3-5 0,0 0-3 0,-1 1 8 16,1 4 13-16,-6-2 13 0,5 0 14 0,-5 6-6 15,6-2-16-15,-7 9-18 0,1 2-25 16,-1 8-28-16,-6 8-27 0,7-5-17 0,-1 4-15 0,-6 0-16 15,6 5-17-15,1-1-9 0,-1 7-13 0,1 4-4 0,-1 4-1 0,1 10 0 0,-1 6-1 16,1 4-3 0,5 12 44-16,1 5 22 0,6 7 10 0,8 6 0 15,-1 5 9-15,6 4 12 0,14-5-40 0,6 5-28 0,7-5-12 0,5-3-6 0,15 0-6 16,-2-11-9 0,15-4-3-16,5-10 0 0,14-9-1 15,-1-9 1-15,8-9 1 0,12-14 1 0,-6-8-1 16,6-9 1-16,0-10 5 0,-6-9-4 0,-7-1-8 15,-6-10-4-15,-7-1-3 0,-6-4-1 0,-8-2-17 16,-11-6-5-16,-1 3-14 0,-13-2-21 0,-7-4-33 16,-5-2-56-16,-2-9-126 0,-12-3-106 0,-6 1-87 15,0 6-69-15,-8 8-52 0,-5 4-24 0,-1 10 15 16,-6 3 5-16,0 5 43 0,1 4 61 0,-2 0 71 16,7 6 73-16</inkml:trace>
  <inkml:trace contextRef="#ctx0" brushRef="#br2" timeOffset="-99337.47">17703 5458 129 0,'-6'-8'377'0,"-7"-6"62"0,6 3 63 0,-6 0-20 0,-6-3-59 0,6-1-42 0,-7 5-31 15,1-6-31 1,-7 2-28-16,6 3-31 0,-6-1-31 0,0-2-21 16,-1 3-14-16,2 0 3 0,-1 4-6 15,0-1 6-15,0 8 4 0,-7 0 6 0,7 3-2 16,0 6-3-16,-7 1-2 0,1 9-8 0,-1 3-12 15,1 3-14-15,5 5-10 0,-5 2-16 16,-1 13-17-16,7-1-14 0,6 7-10 0,1 8-15 16,6 6-12-16,7 2-19 0,6 9-14 0,0-2-10 15,13 6-10-15,6-7-4 0,7 4-3 0,7-11 5 16,6 0 3-16,7-11-4 0,6-4-4 0,-1-7-2 0,8-11-2 0,6-6-2 0,1-10-2 31,6-5-1-31,-1-12-1 0,7-8-1 0,-6-6-1 0,0-8 0 0,-13-4 0 0,0-8-2 16,-8-2 2-1,-5-3-2-15,-7-3 0 0,-7-1 2 0,-5-1-4 0,-8-1-5 0,-12-2-15 0,-1-1-21 32,-6 0-29-32,-6 2-36 0,-1-2-41 0,-12 4-58 15,-1 3-73-15,1 5-88 0,-7 2-102 0,-1 5-103 16,-5 4-94-16,-1 3-89 0,1 3-100 0,-1 8 13 16,-7 5 78-16,8 2 110 0,-1 8 124 15</inkml:trace>
  <inkml:trace contextRef="#ctx0" brushRef="#br2" timeOffset="-98671.77">16485 7334 237 0,'-6'0'455'0,"-1"0"82"0,0 0 73 0,1 0-34 0,6-3-96 0,0-1-100 15,0-3-67-15,6-5-68 0,1-2-70 16,6-5-64-16,7 1-44 0,-1-1-14 0,7-2-27 0,0 3-9 0,7 0-6 15,-1 2-3-15,1 3-2 16,-7 1 7-16,0 8 16 0,0 4 25 0,-7 4 40 0,1 8 59 16,-6 1 40-16,-2 10 35 0,-12 2 26 15,0 4-5-15,0 8-21 0,-6-1-51 0,-8 9-36 16,2-5-44-16,-2 4-42 0,-5 0-24 0,6 0-20 16,0-4-9-16,0-4-22 0,6-2-51 0,-5-2-90 15,5-3-115-15,0-6-126 0,7-9-118 0,-6 1-107 16,6-7-91-16,0-8-72 15,0 0 31-15,0 0 82 0,0 0 97 0,0-11 111 16</inkml:trace>
  <inkml:trace contextRef="#ctx0" brushRef="#br2" timeOffset="-98467.79">16556 7543 330 0,'0'0'458'0,"0"0"59"0,-6 0 52 0,6 0-98 16,6 0-98-16,2-4-87 0,-2 1-69 0,6-1-56 15,2-4-49-15,12 1-44 0,-1 0-29 16,8 0-20-16,0-4-40 0,0 3-66 0,6-3-80 16,-7-1-92-16,1 3-142 0,-1-2-131 0,-6 2-40 15,7-1 21 1,-7 3 58-16,7-1 80 0</inkml:trace>
  <inkml:trace contextRef="#ctx0" brushRef="#br2" timeOffset="-98267.24">17156 7371 292 0,'0'3'431'0,"0"-3"53"0,0 0 46 0,0 4-93 16,6-4-91-16,2 0-73 0,4 0-59 0,1-4-46 16,7 1-41-16,0-5-40 0,-2 2-38 0,9 1-22 0,-1-2-13 0,0 0-11 0,-6-4-16 31,5 4-35-31,-11-2-52 0,6 0-62 0,-8 1-72 15,-5-4-85-15,-1 2-117 0,1-1-65 0,-7 0 1 16,0-1 34-16,0 2 57 0</inkml:trace>
  <inkml:trace contextRef="#ctx0" brushRef="#br2" timeOffset="-98083.2">17338 7040 46 0,'-6'0'386'0,"6"5"71"0,-6-2 71 16,-1 8 22-16,7 0-72 0,-7 7-72 15,1 1-61-15,0 3-45 0,-1 3-43 0,7 4-54 16,-7 5-49-16,1-5-39 0,6 4-28 0,-7 3-26 16,7-2-29-16,0 3-12 0,0-1-16 15,0-3-31-15,7-4-61 0,-1 1-84 0,1-5-83 16,0 1-87-16,-1-9-88 0,-6-2-115 0,6-7-55 16,-6-8 23-16,0 0 51 0,0 0 72 0,14-3 81 15</inkml:trace>
  <inkml:trace contextRef="#ctx0" brushRef="#br2" timeOffset="-97910.02">17527 7195 327 0,'7'7'488'0,"0"4"92"0,-7 4 92 0,0 3-65 16,6 8-92-16,-6-1-89 0,0 1-81 0,0 3-89 15,6 1-89-15,-6-5-67 0,7 0-44 16,-7 4-47-16,7-6-79 0,-1 3-94 0,1-8-100 15,-1-3-100-15,-6-1-106 0,7-3-115 0,-7-11-51 16,0 0 30-16,0 0 67 0,0 0 81 0,13-7 94 16</inkml:trace>
  <inkml:trace contextRef="#ctx0" brushRef="#br2" timeOffset="-97514.64">17612 7231 196 0,'0'-7'393'16,"6"0"53"-16,-6 0 45 0,8 3-67 15,-8-3-92-15,6-2-73 0,0 7-58 0,1-9-49 16,-1 7-40-16,7-4-44 0,0 1-28 0,1 3-17 16,-2-4-9-16,2 6 5 0,-2-2 12 15,1 4 28-15,1 4 26 0,-8-2 34 0,0 6 38 16,2 7 27-16,-2-1 60 0,0 5-21 0,-6-1-16 0,-6 4-21 16,6-3-30-16,-6 6-39 0,-2-3-72 15,8 1 0-15,-6-2-13 0,0-2-17 16,-1-1-8-16,7 0 2 0,-7-3-5 0,7-5-13 15,0 2 0-15,0-4 10 0,0-2 5 0,0-3 5 16,7-3 20-16,0 5 17 0,5-10 4 16,-4 5-11-16,4-3-3 0,1 0-2 0,7 0-13 15,-8-2-17-15,8 2-3 0,0 3 7 0,-1 0-4 16,-5 0-9-16,6 3 8 0,-8 2 19 0,1 1 10 16,-6 2 14-16,6-4 26 0,-13 4 26 0,6 2 6 15,-12 1-23-15,6 4-1 0,-7-1 6 16,-6 1-27-16,0-1-31 0,1 1-16 0,-2 0-14 15,-6-5-78-15,1 1-127 0,-1 1-134 0,0-4-130 16,1-5-130-16,-7-3-136 0,0 0-95 0,6 0 20 16,-5-3 90-16,5 6 111 0,0-3 120 15</inkml:trace>
  <inkml:trace contextRef="#ctx0" brushRef="#br2" timeOffset="-97219.77">16511 7975 168 0,'-26'11'449'0,"6"-4"83"0,7 0 74 0,7 1 13 0,-8 4-61 16,14-10-52-16,0 3-35 0,8-3-30 16,4-2-22-16,8 0-36 0,7-2-50 0,11 2-44 0,7-5-36 15,14 3-31-15,6-10-34 16,7 4-36-16,12-2-29 0,1-5-28 0,7 0-28 0,-1 0-19 15,0-2-19-15,0 2-15 0,0 1-8 0,-12-2-10 16,-1 5-30-16,-6 4-55 0,-7 0-75 16,-6 3-94-16,-7 0-87 0,-13 1-91 0,-7 3-67 15,-5 0-39-15,-7 0-17 0,-8 3 6 16,1-3-26-16,-13 0-53 0,0 0 17 0,-7 8 51 16,-5-1 70-16,-2 0 79 0</inkml:trace>
  <inkml:trace contextRef="#ctx0" brushRef="#br2" timeOffset="-96879.22">17202 8429 349 0,'-14'7'442'0,"2"-3"53"0,6 0 40 16,-2-4-85-16,8-4-71 16,8-3-75-16,4 0-44 0,1-4-30 0,7-4-26 0,6 0-25 0,6 1-37 15,1-5-14-15,6 2-15 0,0-3-19 16,-6 11-21-16,0-3-27 15,-1 8-15-15,-6 0 8 0,-7 4 25 0,1 4 26 16,-7 4 21-16,0 2 28 0,-13 5 18 0,7 4 1 16,-14 3-14-16,1 4-17 0,-1 3-21 0,-6 0-13 15,0 0-7-15,6 0-2 0,-5 1-5 0,5-1-4 0,1-4 12 16,6-2 5-16,0-5 4 0,0-3 11 0,6-4 15 16,7-1 14-16,0-2-2 15,0-5-9-15,7-3-14 0,6-3-32 0,-1-1-24 16,2-6-27-16,5-2-17 0,-6-2-15 0,7-1-54 15,-1-4-90-15,-6 4-147 0,1-6-179 16,5-1-171-16,-6 0-164 0,1 0-167 0,-7 0-22 0,-2 1 84 0,9-6 148 16,-1 2 158-16,0-1 157 15</inkml:trace>
  <inkml:trace contextRef="#ctx0" brushRef="#br2" timeOffset="-96629.77">18662 7682 47 0,'-14'-4'545'0,"8"4"154"15,-1 0 139-15,1 0 116 16,-1 0-75-16,0 0-140 0,7 0-155 0,0 0-138 16,0-4-125-16,0 4-110 0,7-3-85 15,-7 3-56-15,7-4-30 0,6 1-17 0,-7-1-15 0,8 1-13 0,-8-1-28 16,6 4-52-16,-4-4-82 0,-2 4-104 0,7 0-111 15,-7 0-114-15,-6 0-86 0,7-4-59 0,0 4-65 16,-7 0-35-16,0 0 40 0,0 0 82 0,0 0 92 16,0 8 99-16</inkml:trace>
  <inkml:trace contextRef="#ctx0" brushRef="#br2" timeOffset="-96477.9">18700 7807 390 0,'-6'14'505'0,"6"-7"111"0,0 4 94 0,-6 0-11 0,6-7-18 0,6 0-18 0,-6-1-25 16,0-3-50-16,6 4-80 0,1-8-102 15,-1 4-99 1,1-3-90-16,6-5-81 0,0 5-67 0,0-1-77 16,-7 0-122-16,1 1-212 0,0-1-237 0,-7 4-271 0,0 0-196 0,0 0-64 15,0 0 43 1,6 4 170-16,1-1 218 0,-1 5 260 0</inkml:trace>
  <inkml:trace contextRef="#ctx0" brushRef="#br2" timeOffset="-95541.77">19521 7286 227 0,'-6'-4'428'0,"-8"1"63"0,8-1 70 0,0 4-40 0,0-3-44 0,-1 3-28 15,0-5-37-15,1 3-30 0,-1-2-44 0,1 0-65 16,6-3-69-16,0-5-67 0,0-2-45 0,6 3-34 0,7-7-18 15,1 0-15-15,4 2-12 0,2-1-5 0,0-2-2 16,-1 1-6-16,7 3-4 0,-6 4-3 0,6 0 15 16,-7 8 29-16,1-2 37 0,-7 5 49 15,0 8 43-15,-6 3 32 0,-7 8 18 0,0 2-7 16,0 10-17-16,-7-2-36 0,1 3-35 0,-1 1-24 16,-6-4-23-16,7 4-20 0,0-1-25 15,-2-1-12-15,8-6-13 0,0 1-4 0,0-4-5 16,0-8-2-16,8 1 7 0,-2-4-6 0,7 0 9 15,0-11 1-15,6 0 2 16,1-7-1-16,0-3-5 0,5-2 9 0,1-7-4 16,0-3-4-16,7 0-2 0,-7 1-1 0,0-4 0 15,1 2-1-15,-8 0-5 0,0 2 2 0,-5 6-3 16,-1-3 3-16,-1 7 0 0,-4 1 1 16,-2 5 4-16,0 2-1 0,-6 6 1 0,0 2-1 15,0 5-7-15,0 5 4 0,-6-1 4 0,6 5 1 16,0-2-3-16,0 3 1 0,6-2 9 15,-6-4-3-15,6 1-5 0,8-4 3 0,-8 0 6 0,1-8-1 16,6 1-8-16,0-4 1 0,-1-4 9 16,2-3-2-16,-1-3-4 0,0-2 1 15,-6-5 3-15,-1-6-1 0,0 4-10 0,1-2 2 16,-7 2 2-16,0-3-4 0,0 0-6 0,-7 4-13 16,1 4-40-16,0-2-66 0,-8 6-100 0,1 2-106 15,-7 8-116-15,2 0-106 0,-2 12-75 0,-7-1-50 16,9 0-73-16,-9 3-5 0,1 4 60 0,0 4 88 15,0 0 101-15,7 5 104 0</inkml:trace>
  <inkml:trace contextRef="#ctx0" brushRef="#br2" timeOffset="-95324.77">19606 7722 300 0,'0'7'464'0,"0"1"72"0,0-5 89 0,0 6-39 0,7-6-51 0,-1-3-55 15,1 0-36-15,6 0-33 0,-1-3-52 0,15-6-59 16,-1 2-74-16,6 0-48 0,7-4-44 0,1-1-38 16,5 2-33-16,1-5-28 15,-1 4-13-15,-5 1-8 0,5-2-39 0,-12 2-89 16,5 3-133-16,-11-5-139 0,5 4-135 0,-12 2-139 0,0 1-147 16,-1 5-12-16,-6 0 76 15,0 5 113-15,-7-2 120 0</inkml:trace>
  <inkml:trace contextRef="#ctx0" brushRef="#br2" timeOffset="-95039.27">19925 8158 344 0,'-13'15'451'0,"-6"-9"65"0,6 2 35 0,7 0-80 16,-8-8-92-16,14 0-77 16,0-4-57-16,0-2-47 0,14-2-44 15,-2-7-34-15,2-4-23 0,11 5-22 0,-5-4-18 0,6 0-14 0,0 3-8 16,1 1-12-16,-2 2-11 0,-5 5-5 15,0 3 1-15,-8 4-1 16,2 4-1-16,-8 3 3 0,0 7 5 0,-6 9 3 0,0-1 7 0,0 3 13 16,0 1 13-16,-6-1 10 0,6 2 12 0,0-6 6 15,0 1 3-15,0-4-6 0,6-3-10 0,-6 1-7 16,13-10-12 0,-6 2-5-16,12-8-13 0,-5-5-11 0,5-2-7 15,1-3-14-15,6-5-34 0,-6-4-68 0,5-6-83 16,-5 2-93-16,0-2-96 0,6-4-88 15,-7-1-105-15,1 1-68 0,0 0 13 0,-1-4 58 16,-6 0 76-16,6 4 85 0</inkml:trace>
  <inkml:trace contextRef="#ctx0" brushRef="#br2" timeOffset="-94838.68">20577 7507 44 0,'0'-4'401'0,"6"4"74"0,-6-4 59 0,0 4-1 0,0 0-105 0,0 0-108 15,0 0-90 1,7-4-68-16,0 4-53 0,6-3-41 0,-7 3-27 0,8-8-19 16,-8 8-20-16,6-6-36 15,-5 1-52-15,0 5-60 0,-1-3-65 0,1-1-71 0,-1 4-91 0,-6 0-92 0,0 0-17 16,0 0 26-16,0 0 46 0,0 0 61 0</inkml:trace>
  <inkml:trace contextRef="#ctx0" brushRef="#br2" timeOffset="-94705.14">20616 7649 261 0,'0'15'382'16,"-6"-5"50"-16,6-2 17 0,-7-1-66 0,7 1-72 16,7-5-59-16,-7 0-49 0,6-3-43 0,0 0-44 0,8-3-40 0,-8-4-32 15,7 0-31-15,7-1-44 0,-7 1-57 0,-6-4-67 16,5 4-81 0,2-4-129-16,-2 0-98 0,1 0-25 0,-6 4 18 15,6-4 48-15,7-4 72 0</inkml:trace>
  <inkml:trace contextRef="#ctx0" brushRef="#br2" timeOffset="-94487.49">20981 7294 82 0,'0'-4'415'0,"6"8"86"0,-6-1 78 16,7 4 19-1,-7 4-92-15,0 5-98 0,0 2-89 16,7 0-74-16,-7 8-72 0,0-4-69 0,0 7-44 0,6 0-28 0,-6 1-16 0,6-1-11 15,1 4-20 1,0-1-31-16,-1-1-51 0,7-2-57 0,-6-8-56 16,6 1-57-16,-1-4-46 0,-4-7-25 15,4 0-27-15,1-6-39 0,0-5-34 0,0-5 11 16,1-6 30-16,-2 0 46 0</inkml:trace>
  <inkml:trace contextRef="#ctx0" brushRef="#br2" timeOffset="-94219.7">21254 7363 243 0,'7'-14'462'15,"-7"3"96"1,0 0 87-16,0 7-26 0,-7 4-56 16,1 0-60-16,0 11-60 0,0 0-54 0,-2 7-51 15,8 1-98-15,-6 2-26 0,6 5-31 0,0 0-26 16,0 0-38-16,6 0-35 0,2-1 15 0,4-4-38 16,-6 2-26-16,8-5-20 0,-1-7-2 0,7 0 8 15,-8-3 7-15,8-4 0 0,-7-4 8 16,0-4 8-16,0-4-3 0,0-6-10 0,-6-1-7 15,-1-4-1-15,0-3-9 0,-6 0-18 0,0 1-1 16,0-4-4-16,-6 2-28 0,0 0-41 0,-8-2-38 16,8 7-37-16,0 3-67 0,-1 1-73 15,-6 6-53-15,13 5-56 0,-13 3-46 0,7 8-51 16,-8 2-52-16,8 5-86 0,-8 3-4 0,8 0 43 16,0 8 64-16,-1 0 84 0</inkml:trace>
  <inkml:trace contextRef="#ctx0" brushRef="#br2" timeOffset="-93936.24">21972 7667 72 0,'0'-7'614'0,"6"0"216"0,-6 3 171 0,0 0 131 15,0 4-65-15,-6 4-154 0,-1 0-201 0,0 3-198 16,1 7-158-16,-1 1-130 0,-5 7-86 0,-2 4-65 16,8 7-36-16,-14 4-21 0,1 6-8 0,-7 6-4 15,0 9-11-15,0 5-7 0,-1-2-38 0,-5 6-70 16,-1 1-119-16,1-1-147 0,6-5-163 16,6-3-134-16,1-5-85 0,5-1-35 15,2-10-8-15,5-7 0 0,0-6 84 0,7-8 104 16,7-3 100-16,0-13 98 0</inkml:trace>
  <inkml:trace contextRef="#ctx0" brushRef="#br2" timeOffset="-93768.09">22037 8224 172 0,'12'-18'512'16,"-4"7"135"-16,-2 3 129 0,-6 8 47 0,0 8-51 15,-6 3-99-15,-8 4-121 0,1 7-96 0,-7 4-135 16,1 3-120-16,0 8-117 0,-1-1-145 0,-6 0-191 15,-1 8-219-15,8-3-203 0,-7 3-192 0,6-4-82 16,-6 4 38-16,14-3 132 0,-8 2 165 16,7 1 198-16</inkml:trace>
  <inkml:trace contextRef="#ctx0" brushRef="#br0" timeOffset="-74112.43">23125 3088 150 0,'6'0'414'0,"-6"0"67"0,0 4 61 0,0 2-18 0,0 6-76 0,0 6-62 15,0 5-44-15,0 6-29 0,0 0-37 0,7 11-42 16,-1 0-51-16,1 9-42 0,-1-3-44 15,7 2-36-15,-7 0-25 0,8 0-14 0,-8-1-11 16,8-4-9-16,-2-1-2 0,-5-2-18 0,6-7-47 16,-6-4-72-16,5-3-86 0,-4-4-92 0,-2-8-90 15,0-3-83-15,1-3-108 0,-7-8-20 0,0 0 38 16,6-8 67-16,1-6 77 0</inkml:trace>
  <inkml:trace contextRef="#ctx0" brushRef="#br0" timeOffset="-73814.89">23196 3480 262 0,'-6'-14'380'15,"0"-1"37"-15,-2-4 14 0,2 5-90 0,0-8-85 16,6 3-63-16,-7-3-45 0,7 5-34 16,0-2-30-16,7-3-28 0,-1 3-23 0,8 1-16 0,-2 0-8 0,2 3-5 15,-2 5-4-15,8-2 0 0,-7 5 0 0,1 3-1 16,5 1 1-16,-13 3 3 0,7 3 12 15,-6 5 19-15,-7 3 24 0,6 3 26 0,-6 1 22 16,-6 3 13-16,-1 8 1 0,1 0-14 0,-7 3-22 16,0 0-23-16,-1 0-22 15,2 2-19-15,-2-2-13 0,1 0-5 0,1-8-9 0,5 1-29 16,0-3-45-16,1-5-61 0,0-3-71 0,-2-6-73 16,8 2-93-16,0-7-111 0,0 0-27 0,0 0 24 15,14-5 51-15,-1-2 62 0</inkml:trace>
  <inkml:trace contextRef="#ctx0" brushRef="#br0" timeOffset="-73397.61">23555 3198 364 0,'0'-10'479'16,"0"2"81"-16,0 4 61 0,-6 4-53 0,-1 4-63 15,-6 4-55-15,6 6-43 16,-6 3-52-16,6 10-51 0,-5 5-51 0,6 9-52 0,-8-1-36 0,8 8-39 15,-1 0-20-15,7-1-30 16,0 1-22-16,7-5-14 0,-1-6-20 0,0-4-20 0,8-4 0 16,-2-7 7-16,8-6 1 15,0-9-6-15,-1-5 9 0,1-4 11 0,6-10-7 0,-7-6-13 0,1-4-14 16,0-11-10-16,-7-1-25 16,-1-2-25-16,-5-4-22 0,-7 0-14 15,7 0-3-15,-14 3 4 0,7-4 11 0,-13 5 20 0,7 3 20 0,-7 4 17 16,-1 3 9-1,-5 8 7-15,6 3 6 0,0 7 5 0,0 6 2 0,0 9 3 0,-1 3 6 0,2 12 5 16,-1 4 3-16,0 4-4 0,6 3 1 16,1 3 6-16,-1 1 3 15,7 0-4-15,0-1 5 0,0-7 15 0,0 4 11 16,13-6 2-16,-6 2 6 0,6-8 9 16,-6 1 0-16,11 0-6 0,-4 0-15 0,5-4-3 15,1-2-11-15,0 1-17 0,-1-5-8 0,-6 3-1 16,6-1-30-16,-5-3-77 0,6 0-96 0,-1 0-103 15,-6-4-109-15,0-4-113 0,-7 5-133 16,8-4-49-16,-14-4 36 0,0 0 75 0,12-8 93 16,2 4 100-16</inkml:trace>
  <inkml:trace contextRef="#ctx0" brushRef="#br0" timeOffset="-73144.25">24128 3410 345 0,'0'-3'479'0,"0"3"68"0,0 0 55 0,0 0-96 0,0 0-94 0,7 3-101 15,-7-3-76-15,6 0-60 0,0 0-53 0,8 0-46 16,-2 0-31-16,-4 0-21 0,4 0-19 0,-5 0-48 15,-1 0-66-15,8 0-82 0,-8 0-86 0,0-3-106 16,-6 3-146-16,0 0-50 0,0 0 18 0,0 0 52 16,0 0 73-16</inkml:trace>
  <inkml:trace contextRef="#ctx0" brushRef="#br0" timeOffset="-72978.57">24206 3575 165 0,'0'12'441'0,"0"-6"85"0,0 2 90 0,0-4 16 15,7 0-54-15,-7-4-50 0,13-4-48 0,-7 0-51 16,2 0-74-16,4-4-80 0,1 6-82 0,0-5-68 16,0 2-51-16,1-2-82 0,-2-1-69 0,2 5-111 15,-8-1-143-15,7 1-148 0,-13-1-181 16,0 4-110-16,0 0-31 0,0 0 60 0,0 0 110 16,0 0 131-16</inkml:trace>
  <inkml:trace contextRef="#ctx0" brushRef="#br0" timeOffset="-31098.24">15378 2209 102 0,'0'0'268'0,"0"0"25"0,6 0-21 0,-6 0-39 0,0-4-48 0,0 4-26 15,6 0-21-15,-6-4-7 0,0 4-5 0,0 0 2 16,0 0-2-16,0-3 1 0,7 3 7 0,-7 0 9 16,0-4 9-16,0 4 10 0,0 0 11 0,6-3 12 15,-6 3 18-15,0 0 17 0,0-5 17 0,0 5 17 16,0 0 16-16,0 5 12 0,7-2 9 0,-7 1 10 15,0-1 6-15,0 1 2 0,0-4-3 0,6 4-8 16,-6-4-15-16,0 0-26 16,0 4-32-16,0-4-31 0,0 0-28 0,0 3-28 0,0-3-26 0,0 0-20 15,0 0-15-15,0 0-14 0,0 4-17 0,0-4-23 16,0 3-23-16,0-3 0 0,0-3 0 0,0-1 0 16,0 4 0-16,0-3 0 15,-6-1 0-15,6 4 0 0,0-4 0 16,0-3 0-16,0 0 0 0,0 0 0 0,0-5 0 15,0 1 0-15,0 5 0 0,0-6 0 0,-7 1 0 16,7 0 0-16,0 3 0 0,0-3 0 0,0 4 0 0,0 4 0 0,0-5 0 16,0 4 0-16,0 4 0 15,0-3 0-15,0 3 0 0,0 0 0 0,0 3 0 16,0 1 0-16,0 4 0 0,0-1 0 0,0 3 0 0,0 9 0 0,0-4 0 16,7 6 0-16,-7 6 0 0,0-5 0 0,0 7 0 15,0-3 0-15,6-1 0 0,-6 1 0 0,0-1 0 16,7-3 0-16,-7 1 0 15,0-2 0-15,0-5 0 0,0 1 0 0,6-5 0 0,-6-5 0 0,0 0 0 16,0-4 0-16,0 1 0 0,0 1 0 0,0-5 0 16,0 0-35-16,-6 0-329 0,6-5-189 0,0 1-198 15,0 1-161-15,0 3-192 16,0 0-39-16,0 0 76 0,0 0 161 0,0-7 196 0,0 3 188 0</inkml:trace>
  <inkml:trace contextRef="#ctx0" brushRef="#br0" timeOffset="-30294.41">14954 4129 220 0,'0'3'394'0,"0"2"59"0,0-5 48 0,0 2-47 0,0 2-51 16,0-4-36-16,0 0-23 0,6-4-15 16,-6 2-19-16,0-3-25 0,0-2-23 0,0-4-16 0,7 0-21 15,-7 0-13-15,6 0-9 0,-6 0-5 0,6 4-6 16,-6-4-5-16,8 4-2 0,-8 3-5 15,0 0-5-15,0 0-5 0,0 4-1 0,6 0 2 16,-6 4 6-16,0 4 7 0,0 2-1 0,6 5-15 16,-6 3-14-16,0 4-21 0,0 5-27 15,0 2-29-15,0 3-20 0,0 5-13 0,0-1-14 16,0 4-8-16,0-3-8 0,0 3-7 16,0 1-7-16,0-7 0 0,7 2-16 15,-7-7-59-15,0-4-94 0,0-3-154 0,0 1-198 0,0-8-217 0,0-1-193 16,0-3-179-16,0-11-28 0,0 0 87 15,0 0 165-15,0 0 203 16,0 4 206-16</inkml:trace>
  <inkml:trace contextRef="#ctx0" brushRef="#br0" timeOffset="-24843.54">18205 330 251 0,'7'-4'358'0,"-7"1"57"0,0-6 13 0,6 3-31 15,-6-2-14-15,-6-3-7 0,6 4 1 0,0-1 10 0,0 1 2 16,0 3-7-16,0 8-4 0,0 0 1 0,0-1-10 16,0 0-15-16,0 2-19 0,0-5-18 0,0 0-33 15,-7 3-31-15,7-3-22 0,0 0-28 16,0 0-22-16,0 4-11 0,7-4-5 0,-7 5-19 0,6 1-23 16,-6 2-18-16,6 3-50 0,2 0-55 0,-2 3 0 15,0-3 0-15,1 7 0 0,-1-3 0 0,7 0 0 16,-6-1 0-16,6-3 0 0,-6 1 0 0,5-1 0 0,2-9 0 15,-8 6 0-15,7-8 0 0,-7 0 0 16,8-8 0-16,-2 1 0 0,2-4 0 0,-1-7 0 16,0-4 0-16,0 0 0 0,-7-7 0 0,8 4 0 0,-8 0 0 15,0-2-259-15,-6 5-262 0,0 0-226 16,-6 8-187-16,0-1-199 0,-2 8-46 0,2 3 79 0,-7 4 175 16,13 0 206-16,-6 4 191 0</inkml:trace>
  <inkml:trace contextRef="#ctx0" brushRef="#br0" timeOffset="-23772.4">15202 3960 148 0,'0'-7'364'0,"0"-1"55"0,0 1 46 0,0 0-43 0,-7 0-64 0,0 3-43 0,1 0-27 0,-1-3-16 31,1-1-19-31,-1 2-21 0,-6-2-17 0,1 4-9 15,-2-4-20-15,-5 5-4 0,5-5 6 0,-5 4-4 16,6 2 9-16,-7-2 6 0,1 0 10 16,-1 4-4-16,8 0-10 0,-8 0 0 0,-7 4-22 15,9 0-24-15,-2-2-17 0,6 6-15 0,-5 4-26 16,-1-1-25-16,1-1-10 0,6 9-10 16,-7-1-9-16,7 4-12 0,1-1 1 0,-2 6 2 15,8 2-10-15,-1 4-5 0,-6 3-2 0,13 4 0 16,-6 1 7-16,6 3 5 0,0 4 14 0,6-2 6 15,7 0 7-15,-6-3 2 0,5 1-8 0,8-3-8 16,0-4-12-16,6-1 2 0,-7-4-2 16,7-2 3-16,7-7 1 0,-7-2 0 0,13-6 4 15,-6-5-6-15,-1-6-3 0,8-4-5 0,-1-4-4 16,-7-6 0-16,1-5-7 0,5-6-2 0,-11-6-1 16,5-5-2-16,-6-1 1 0,1-4-1 15,-1-3 3-15,-6-5-2 0,-1 5-2 0,-6-4-18 16,-7 4-36-16,-6-4-67 0,0 4-107 0,-6 0-137 15,-7 3-156-15,0 0-140 0,-1 1-112 0,-5 6-136 16,0 0-37-16,-8 9 64 0,1 2 118 16,7 5 135-16,-1 3 136 0</inkml:trace>
  <inkml:trace contextRef="#ctx0" brushRef="#br0" timeOffset="-22167.5">24649 2593 72 0,'0'4'440'0,"0"0"120"0,-6 0 120 0,6-4 85 0,0 3-24 0,0 1-24 0,0-4-27 15,-6 0-46-15,6 0-66 0,0 0-84 0,0-4-88 16,0-3-91-16,6-1-79 0,-6-2-63 0,6-2-48 16,1 1-38-1,-1-3-30-15,1 3-9 0,6-4-1 0,1 5 0 0,-8-2-20 0,7 1-11 0,0 5 0 16,0-3-6-16,-1 6-6 0,2 3 3 0,-1 0 29 15,0 3 20-15,-7 6 24 0,7 1-63 0,1 5-17 16,-8-1 0-16,0 8 0 16,1 4 0-16,0 3 0 0,-7 1 0 15,6 6 0-15,-6-3 0 0,0 0 0 0,-6 4 0 16,6-1 0-16,0-3 0 0,0 0 0 16,-7-3 0-16,7-5 0 0,0 0 0 0,0-6 0 15,0-1-169-15,-7-3-343 0,1-8-185 0,6-2-145 16,-6-5-100-16,6 0-108 0,0-12 0 0,-7-6 108 15,7 3 160-15,0-6 162 0,0 2 153 16</inkml:trace>
  <inkml:trace contextRef="#ctx0" brushRef="#br0" timeOffset="-21982.88">24688 2718 133 0,'-6'0'476'0,"6"0"103"15,0-4 108-15,0 4 64 0,0 0-54 16,6-4-73-16,2 4-70 0,-2-4-68 0,7 2-88 0,0-2-102 0,0 0-90 15,-1-3-77 1,8-1-54-16,0 4-43 0,-7-3-70 0,7 4-109 0,-1-4-155 0,-6 3-148 16,7-4-141-16,-1 5-159 15,-5 3-112-15,-2 3 12 0,1 1 99 16,7 4 124-16,-7-1 127 0</inkml:trace>
  <inkml:trace contextRef="#ctx0" brushRef="#br0" timeOffset="-21800.6">25164 2777 16 0,'7'0'503'0,"-7"0"165"0,0 0 165 0,6 0 144 16,-6 0-32-16,0 0-80 15,0 0-107-15,0 0-126 0,0-4-143 0,0 4-134 0,0 0-118 0,0-4-93 16,0 4-74-16,0-3-57 0,0 3-82 0,-6 0-128 16,6 0-172-16,0 0-191 15,0-4-160-15,0 0-155 0,0 4-144 16,0 0 7-16,0 0 111 0,6-3 156 0,8-9 153 0,-8 6 163 0</inkml:trace>
  <inkml:trace contextRef="#ctx0" brushRef="#br0" timeOffset="-21564.82">25353 2421 345 0,'6'-15'469'0,"-6"5"95"0,0-6 76 16,-6 2-17-16,6 8-20 0,0-3-11 0,0 2-3 15,0 7-18 1,0-3-42-16,0-1-57 0,0 4-76 0,0 0-64 0,0 4-65 0,0 6-56 0,0 2-49 16,6 10-37-16,-6-1-28 0,0 8-31 0,0 0-23 15,8 8-19-15,-2 4-14 0,-6 0-28 16,6-2-77-16,-6 6-142 0,7-6-181 0,-1 3-194 16,1-6-170-1,-1-7-167-15,1 0-112 0,-1 0 41 0,1-6 129 16,6-1 165-16,7-4 159 0</inkml:trace>
  <inkml:trace contextRef="#ctx0" brushRef="#br0" timeOffset="-20794.17">26115 2549 304 0,'0'0'411'0,"0"0"79"0,0 0 48 0,0 0 9 0,-6 0 18 16,6 5 32-16,0-5 34 0,0 2 23 0,0-2-7 15,0 4-38-15,0 0-63 0,0-4-68 0,0 4-71 16,0-4-75-16,0 3-63 0,0 2-103 16,0-5-166-16,6 3 0 15,2-3 0-15,-2 0 0 0,0 4 0 0,1-4 0 16,6 2 0-16,0-2 0 0,-1 0 0 0,2-2 0 0,6 2 0 0,-1-4 0 15,-6 4 0-15,6-3 0 0,1-2 0 16,-7 2 0-16,7-1 0 16,0 0 0-16,-8 0 0 0,8 2 0 0,-7-6 0 0,0 4 0 0,0-3 0 15,-7 3 0-15,8 0 0 0,-14 1 0 0,6-1-9 16,0 4-395-16,-6 0-168 0,7 0-162 16,-7 0-115-16,0 0-87 0,0 0-94 15,0 0 28-15,0 0 117 0,0 0 158 16,0 0 150-16,0 0 154 0</inkml:trace>
  <inkml:trace contextRef="#ctx0" brushRef="#br0" timeOffset="-20611.27">26356 2396 141 0,'-6'-7'436'0,"6"3"101"0,-6-4 100 0,0 5 29 0,-2-1-38 16,2 0-43-16,6 4-44 0,0 4-58 0,-6-4-75 15,6 7-71-15,0 1-73 0,0 6-52 0,0 1-43 16,0 6-33-16,0 2-16 15,0 6-27-15,6 1-24 0,-6 2-31 0,0 4-19 16,6 1-7-16,2 4-54 0,-8 0-95 16,6-5-124-16,0 1-146 0,0-4-149 0,1-1-151 0,0-3-163 0,-1 0-26 15,-6-6 59-15,7 0 117 0,-1-2 130 16,1-3 139-16</inkml:trace>
  <inkml:trace contextRef="#ctx0" brushRef="#br0" timeOffset="-19582.29">18570 5869 263 0,'7'7'426'0,"-1"-4"73"0,-6 1 67 0,0-1-43 0,6-3-40 16,-6 0-23-16,0 0-15 0,8 0 4 0,-8 0 0 31,0 5 5-31,6 2-3 0,0 0-9 0,-6 1-22 0,13-1-37 0,-6 4-48 0,-1 0-61 16,1 0-58-1,6 3-51-15,0 1-42 0,-1-4-35 0,2 3-28 0,-1-2-18 0,7-1-14 0,-8 0-8 32,2-4-4-32,5-3-2 0,-6-8 2 0,6 1-3 15,1-6-2-15,0-5 0 0,-1-8-5 0,1-3-13 16,6-8-47-16,-6-4-78 0,5-3-139 0,-5-4-193 16,6-4-219-16,-6 1-196 0,5 3-215 15,-5 4-56-15,0-2 66 0,-7 13 153 0,0 0 200 16,0 3 196-16</inkml:trace>
  <inkml:trace contextRef="#ctx0" brushRef="#br0" timeOffset="-18588.13">15195 2048 27 0,'7'3'298'0,"-7"1"49"0,0-4 31 0,6 0-20 0,-6 0-45 0,0-4-31 0,0 1-13 0,0-1 5 0,0-4 17 16,0-2 28-1,0 3 34-15,0-5 41 0,0 2 50 0,6-2 32 16,-6-2 23-16,0 2 1 0,0 2-18 0,0-1-33 16,0 0-45-16,0 3-46 0,0 2-55 0,0 2-50 0,6 0-133 15,-6 4-120-15,0 4 0 0,8 0 0 16,-2 6 0-16,0 1 0 0,1 0 0 0,6 3 0 0,0 1 0 0,0-1 0 0,0-2 0 31,7-5 0-31,-1-3 0 0,-6-1 0 0,6-6 0 0,1-8 0 0,0-7 0 0,-1-8 0 0,1-7 0 16,0-11 0-1,-8-7 0-15,1 3-108 0,1-7-504 0,-8 8-245 16,0-1-244-16,-6-3-134 0,8 7 3 0,-8 0 128 0,0 4 211 0,0 6 234 0</inkml:trace>
  <inkml:trace contextRef="#ctx0" brushRef="#br0" timeOffset="-17249.96">26839 2355 54 0,'13'-4'338'0,"0"-3"58"0,-7 4 54 0,1-4-15 16,0-1-53-16,-7 4-30 0,6 1-9 0,-6-2-3 15,6 5 6-15,-6 0 8 0,0 5 4 0,7 2 0 16,0 8-13-16,-1-1-18 0,1 5-25 0,-1 3-40 16,0 0-53-16,2 7-48 15,-2 0-40-15,0 5-31 0,0-5-34 0,1 3-22 0,0 2-14 16,-1-5-9-16,1 0-28 0,-1-3-58 15,1-5-95-15,0-6-118 0,-1 0-116 0,0-7-111 16,0-6-84-16,2-2-43 0,-2-2-15 16,0-6-8-16,1-7 22 0,6 0 61 0,-13-6 81 15,7-1 81-15</inkml:trace>
  <inkml:trace contextRef="#ctx0" brushRef="#br0" timeOffset="-16865.7">27047 2370 87 0,'0'-19'359'0,"-6"5"56"0,0-4 51 16,-2 4-32-16,2 2-65 0,0 1-71 0,6 0-57 0,-6-1-47 15,6-2-47-15,6 3-43 0,-6-3-48 16,6 3-20-16,-6 3-17 0,14-2-6 0,-8 3-5 16,0 3 0-16,7 0 0 0,1-3 1 0,-8 7 4 0,6 0 3 15,2 0 9-15,-1 3 9 0,-6 1 10 0,-1 4 18 16,1-1 14-16,-1 3 7 0,0 5 1 0,-6-4-1 16,0 7-5-16,0-4-14 15,0 5-16-15,0 0-11 0,-6-2-9 0,0 3-9 0,-1-3-5 0,7-5-7 16,-6 2 1-16,-1-2-3 0,7-5 0 15,0 0-1-15,-7 0-2 0,7-7-2 16,0 4-1-16,0-4 0 0,0 4 0 0,0-4-2 0,7-4 0 0,-7 4-5 16,7-4 2-1,6-3 1-15,-7 3 0 0,8-3 1 0,-2 4 0 0,2-6 7 0,-2 6-1 0,1 0-2 16,7-1 0-16,-14 4 1 0,8 0 0 0,-2 4 1 16,-5-1 0-1,0 5 4-15,-1-1 3 0,1 4 2 0,-7 0 6 16,0 3 0-16,0 1 7 0,-7 0-1 0,7 3-1 15,-6-3-1-15,-1 4-3 0,-6-5-6 16,7 4-10-16,-2-4-12 0,2-2-32 0,0 3-56 0,0-5-77 16,-1 2-82-16,0-5-86 0,1-3-99 15,6-4-121-15,0 0-33 0,0 0 31 0,0 0 62 16,0 0 75-16</inkml:trace>
  <inkml:trace contextRef="#ctx0" brushRef="#br0" timeOffset="-16681.61">27484 2498 366 0,'7'-3'567'0,"-1"-5"125"0,0 8 115 0,-6 0-26 0,0 0-91 0,0 0-113 0,0 0-120 0,0 4-113 0,0-4-111 0,-6 0-102 0,6 0-80 0,0 0-77 16,0 0-94-16,0-4-106 0,6 4-108 0,-6 0-98 16,0 0-80-16,0 0-42 0,7 0-21 0,-7 0-21 15,0 0 4-15,0 0 48 0,0 0 65 0,0 0 71 16</inkml:trace>
  <inkml:trace contextRef="#ctx0" brushRef="#br0" timeOffset="-16448.01">27757 2253 345 0,'8'-11'412'0,"-8"-1"63"15,0-2 19-15,0 3-45 16,-8-3-36-16,8 3-12 0,0-5 2 0,-6 7 16 0,6 1 7 15,0 4 3-15,-6-1-9 0,6 2-28 0,0 3-36 0,0 0-60 0,-7 3-59 16,7 6-59 0,0 1-48-16,0 5-36 0,0 4-26 0,0 6-19 15,7 4-8-15,-7 4-13 0,6 8-11 0,-6 0-10 0,6 2-9 0,-6 5-54 0,8-4-114 16,-8 0-156-16,6-4-176 0,0 0-170 0,7-7-184 31,-6 0-125-31,-1-4 17 0,1-3 104 0,-1-4 152 16,1-4 153-16</inkml:trace>
  <inkml:trace contextRef="#ctx0" brushRef="#br0" timeOffset="-15456.64">24911 3560 32 0,'0'0'338'0,"0"-3"51"0,0 3 46 0,-8 0-21 0,8 0-86 0,0-4-72 15,0 1-58-15,0 3-44 16,0-4-26-16,8 8-10 0,-2-1-4 0,6-3 3 0,2 4 10 16,-1-4 14-16,7 0 6 0,6 0-3 0,-1 0-4 15,1-4-4-15,7 4 5 16,6-3-3-16,-6-5-13 0,12 5-20 0,-5-5-18 15,5-3-13-15,7 4-25 0,0-4-19 0,0 0-13 0,7-4-4 16,0 5-5-16,-1-5-9 0,1 3 1 0,6 3 0 16,-6-3 4-16,0 1 1 15,-1 3 21-15,1 1-8 0,-7-1-6 0,0 5 0 16,0-1-3-16,-7 1-2 0,8-1-23 16,-7 1 7-16,-1 3 6 0,-6-4 4 0,7-4 4 15,-1 5 1-15,1-1 1 0,-7-3 1 0,7 7-3 16,-7-7-4-16,7-1-2 0,-1 1-2 0,1 0 2 15,-1-1 1-15,1 1 5 0,-7-1 0 0,6 1-3 16,1 0 3-16,-7 4 1 0,7-6 1 16,-7 6-6-16,0-1-2 0,1 1-6 0,-1-1 6 0,-1 1 0 15,1-1 0-15,1-4 0 0,-1 5 1 16,0-1 7-16,0-4-6 0,-6 6-1 16,6-2-1-16,-7 0 0 0,1-3 1 0,-1 3 0 0,1-3 5 15,-1 4-4-15,1-2-2 0,-1-2 1 16,1 2 17-16,0-1 9 0,-8-2 11 15,8 2 19-15,-7 1 23 0,0 1 14 0,1-3-10 16,-1 4-4-16,-6-1 3 0,-1 1-5 0,0-1-13 16,0 4-6-16,1 0-5 0,-6-4-6 0,-1 4-10 15,-1 0-13-15,2 0-5 0,-8 0-10 16,8 0-9-16,-8 0-4 0,0 0-4 0,-6 0-39 0,7 0-70 16,-7 0-111-16,0 0-123 0,0 0-134 15,-7 0-165-15,7 0-138 0,-6 4-22 0,-8-4 63 0,2 4 102 16,-2-4 123-16</inkml:trace>
  <inkml:trace contextRef="#ctx0" brushRef="#br0" timeOffset="-14121.88">15794 2138 70 0,'14'0'293'0,"-8"-3"35"0,0-4 15 0,0 3-47 0,-6-2-61 0,8 1-38 0,-8-2-14 16,6-4-3-16,-6 4 5 0,6-4 5 0,-6-1 7 16,0-2 7-16,0 3 14 0,0-3 5 15,0-1 4-15,0 1 1 0,-6-1 1 16,6 4-4-16,-6-1-15 0,-2 9-13 0,2-4-8 15,-6 3-10-15,-2-3-21 0,8-1-10 0,-14 1-7 0,7-3-6 16,-7 2-16-16,8 1-6 0,-8-1 3 0,-6 1-10 16,7 0-2-16,-1-2 0 15,-6 6-3-15,7 0-7 0,-8 3-7 0,8 0-2 16,-8 0-7-16,1 3-6 0,7 0-4 0,-7 6-5 16,0-2-8-16,6 0-9 0,-5 4-7 0,5 3-7 0,0 1-7 0,-6 0-7 15,7-1-3-15,-1 5-1 0,0 3-4 0,1 0-4 16,5 0-4-16,-4 4-1 15,4 3-1-15,8 0 0 0,-1 0-4 0,1 8 1 16,6-4 2-16,0 4-1 0,0 4-2 0,6-2 0 16,7 2 1-16,1-5 3 0,4 1 1 0,9 0 5 15,-1-5 4-15,0-3-1 0,7 0 4 16,-1-6-3-16,7-4-3 0,-7-5-1 0,8-3-3 16,-1-7 2-16,0-4-5 0,1-4-1 0,5-7 7 15,-6-3-4-15,-6-8 3 0,6-7-2 0,-7-1 1 16,1-6 1-16,-7 2 23 0,-7-3-11 0,1 1-14 15,-7-1-27-15,0 8-51 0,-13-3-67 0,0 5-123 16,0 2-96-16,-6 2-119 0,-1 2-101 0,0 6-71 16,1 5-51-16,-7 2-83 0,0 4-14 15,0 4 65-15,-7 4 92 0,8 0 104 0,-2 2 110 16</inkml:trace>
  <inkml:trace contextRef="#ctx0" brushRef="#br0" timeOffset="-13410.17">15443 3891 22 0,'-8'-4'303'0,"2"0"38"0,0-4 30 0,-1 1-42 0,-6-1-72 0,0 6-49 31,1-6-29-31,-2 1-12 0,1-5-4 0,-6 5 0 0,-1 0-4 0,1 3-1 0,-1-3 4 15,-6 0 0 1,-1 3 3-16,2 0-1 0,-1 4 4 16,0 0 1-16,-7 0 3 0,1 4 6 0,-1 3 6 15,-6 4 8-15,6 0 5 0,-6 8 4 0,7-4-5 16,-1 7 4-16,1 3-9 0,-1 1-14 0,1 3-15 0,5 4-18 0,8-1-17 0,-8 9-30 16,15-1-25-16,-8 4-18 0,14 8-15 0,-1-4-14 15,7-2-11 1,7 3-4-16,-1-2 4 0,7-3-4 15,13 0 2-15,0-3 5 0,6-5 2 0,14-3 1 16,0-4-4-16,0-3 3 0,6-4 0 0,7-11-2 16,-8-1-2-16,8-5 3 0,-7-5 4 15,7-7-4-15,-7-8-1 0,0-7-2 0,0 0 2 16,-7-12-6-16,1-6-5 0,-7-4 1 0,-6-2 1 16,-1-7-2-16,-5 2-1 0,-1-4-2 15,-13 1-12-15,0-1-35 0,-7 3-59 0,-6 4-77 16,-6 0-96-16,0 5-110 0,-8 3-100 0,-5 0-76 15,6 11-45-15,-6-2-40 0,-1 10-70 0,7 2 10 16,-7 5 61-16,8 10 79 0,-8 4 87 16</inkml:trace>
  <inkml:trace contextRef="#ctx0" brushRef="#br0" timeOffset="-11988.3">26076 3883 223 0,'7'4'410'0,"-1"4"68"0,-6-8 74 0,0 6-21 0,0-2-22 16,-6 0 3-16,6-1 23 0,-7 1 25 0,7-4 13 16,-6 0-19-16,6 4-40 0,-6-4-58 15,-1 0-67-15,0 0-69 0,7-4-73 0,-6 0-65 16,6 1-53-16,-6-5-42 0,6-2-27 0,-7 2-24 16,7-7-18-16,7 5-8 0,-7-2-4 15,6-3-2-15,0 5-6 0,1-1 2 0,6 0-1 16,0 3-1-16,0-3-1 0,0 5 1 0,1 6 3 15,-2-4-1-15,1 4 2 0,0 0 3 16,6 6 3-16,-5 2 0 0,-8 3-1 0,1 4 4 16,0 3 2-16,-1 4 4 0,-6 0 2 0,-6 3 19 15,-1 2-5-15,0 2-3 0,1-1-7 16,-8 7-8-16,2-6-1 0,-1 0-18 0,6 0 10 16,-6-3 5-16,7-5 8 0,0 2 7 0,-2-9-22 15,2 1-4-15,6-4 0 0,0-3 0 0,0-5 0 16,6 0 0-16,8 1 0 0,-1-8 0 0,0 1 0 15,6 0 0-15,1-5 0 0,0-3 0 0,5 4 0 16,1-5 0-16,0 2 0 0,-6 3 0 16,-1-5 0-16,1 4-15 0,-7 1-516 0,7 0-256 15,-7 0-269-15,-6 3-177 0,-1-3-26 0,-6 7 103 16,12-4 202-16,-12 4 240 0,8 0 267 16</inkml:trace>
  <inkml:trace contextRef="#ctx0" brushRef="#br0" timeOffset="-11178.16">24467 5803 72 0,'-6'10'451'0,"6"-2"83"0,-7-4 72 0,7-1 9 0,0 1-129 0,0-4-117 31,0 4-94-31,7-4-64 0,-1 0-63 0,7-4-28 0,0 0-26 16,0 1-29-16,7-5-23 0,-8 4-19 0,8-3-21 0,6 0-53 16,-6 4-73-1,-7-5-89-15,7 1-103 0,-1 3-127 0,-6-3-141 16,-6 4-33-16,-7 3 25 0,0 0 65 0,0 0 88 15</inkml:trace>
  <inkml:trace contextRef="#ctx0" brushRef="#br0" timeOffset="-11044.42">24597 5986 119 0,'-6'18'406'16,"6"-3"63"-16,0-4 63 0,6 0-4 16,1-4-92-16,-7-3-84 0,13-1-68 0,-7-3-50 15,8-3-54-15,5-1-55 0,7-3-55 0,-6-4-86 16,6-4-109-16,-1-3-134 0,2 3-216 15,-1-6-115-15,6-6-52 0,1 2 20 0,7-8 74 0,-2-3 114 16</inkml:trace>
  <inkml:trace contextRef="#ctx0" brushRef="#br0" timeOffset="-7488.2">25900 5066 7 0,'-6'0'350'0,"6"0"68"0,-6 0 58 0,6 0 17 0,-7 0-54 0,7 0-42 16,-7 0-23-16,7 0-24 0,-6 0-19 16,6-3-36-16,0-1-48 0,-6 0-49 0,6 0-51 0,0-3-44 15,6 4-34-15,-6-4-43 0,6-5-7 0,1 5-11 16,0-4-2-16,-1 0-2 0,7 4-2 0,0-4 22 15,0 3-11-15,0 1 8 0,0 4 9 16,1 3 8-16,-2 0 15 0,1 0 19 0,0 3 26 16,-6 4 18-16,6 1 15 0,-6 6 12 0,-7 4 4 15,6 1-2-15,-6 6-17 0,-6 2-28 16,6 2-13-16,-7 0-12 0,7 5-5 0,-7-3-9 16,1 3-1-16,-1-5 4 0,7 0-8 15,0 0-10-15,0-2-14 0,0-6-9 0,0-6-7 16,0 0-5-16,0-1-2 0,7-7 2 0,-1 1 0 15,1-4-1-15,6-4-3 0,7-4 1 16,-8-4-1-16,8 1-7 0,-1-7-2 0,8-1-12 0,-8 0-17 16,8-3-33-16,-1 0-41 0,-7 0-43 15,1-5-51-15,6 4-39 0,-7-1-31 0,-6-3-3 16,6 1 17-16,-11-3 28 0,4 3 39 0,-6-1 44 16,1 1 45-16,0 0 33 0,-7 5 22 15,6-2 17-15,-6 4 14 0,-6 5 6 0,6-2 23 16,0 5 25-16,-7 4 15 0,7-2 15 0,0 10 14 15,-7-2 18-15,1 8-4 0,6 0 1 16,-6 3-1-16,6 5 12 0,0-1 3 0,-6 4 7 16,6 1-2-16,0-2-9 0,0-3-10 0,6 1-19 15,-6-1-17-15,6-7-20 0,0 0-8 16,1 0-6-16,0-8-7 0,-1 1 6 0,7-4 3 0,-6-4 4 16,6 1-3-16,-7-8-3 0,8-4 6 15,-8-2-13-15,0-3-7 0,1-1-9 0,-1-1-2 16,-6 3-5-16,0-3-5 0,0 1 1 15,0 2-1-15,-6 1-14 0,-1 3-27 0,1 5-40 0,-8-2-55 16,8 5-64-16,0 0-66 0,-7 7-65 16,6 3-62-16,-6 5-57 0,0-1-46 0,0 7-73 15,-7 2-82-15,1 1 1 0,6 6 46 16,-6-2 78-16,12 5 88 0</inkml:trace>
  <inkml:trace contextRef="#ctx0" brushRef="#br0" timeOffset="-7229.26">26011 5696 305 0,'0'11'470'0,"0"-3"75"0,0-4 65 0,0 3-65 0,0 0-72 0,0-4-55 16,7 2-37-16,-1-5-17 15,8 0-13-15,-2-5-24 0,8 2-42 0,-1-1-46 0,7-6-47 16,1 2-53-16,-1-3-47 0,6 3-42 0,-6-2-16 15,7-1-16-15,-1 0-10 0,-5-3-6 0,5 2-43 16,-6 1-81-16,1 0-122 0,-1-1-129 16,-1 6-122-16,-5-2-122 0,0 5-138 0,-1-5-39 15,1 8 53-15,-8 0 97 0,2 0 109 0,-8 8 113 16</inkml:trace>
  <inkml:trace contextRef="#ctx0" brushRef="#br0" timeOffset="-6913.23">26324 5938 124 0,'-19'15'391'16,"5"-1"62"-16,2 1 52 16,-2-4-28-16,2-4-87 0,5 0-81 0,0 1-65 15,1-4-47-15,6-4-38 0,6 0-33 0,-6-4-24 0,7 0-14 0,6-3-6 16,-7 3-10-16,8-3-6 0,-2 0-4 16,8-4-13-16,-7 7-12 0,7-4-9 0,-8 6-1 15,8 2 2-15,-7-5 4 0,1 10 14 0,-2-3 14 16,-6 2 18-16,2 7 11 0,-2 1 0 15,-6 2-5-15,6 8 21 16,-6-3-7-16,7 6-9 0,-7 1 1 0,0-4 12 16,0 3 9-16,0-2-19 0,0-3 6 0,0-3-6 15,0-3 2-15,6-3-16 0,1-5-11 16,-7 2-11-16,7-4-4 0,5-8-4 0,2-4-21 16,-2 2-4-16,8-9-22 0,-1-3-43 0,1-8-75 15,6 4-97-15,-6-7-114 0,5 3-122 16,2 1-108-16,-7-6-118 0,6 6-87 0,-6-4 15 15,-1 0 71-15,7 3 96 0,0-3 108 0</inkml:trace>
  <inkml:trace contextRef="#ctx0" brushRef="#br0" timeOffset="-6712.5">26936 5400 300 0,'0'0'506'0,"0"-5"82"0,0 2 67 16,8 3-44-16,-8-3-105 0,6-1-103 0,-6-3-88 15,12-1-73 1,-5 1-63-16,6 0-59 0,-6-4-52 0,6 7-29 0,0-8-20 0,-1 3-19 16,2 1-39-16,-1 4-63 0,-7 0-74 0,8 0-81 15,-8 4-77-15,0-3-74 0,0 3-70 0,2 0-82 16,-8 0-8 0,0 3 34-16,6 1 56 0,-6 0 70 0</inkml:trace>
  <inkml:trace contextRef="#ctx0" brushRef="#br0" timeOffset="-6551.75">27054 5470 150 0,'0'9'420'0,"-7"-1"86"0,7 4 78 0,-6-5-9 0,6-3-68 0,0-1-73 0,0 0-62 31,0-3-56-31,6 0-59 0,-6 0-56 0,7-6-52 16,6-2-38-16,0 2-32 0,-7-6-31 0,8 5-23 0,5-4-36 0,-6 3-59 0,0 0-83 16,7 1-97-1,-8 0-98-15,2 0-98 0,-1-1-127 0,0 5-78 16,0-4 11-16,-7 0 61 0,14 3 80 15,6-7 90-15</inkml:trace>
  <inkml:trace contextRef="#ctx0" brushRef="#br0" timeOffset="-6294.36">27601 5092 299 0,'0'-12'502'0,"0"2"119"0,0 6 121 0,0 1 3 31,0-1-43-31,0 4-50 0,0 0-54 0,0 4-63 15,6-1-78-15,-6 9-79 0,0 2-63 0,0 1-55 16,8 3-54-16,-8 7-45 0,6 1-39 16,-6 4-43-16,0-1-37 0,6 4-18 0,-6-1-13 15,7 2-14-15,-7-2-38 0,7-6-47 0,-1 3-64 16,0-7-85-16,1-3-97 0,6-8-103 0,-6 0-68 16,5-8-50-16,-5-3-22 0,6-8 6 0,-7 2 29 15,8-13 51-15,-8 1 33 0,7-7 23 0,1-5 10 16,-8 1 10-16,6-1 22 0,-5-1 35 15,0-3 56-15</inkml:trace>
  <inkml:trace contextRef="#ctx0" brushRef="#br0" timeOffset="-6077.06">27823 5136 18 0,'0'-26'317'0,"7"8"104"0,-7 0 107 16,0 7 64-16,0 7 25 0,0 0 14 15,-7 12 3-15,7-1-10 0,0 8-30 0,0 7-50 16,-7 4-63-16,7 3-69 0,7 4-63 0,-7 3-53 16,0 1-51-16,7 3-46 0,-1-3-45 0,0-4-48 15,8 0-38-15,-8-8-29 0,13 1-15 0,-5-9-10 16,-2 0-1-16,8-11 7 0,-7 2 7 15,7-8 2-15,-8-8 0 0,8-3 1 0,-14-3 0 16,8-5-11-16,-8-6-7 0,1-1-3 0,-1-3-5 16,1 0-11-16,-7-4-23 0,0 0-28 0,-7 4-50 15,1-1-63-15,-1 1-78 0,1 6-90 16,0 5-95-16,-8 0-96 0,8 7-71 0,-1 3-54 16,0 8-38-16,-5 4-44 0,-1 3-49 0,6 8 40 15,-6 7 73-15,7 4 94 0,-8 3 103 16</inkml:trace>
  <inkml:trace contextRef="#ctx0" brushRef="#br0" timeOffset="-5810.14">27745 6682 169 0,'-7'33'688'0,"1"-8"196"0,6-6 152 16,-7-4 117-16,7-4-118 0,0-5-208 15,0-6-225-15,7-6-180 0,-1-5-131 0,7-11-102 16,7-5-68-16,6-5-35 0,0-5-13 16,7-3-14-16,-1-8-20 0,1 0-15 0,6-2-8 0,-7-2-5 15,7-3-3-15,-7-1-3 0,2 6-3 16,-2-2-10-16,-5 8-31 0,-2 1-76 0,1 7-123 16,-6-1-164-16,-7 3-188 0,6 1-165 0,1 4-159 15,-7 7-120-15,0 4 18 0,-6 3 112 16,5 4 157-16,2 0 161 0</inkml:trace>
  <inkml:trace contextRef="#ctx0" brushRef="#br0" timeOffset="-5624.67">28142 6565 31 0,'-20'44'542'0,"8"-12"149"16,-1-3 114-16,6-6 89 15,7-8-77-15,0-8-146 0,7-11-162 0,6-7-130 0,6-7-108 0,0-11-82 16,8-4-75-16,11-4-61 15,-4-7-89-15,-2 0-123 0,7 0-142 16,-6-4-147-16,-1 5-149 0,-6-1-217 0,7 3-65 16,-7 0 42-16,0 5 100 0,0 4 124 0,0 2 138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93926-95B5-5A73-E51D-397B316F0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CD8FF-43D2-FD8D-97BA-F7E3632F3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54F58-841E-C126-E843-CA68E040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98B28-F75D-6E46-A323-D9A5F102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EEA2C-79CB-83B0-FE66-0C7C6727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5418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B02D1-C326-AE5C-A990-FA10AC29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A11C1-1E92-11E0-5EB2-C98D4F42A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58973-00F2-0D72-3A09-A7A4A986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62C8C-88C3-EF6A-9F9A-0F4C46DB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73E62-93AF-50F5-89E1-504220FD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713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26F5-C656-D381-2BB4-4248A28CB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D7607-7B97-1E84-88E4-D2A7EC019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64B57-2BBC-0BE6-45A9-EAA7316D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CAB09-EF03-4441-6753-78127A351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8699C-77C7-EDC4-9096-CB3CE25E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2869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986A-10BE-0DFC-FE8A-CF2EABBE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E53F1-4101-3561-7706-7706CF273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F183D-A4AD-5CC7-CF90-ED94D55D8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8FA5D-BCD6-15E6-465B-D535EDB7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9C262-D5BA-0EF5-42E1-C20BBB251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20452-76F9-ED61-FDE1-8AEEB5AD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8828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2208-DC65-F7AB-3E45-326411ADB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DC2E4-1C18-BB6E-1546-58F3B5030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36CAE-AB97-3701-9BD9-35F1F39B0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A2370E-B1BB-BAE4-4818-92BBC359C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7BECD-746B-6CD9-50A8-C850B3261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01A57-D293-E264-7CC1-D6F1F185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9B4B02-FA7D-9C3A-F66C-D5373904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87CA2-EC12-D8D0-7810-D73276E3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3266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C5EA-CBC1-AFDD-8588-D5565824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5E630-689C-AEE1-0EA3-86C98577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F5C7A-A985-384D-7579-8D4F18ABC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DBABB1-B769-0530-39DC-3E596118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5032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733F2-00D1-8D73-FB52-CAEEB16C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5FC7C-A940-336E-3942-B5254D334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A76BB-83AE-9D37-882B-820B7030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2606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2141-86FB-12DB-3D0D-B42EB337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B4EDD-254E-E89C-C7E2-84AD27201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8E6C1-CF74-B0F9-D18A-7604EA409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213D6-4BEF-378A-AAB3-0B75C448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C198A-D540-D8D4-4F3B-A94707E2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A52D8-CFB0-DDF0-7E24-D9743A27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022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118D-81C8-E987-3867-1A40E60F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BF0BF-38C2-BA9C-6E77-3817AF08F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74230-177F-B21A-5C6B-75B91A155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DE1CE-93BC-C6C8-03EE-6D9EF23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C2812-19EB-B88C-60AA-4704CE530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47F53-1FF0-A818-4C00-F6E4B1F6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6114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8431-0F73-DFB3-2AEF-1ADBC54C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7C405-0155-4742-BB20-52686AF7F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F3F6-7702-C830-E04D-165C7B15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25486-F15A-8615-3F66-9C021C84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D0E5A-C891-C54B-C960-B14ED963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276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72140-8A7A-94CA-2D09-62D355A35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5E30B-9699-BC50-5C7D-FDA74CB85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D3BD4-E626-E5B9-DD01-6D0728FEB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39A51-AFF7-B399-29B7-AB4CA265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E04C0-8C15-DAD3-C665-EF741D44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478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339F4-656D-96E4-C344-0ED089B3A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6D0A9-050D-ABF6-3DAD-D77BB1C97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A895B-8A33-26A2-EDA7-444130E66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855DE-A434-4FE4-BAE8-5F33DE4E3BB5}" type="datetimeFigureOut">
              <a:rPr lang="en-ID" smtClean="0"/>
              <a:t>24/04/2026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AAB32-B01E-39D4-BA41-0F2378D8E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62446-46FF-3B12-BB50-E07D73022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A8906-D0C4-4AD0-9758-2193DB9F1C2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9176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FF7D999-16C1-5E75-2ADF-4E877FB30C6B}"/>
                  </a:ext>
                </a:extLst>
              </p14:cNvPr>
              <p14:cNvContentPartPr/>
              <p14:nvPr/>
            </p14:nvContentPartPr>
            <p14:xfrm>
              <a:off x="234360" y="47160"/>
              <a:ext cx="10978560" cy="6795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FF7D999-16C1-5E75-2ADF-4E877FB30C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000" y="37800"/>
                <a:ext cx="10997280" cy="681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7575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4E505-1FD9-FD35-8EE8-C1E59E1E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FD53541-4784-6384-05B0-932B7AA9B2BE}"/>
                  </a:ext>
                </a:extLst>
              </p14:cNvPr>
              <p14:cNvContentPartPr/>
              <p14:nvPr/>
            </p14:nvContentPartPr>
            <p14:xfrm>
              <a:off x="309240" y="48600"/>
              <a:ext cx="5020560" cy="6670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FD53541-4784-6384-05B0-932B7AA9B2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9880" y="39240"/>
                <a:ext cx="5039280" cy="66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6CFF92-5ADD-1326-A3CD-4AAA3FB1490B}"/>
                  </a:ext>
                </a:extLst>
              </p14:cNvPr>
              <p14:cNvContentPartPr/>
              <p14:nvPr/>
            </p14:nvContentPartPr>
            <p14:xfrm>
              <a:off x="5941800" y="48600"/>
              <a:ext cx="5543280" cy="6662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6CFF92-5ADD-1326-A3CD-4AAA3FB149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2440" y="39240"/>
                <a:ext cx="5562000" cy="66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5967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F8E15-B9EE-FCB7-E624-E7A2489C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311BB6-7BD9-6BEE-CD4A-C2D6C5E6F113}"/>
                  </a:ext>
                </a:extLst>
              </p14:cNvPr>
              <p14:cNvContentPartPr/>
              <p14:nvPr/>
            </p14:nvContentPartPr>
            <p14:xfrm>
              <a:off x="114480" y="88200"/>
              <a:ext cx="11293200" cy="6431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311BB6-7BD9-6BEE-CD4A-C2D6C5E6F1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20" y="78840"/>
                <a:ext cx="11311920" cy="64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0274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74102-6016-A583-79A7-504E2215D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13A0DD-A53C-015A-D750-6B9C56514AEA}"/>
                  </a:ext>
                </a:extLst>
              </p14:cNvPr>
              <p14:cNvContentPartPr/>
              <p14:nvPr/>
            </p14:nvContentPartPr>
            <p14:xfrm>
              <a:off x="114480" y="65880"/>
              <a:ext cx="10162440" cy="6793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13A0DD-A53C-015A-D750-6B9C56514A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20" y="56520"/>
                <a:ext cx="10181160" cy="68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418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D4E39-51CF-A6B0-1922-3D8A332DC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694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93AC-0E52-1990-A076-E9B008BB7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B90DB-4F3A-D75C-A61E-1CC40E1C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70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Personal</dc:creator>
  <cp:lastModifiedBy>Personal</cp:lastModifiedBy>
  <cp:revision>2</cp:revision>
  <dcterms:created xsi:type="dcterms:W3CDTF">2026-04-24T02:08:37Z</dcterms:created>
  <dcterms:modified xsi:type="dcterms:W3CDTF">2026-04-24T05:59:01Z</dcterms:modified>
</cp:coreProperties>
</file>